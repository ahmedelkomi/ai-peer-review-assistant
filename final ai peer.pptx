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Lst>
  <p:notesMasterIdLst>
    <p:notesMasterId r:id="rId22"/>
  </p:notesMasterIdLst>
  <p:sldIdLst>
    <p:sldId id="256" r:id="rId2"/>
    <p:sldId id="257" r:id="rId3"/>
    <p:sldId id="258" r:id="rId4"/>
    <p:sldId id="300" r:id="rId5"/>
    <p:sldId id="297" r:id="rId6"/>
    <p:sldId id="301" r:id="rId7"/>
    <p:sldId id="302" r:id="rId8"/>
    <p:sldId id="310" r:id="rId9"/>
    <p:sldId id="296" r:id="rId10"/>
    <p:sldId id="304" r:id="rId11"/>
    <p:sldId id="305" r:id="rId12"/>
    <p:sldId id="306" r:id="rId13"/>
    <p:sldId id="294" r:id="rId14"/>
    <p:sldId id="312" r:id="rId15"/>
    <p:sldId id="293" r:id="rId16"/>
    <p:sldId id="307" r:id="rId17"/>
    <p:sldId id="299" r:id="rId18"/>
    <p:sldId id="308" r:id="rId19"/>
    <p:sldId id="298" r:id="rId20"/>
    <p:sldId id="309" r:id="rId21"/>
  </p:sldIdLst>
  <p:sldSz cx="9144000" cy="5143500" type="screen16x9"/>
  <p:notesSz cx="6858000" cy="9144000"/>
  <p:embeddedFontLst>
    <p:embeddedFont>
      <p:font typeface="Bebas Neue" panose="020F0502020204030204" pitchFamily="34" charset="0"/>
      <p:regular r:id="rId23"/>
    </p:embeddedFont>
    <p:embeddedFont>
      <p:font typeface="Golos Text" panose="020B0604020202020204" charset="0"/>
      <p:regular r:id="rId24"/>
      <p:bold r:id="rId25"/>
    </p:embeddedFont>
    <p:embeddedFont>
      <p:font typeface="Golos Text Medium"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E764C5-9B4F-44C3-9158-A096953601F2}">
  <a:tblStyle styleId="{0AE764C5-9B4F-44C3-9158-A096953601F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9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2a8e28482d_0_6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2a8e28482d_0_6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2a8e28482d_0_1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2a8e28482d_0_1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194AC0EA-0B06-CC7E-A226-9BEE6037374F}"/>
            </a:ext>
          </a:extLst>
        </p:cNvPr>
        <p:cNvGrpSpPr/>
        <p:nvPr/>
      </p:nvGrpSpPr>
      <p:grpSpPr>
        <a:xfrm>
          <a:off x="0" y="0"/>
          <a:ext cx="0" cy="0"/>
          <a:chOff x="0" y="0"/>
          <a:chExt cx="0" cy="0"/>
        </a:xfrm>
      </p:grpSpPr>
      <p:sp>
        <p:nvSpPr>
          <p:cNvPr id="278" name="Google Shape;278;g22c61ebc3c3_0_0:notes">
            <a:extLst>
              <a:ext uri="{FF2B5EF4-FFF2-40B4-BE49-F238E27FC236}">
                <a16:creationId xmlns:a16="http://schemas.microsoft.com/office/drawing/2014/main" id="{11A0461E-F69D-447B-AFBB-38C9B5F458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2c61ebc3c3_0_0:notes">
            <a:extLst>
              <a:ext uri="{FF2B5EF4-FFF2-40B4-BE49-F238E27FC236}">
                <a16:creationId xmlns:a16="http://schemas.microsoft.com/office/drawing/2014/main" id="{2F792523-CD31-B6C4-28A1-8997BFEB11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3416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9BCDFE96-E827-F248-8EA5-97B6FACECE85}"/>
            </a:ext>
          </a:extLst>
        </p:cNvPr>
        <p:cNvGrpSpPr/>
        <p:nvPr/>
      </p:nvGrpSpPr>
      <p:grpSpPr>
        <a:xfrm>
          <a:off x="0" y="0"/>
          <a:ext cx="0" cy="0"/>
          <a:chOff x="0" y="0"/>
          <a:chExt cx="0" cy="0"/>
        </a:xfrm>
      </p:grpSpPr>
      <p:sp>
        <p:nvSpPr>
          <p:cNvPr id="198" name="Google Shape;198;g22a8e28482d_0_1204:notes">
            <a:extLst>
              <a:ext uri="{FF2B5EF4-FFF2-40B4-BE49-F238E27FC236}">
                <a16:creationId xmlns:a16="http://schemas.microsoft.com/office/drawing/2014/main" id="{08531E15-9BC4-4665-8F05-237A57E0A3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2a8e28482d_0_1204:notes">
            <a:extLst>
              <a:ext uri="{FF2B5EF4-FFF2-40B4-BE49-F238E27FC236}">
                <a16:creationId xmlns:a16="http://schemas.microsoft.com/office/drawing/2014/main" id="{07C53664-1BE9-DFFA-5A96-6A54991081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4726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94159E43-1640-D850-5A54-6E4A78B11CDC}"/>
            </a:ext>
          </a:extLst>
        </p:cNvPr>
        <p:cNvGrpSpPr/>
        <p:nvPr/>
      </p:nvGrpSpPr>
      <p:grpSpPr>
        <a:xfrm>
          <a:off x="0" y="0"/>
          <a:ext cx="0" cy="0"/>
          <a:chOff x="0" y="0"/>
          <a:chExt cx="0" cy="0"/>
        </a:xfrm>
      </p:grpSpPr>
      <p:sp>
        <p:nvSpPr>
          <p:cNvPr id="450" name="Google Shape;450;g22b21ebf290_0_124:notes">
            <a:extLst>
              <a:ext uri="{FF2B5EF4-FFF2-40B4-BE49-F238E27FC236}">
                <a16:creationId xmlns:a16="http://schemas.microsoft.com/office/drawing/2014/main" id="{65FDF5DA-8B21-1065-569A-CAB12B2343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22b21ebf290_0_124:notes">
            <a:extLst>
              <a:ext uri="{FF2B5EF4-FFF2-40B4-BE49-F238E27FC236}">
                <a16:creationId xmlns:a16="http://schemas.microsoft.com/office/drawing/2014/main" id="{3AEFD025-ADE6-0715-2E65-61F4B14772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38977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E5816284-D63B-56DD-0BA7-B22C698C4219}"/>
            </a:ext>
          </a:extLst>
        </p:cNvPr>
        <p:cNvGrpSpPr/>
        <p:nvPr/>
      </p:nvGrpSpPr>
      <p:grpSpPr>
        <a:xfrm>
          <a:off x="0" y="0"/>
          <a:ext cx="0" cy="0"/>
          <a:chOff x="0" y="0"/>
          <a:chExt cx="0" cy="0"/>
        </a:xfrm>
      </p:grpSpPr>
      <p:sp>
        <p:nvSpPr>
          <p:cNvPr id="450" name="Google Shape;450;g22b21ebf290_0_124:notes">
            <a:extLst>
              <a:ext uri="{FF2B5EF4-FFF2-40B4-BE49-F238E27FC236}">
                <a16:creationId xmlns:a16="http://schemas.microsoft.com/office/drawing/2014/main" id="{418F14CA-318D-188C-1A11-E6B2DF2221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22b21ebf290_0_124:notes">
            <a:extLst>
              <a:ext uri="{FF2B5EF4-FFF2-40B4-BE49-F238E27FC236}">
                <a16:creationId xmlns:a16="http://schemas.microsoft.com/office/drawing/2014/main" id="{5FADC108-F115-152D-663C-90628B2CF9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4605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733504D1-A693-405A-F094-041D61EE9F20}"/>
            </a:ext>
          </a:extLst>
        </p:cNvPr>
        <p:cNvGrpSpPr/>
        <p:nvPr/>
      </p:nvGrpSpPr>
      <p:grpSpPr>
        <a:xfrm>
          <a:off x="0" y="0"/>
          <a:ext cx="0" cy="0"/>
          <a:chOff x="0" y="0"/>
          <a:chExt cx="0" cy="0"/>
        </a:xfrm>
      </p:grpSpPr>
      <p:sp>
        <p:nvSpPr>
          <p:cNvPr id="450" name="Google Shape;450;g22b21ebf290_0_124:notes">
            <a:extLst>
              <a:ext uri="{FF2B5EF4-FFF2-40B4-BE49-F238E27FC236}">
                <a16:creationId xmlns:a16="http://schemas.microsoft.com/office/drawing/2014/main" id="{5CD779F5-9DA1-1CE8-F791-827BB7DB47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22b21ebf290_0_124:notes">
            <a:extLst>
              <a:ext uri="{FF2B5EF4-FFF2-40B4-BE49-F238E27FC236}">
                <a16:creationId xmlns:a16="http://schemas.microsoft.com/office/drawing/2014/main" id="{748228EF-ADAA-CCFB-759A-F484AF9EE9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2597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0179AE15-00FF-3EF6-D67C-C196D32A87D7}"/>
            </a:ext>
          </a:extLst>
        </p:cNvPr>
        <p:cNvGrpSpPr/>
        <p:nvPr/>
      </p:nvGrpSpPr>
      <p:grpSpPr>
        <a:xfrm>
          <a:off x="0" y="0"/>
          <a:ext cx="0" cy="0"/>
          <a:chOff x="0" y="0"/>
          <a:chExt cx="0" cy="0"/>
        </a:xfrm>
      </p:grpSpPr>
      <p:sp>
        <p:nvSpPr>
          <p:cNvPr id="198" name="Google Shape;198;g22a8e28482d_0_1204:notes">
            <a:extLst>
              <a:ext uri="{FF2B5EF4-FFF2-40B4-BE49-F238E27FC236}">
                <a16:creationId xmlns:a16="http://schemas.microsoft.com/office/drawing/2014/main" id="{A8B126A3-7A62-193D-921E-93DE400385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2a8e28482d_0_1204:notes">
            <a:extLst>
              <a:ext uri="{FF2B5EF4-FFF2-40B4-BE49-F238E27FC236}">
                <a16:creationId xmlns:a16="http://schemas.microsoft.com/office/drawing/2014/main" id="{1136BC61-3B96-69E1-044F-02D9FCFD04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0202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FF2B0AC4-0309-3454-3EA5-C57140ECA9B0}"/>
            </a:ext>
          </a:extLst>
        </p:cNvPr>
        <p:cNvGrpSpPr/>
        <p:nvPr/>
      </p:nvGrpSpPr>
      <p:grpSpPr>
        <a:xfrm>
          <a:off x="0" y="0"/>
          <a:ext cx="0" cy="0"/>
          <a:chOff x="0" y="0"/>
          <a:chExt cx="0" cy="0"/>
        </a:xfrm>
      </p:grpSpPr>
      <p:sp>
        <p:nvSpPr>
          <p:cNvPr id="278" name="Google Shape;278;g22c61ebc3c3_0_0:notes">
            <a:extLst>
              <a:ext uri="{FF2B5EF4-FFF2-40B4-BE49-F238E27FC236}">
                <a16:creationId xmlns:a16="http://schemas.microsoft.com/office/drawing/2014/main" id="{419DC140-733F-2DEB-714F-3F3EA0912B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2c61ebc3c3_0_0:notes">
            <a:extLst>
              <a:ext uri="{FF2B5EF4-FFF2-40B4-BE49-F238E27FC236}">
                <a16:creationId xmlns:a16="http://schemas.microsoft.com/office/drawing/2014/main" id="{6A1050DA-58C3-89C4-FE25-3B24252768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5165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7763FE59-891A-523C-9BAE-920D11DB8E0C}"/>
            </a:ext>
          </a:extLst>
        </p:cNvPr>
        <p:cNvGrpSpPr/>
        <p:nvPr/>
      </p:nvGrpSpPr>
      <p:grpSpPr>
        <a:xfrm>
          <a:off x="0" y="0"/>
          <a:ext cx="0" cy="0"/>
          <a:chOff x="0" y="0"/>
          <a:chExt cx="0" cy="0"/>
        </a:xfrm>
      </p:grpSpPr>
      <p:sp>
        <p:nvSpPr>
          <p:cNvPr id="278" name="Google Shape;278;g22c61ebc3c3_0_0:notes">
            <a:extLst>
              <a:ext uri="{FF2B5EF4-FFF2-40B4-BE49-F238E27FC236}">
                <a16:creationId xmlns:a16="http://schemas.microsoft.com/office/drawing/2014/main" id="{DE899D32-39BB-5D0B-280E-93ABB2AE35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2c61ebc3c3_0_0:notes">
            <a:extLst>
              <a:ext uri="{FF2B5EF4-FFF2-40B4-BE49-F238E27FC236}">
                <a16:creationId xmlns:a16="http://schemas.microsoft.com/office/drawing/2014/main" id="{294F0A79-47AA-7590-4E35-9CF43FE810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5063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EC958FE9-8ABA-A16D-FAF1-D4E85249A485}"/>
            </a:ext>
          </a:extLst>
        </p:cNvPr>
        <p:cNvGrpSpPr/>
        <p:nvPr/>
      </p:nvGrpSpPr>
      <p:grpSpPr>
        <a:xfrm>
          <a:off x="0" y="0"/>
          <a:ext cx="0" cy="0"/>
          <a:chOff x="0" y="0"/>
          <a:chExt cx="0" cy="0"/>
        </a:xfrm>
      </p:grpSpPr>
      <p:sp>
        <p:nvSpPr>
          <p:cNvPr id="278" name="Google Shape;278;g22c61ebc3c3_0_0:notes">
            <a:extLst>
              <a:ext uri="{FF2B5EF4-FFF2-40B4-BE49-F238E27FC236}">
                <a16:creationId xmlns:a16="http://schemas.microsoft.com/office/drawing/2014/main" id="{7918F5AE-81B4-9678-0ADA-C88FCB51B7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2c61ebc3c3_0_0:notes">
            <a:extLst>
              <a:ext uri="{FF2B5EF4-FFF2-40B4-BE49-F238E27FC236}">
                <a16:creationId xmlns:a16="http://schemas.microsoft.com/office/drawing/2014/main" id="{7EE98664-60FF-C672-5418-EB24C2CE10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4900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3E0771C6-CB04-A8FA-1903-3FD9C4D79FFB}"/>
            </a:ext>
          </a:extLst>
        </p:cNvPr>
        <p:cNvGrpSpPr/>
        <p:nvPr/>
      </p:nvGrpSpPr>
      <p:grpSpPr>
        <a:xfrm>
          <a:off x="0" y="0"/>
          <a:ext cx="0" cy="0"/>
          <a:chOff x="0" y="0"/>
          <a:chExt cx="0" cy="0"/>
        </a:xfrm>
      </p:grpSpPr>
      <p:sp>
        <p:nvSpPr>
          <p:cNvPr id="198" name="Google Shape;198;g22a8e28482d_0_1204:notes">
            <a:extLst>
              <a:ext uri="{FF2B5EF4-FFF2-40B4-BE49-F238E27FC236}">
                <a16:creationId xmlns:a16="http://schemas.microsoft.com/office/drawing/2014/main" id="{B978168B-5D0D-FE23-5D41-DD8B86CF82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2a8e28482d_0_1204:notes">
            <a:extLst>
              <a:ext uri="{FF2B5EF4-FFF2-40B4-BE49-F238E27FC236}">
                <a16:creationId xmlns:a16="http://schemas.microsoft.com/office/drawing/2014/main" id="{3117C151-F8A3-6075-23CA-C1F3C4D3D8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0062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5F606C28-65D2-6C38-9A9A-11313317DC7E}"/>
            </a:ext>
          </a:extLst>
        </p:cNvPr>
        <p:cNvGrpSpPr/>
        <p:nvPr/>
      </p:nvGrpSpPr>
      <p:grpSpPr>
        <a:xfrm>
          <a:off x="0" y="0"/>
          <a:ext cx="0" cy="0"/>
          <a:chOff x="0" y="0"/>
          <a:chExt cx="0" cy="0"/>
        </a:xfrm>
      </p:grpSpPr>
      <p:sp>
        <p:nvSpPr>
          <p:cNvPr id="474" name="Google Shape;474;g22b21ebf290_0_160:notes">
            <a:extLst>
              <a:ext uri="{FF2B5EF4-FFF2-40B4-BE49-F238E27FC236}">
                <a16:creationId xmlns:a16="http://schemas.microsoft.com/office/drawing/2014/main" id="{226375EF-A499-6F49-EE55-7D939F76E9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22b21ebf290_0_160:notes">
            <a:extLst>
              <a:ext uri="{FF2B5EF4-FFF2-40B4-BE49-F238E27FC236}">
                <a16:creationId xmlns:a16="http://schemas.microsoft.com/office/drawing/2014/main" id="{C6668781-D965-9846-31D2-0C81DE0217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6902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580B2E0E-687A-F7AC-E124-B5037E45D885}"/>
            </a:ext>
          </a:extLst>
        </p:cNvPr>
        <p:cNvGrpSpPr/>
        <p:nvPr/>
      </p:nvGrpSpPr>
      <p:grpSpPr>
        <a:xfrm>
          <a:off x="0" y="0"/>
          <a:ext cx="0" cy="0"/>
          <a:chOff x="0" y="0"/>
          <a:chExt cx="0" cy="0"/>
        </a:xfrm>
      </p:grpSpPr>
      <p:sp>
        <p:nvSpPr>
          <p:cNvPr id="198" name="Google Shape;198;g22a8e28482d_0_1204:notes">
            <a:extLst>
              <a:ext uri="{FF2B5EF4-FFF2-40B4-BE49-F238E27FC236}">
                <a16:creationId xmlns:a16="http://schemas.microsoft.com/office/drawing/2014/main" id="{1171C64E-E992-C676-6D77-9658A35C04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2a8e28482d_0_1204:notes">
            <a:extLst>
              <a:ext uri="{FF2B5EF4-FFF2-40B4-BE49-F238E27FC236}">
                <a16:creationId xmlns:a16="http://schemas.microsoft.com/office/drawing/2014/main" id="{3D92CF27-48C8-3765-D26B-A88F3A3A1A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8565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F805726C-71C8-4430-72DE-27AEEC5EE332}"/>
            </a:ext>
          </a:extLst>
        </p:cNvPr>
        <p:cNvGrpSpPr/>
        <p:nvPr/>
      </p:nvGrpSpPr>
      <p:grpSpPr>
        <a:xfrm>
          <a:off x="0" y="0"/>
          <a:ext cx="0" cy="0"/>
          <a:chOff x="0" y="0"/>
          <a:chExt cx="0" cy="0"/>
        </a:xfrm>
      </p:grpSpPr>
      <p:sp>
        <p:nvSpPr>
          <p:cNvPr id="474" name="Google Shape;474;g22b21ebf290_0_160:notes">
            <a:extLst>
              <a:ext uri="{FF2B5EF4-FFF2-40B4-BE49-F238E27FC236}">
                <a16:creationId xmlns:a16="http://schemas.microsoft.com/office/drawing/2014/main" id="{D645D25F-7C23-AA63-C54C-3350A121F6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22b21ebf290_0_160:notes">
            <a:extLst>
              <a:ext uri="{FF2B5EF4-FFF2-40B4-BE49-F238E27FC236}">
                <a16:creationId xmlns:a16="http://schemas.microsoft.com/office/drawing/2014/main" id="{917F2D4A-B730-A827-AA6D-568A0E39F6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5153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58CE12D0-3CC6-A616-8D45-0A77ECF02728}"/>
            </a:ext>
          </a:extLst>
        </p:cNvPr>
        <p:cNvGrpSpPr/>
        <p:nvPr/>
      </p:nvGrpSpPr>
      <p:grpSpPr>
        <a:xfrm>
          <a:off x="0" y="0"/>
          <a:ext cx="0" cy="0"/>
          <a:chOff x="0" y="0"/>
          <a:chExt cx="0" cy="0"/>
        </a:xfrm>
      </p:grpSpPr>
      <p:sp>
        <p:nvSpPr>
          <p:cNvPr id="198" name="Google Shape;198;g22a8e28482d_0_1204:notes">
            <a:extLst>
              <a:ext uri="{FF2B5EF4-FFF2-40B4-BE49-F238E27FC236}">
                <a16:creationId xmlns:a16="http://schemas.microsoft.com/office/drawing/2014/main" id="{CEDB690B-676E-E54B-6784-0A6AA71F65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2a8e28482d_0_1204:notes">
            <a:extLst>
              <a:ext uri="{FF2B5EF4-FFF2-40B4-BE49-F238E27FC236}">
                <a16:creationId xmlns:a16="http://schemas.microsoft.com/office/drawing/2014/main" id="{418F852D-77B9-EDFF-07F2-A8FCDB7DC9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4870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526B90A5-4EFA-B0A6-762B-162A4E1AD2B0}"/>
            </a:ext>
          </a:extLst>
        </p:cNvPr>
        <p:cNvGrpSpPr/>
        <p:nvPr/>
      </p:nvGrpSpPr>
      <p:grpSpPr>
        <a:xfrm>
          <a:off x="0" y="0"/>
          <a:ext cx="0" cy="0"/>
          <a:chOff x="0" y="0"/>
          <a:chExt cx="0" cy="0"/>
        </a:xfrm>
      </p:grpSpPr>
      <p:sp>
        <p:nvSpPr>
          <p:cNvPr id="278" name="Google Shape;278;g22c61ebc3c3_0_0:notes">
            <a:extLst>
              <a:ext uri="{FF2B5EF4-FFF2-40B4-BE49-F238E27FC236}">
                <a16:creationId xmlns:a16="http://schemas.microsoft.com/office/drawing/2014/main" id="{8AE7EFDA-0B98-7390-F48A-AD9C6ADE60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2c61ebc3c3_0_0:notes">
            <a:extLst>
              <a:ext uri="{FF2B5EF4-FFF2-40B4-BE49-F238E27FC236}">
                <a16:creationId xmlns:a16="http://schemas.microsoft.com/office/drawing/2014/main" id="{CB07C4E4-8501-86A7-B6C1-78DFC01288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3705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326EA44F-CB54-F8B1-95C9-D785F248DC9C}"/>
            </a:ext>
          </a:extLst>
        </p:cNvPr>
        <p:cNvGrpSpPr/>
        <p:nvPr/>
      </p:nvGrpSpPr>
      <p:grpSpPr>
        <a:xfrm>
          <a:off x="0" y="0"/>
          <a:ext cx="0" cy="0"/>
          <a:chOff x="0" y="0"/>
          <a:chExt cx="0" cy="0"/>
        </a:xfrm>
      </p:grpSpPr>
      <p:sp>
        <p:nvSpPr>
          <p:cNvPr id="198" name="Google Shape;198;g22a8e28482d_0_1204:notes">
            <a:extLst>
              <a:ext uri="{FF2B5EF4-FFF2-40B4-BE49-F238E27FC236}">
                <a16:creationId xmlns:a16="http://schemas.microsoft.com/office/drawing/2014/main" id="{E6676CFB-8AC0-E596-3FF4-7F03B1D6E2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2a8e28482d_0_1204:notes">
            <a:extLst>
              <a:ext uri="{FF2B5EF4-FFF2-40B4-BE49-F238E27FC236}">
                <a16:creationId xmlns:a16="http://schemas.microsoft.com/office/drawing/2014/main" id="{4120FC41-85E0-7453-1FAE-0A0B024AB1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5629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EF00B6FF-00C2-3BD8-BB94-3C32D4E82CBC}"/>
            </a:ext>
          </a:extLst>
        </p:cNvPr>
        <p:cNvGrpSpPr/>
        <p:nvPr/>
      </p:nvGrpSpPr>
      <p:grpSpPr>
        <a:xfrm>
          <a:off x="0" y="0"/>
          <a:ext cx="0" cy="0"/>
          <a:chOff x="0" y="0"/>
          <a:chExt cx="0" cy="0"/>
        </a:xfrm>
      </p:grpSpPr>
      <p:sp>
        <p:nvSpPr>
          <p:cNvPr id="278" name="Google Shape;278;g22c61ebc3c3_0_0:notes">
            <a:extLst>
              <a:ext uri="{FF2B5EF4-FFF2-40B4-BE49-F238E27FC236}">
                <a16:creationId xmlns:a16="http://schemas.microsoft.com/office/drawing/2014/main" id="{CE60E378-63AD-032E-BF27-76F3B499C9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2c61ebc3c3_0_0:notes">
            <a:extLst>
              <a:ext uri="{FF2B5EF4-FFF2-40B4-BE49-F238E27FC236}">
                <a16:creationId xmlns:a16="http://schemas.microsoft.com/office/drawing/2014/main" id="{6595D58E-8065-1712-0C10-322D8D41DE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67438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5100" y="714150"/>
            <a:ext cx="4652400" cy="18576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4800" b="0">
                <a:latin typeface="Golos Text Medium"/>
                <a:ea typeface="Golos Text Medium"/>
                <a:cs typeface="Golos Text Medium"/>
                <a:sym typeface="Golos Text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pic>
        <p:nvPicPr>
          <p:cNvPr id="12" name="Google Shape;12;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3" name="Google Shape;13;p3"/>
          <p:cNvSpPr txBox="1">
            <a:spLocks noGrp="1"/>
          </p:cNvSpPr>
          <p:nvPr>
            <p:ph type="title"/>
          </p:nvPr>
        </p:nvSpPr>
        <p:spPr>
          <a:xfrm>
            <a:off x="715100" y="1925850"/>
            <a:ext cx="7713900" cy="1835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700" b="0">
                <a:latin typeface="Golos Text Medium"/>
                <a:ea typeface="Golos Text Medium"/>
                <a:cs typeface="Golos Text Medium"/>
                <a:sym typeface="Golos Text Medium"/>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15100" y="701850"/>
            <a:ext cx="2035200" cy="1071600"/>
          </a:xfrm>
          <a:prstGeom prst="rect">
            <a:avLst/>
          </a:prstGeom>
        </p:spPr>
        <p:txBody>
          <a:bodyPr spcFirstLastPara="1" wrap="square" lIns="91425" tIns="91425" rIns="91425" bIns="91425" anchor="t" anchorCtr="0">
            <a:noAutofit/>
          </a:bodyPr>
          <a:lstStyle>
            <a:lvl1pPr lvl="0" rtl="0">
              <a:spcBef>
                <a:spcPts val="0"/>
              </a:spcBef>
              <a:spcAft>
                <a:spcPts val="0"/>
              </a:spcAft>
              <a:buSzPts val="6000"/>
              <a:buNone/>
              <a:defRPr sz="5000" b="0">
                <a:solidFill>
                  <a:schemeClr val="accent3"/>
                </a:solidFill>
                <a:latin typeface="Golos Text Medium"/>
                <a:ea typeface="Golos Text Medium"/>
                <a:cs typeface="Golos Text Medium"/>
                <a:sym typeface="Golos Text Medium"/>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pic>
        <p:nvPicPr>
          <p:cNvPr id="16" name="Google Shape;16;p4"/>
          <p:cNvPicPr preferRelativeResize="0"/>
          <p:nvPr/>
        </p:nvPicPr>
        <p:blipFill>
          <a:blip r:embed="rId2">
            <a:alphaModFix/>
          </a:blip>
          <a:stretch>
            <a:fillRect/>
          </a:stretch>
        </p:blipFill>
        <p:spPr>
          <a:xfrm rot="10800000">
            <a:off x="0" y="0"/>
            <a:ext cx="9144000" cy="5143500"/>
          </a:xfrm>
          <a:prstGeom prst="rect">
            <a:avLst/>
          </a:prstGeom>
          <a:noFill/>
          <a:ln>
            <a:noFill/>
          </a:ln>
        </p:spPr>
      </p:pic>
      <p:sp>
        <p:nvSpPr>
          <p:cNvPr id="17" name="Google Shape;17;p4"/>
          <p:cNvSpPr txBox="1">
            <a:spLocks noGrp="1"/>
          </p:cNvSpPr>
          <p:nvPr>
            <p:ph type="title"/>
          </p:nvPr>
        </p:nvSpPr>
        <p:spPr>
          <a:xfrm>
            <a:off x="715100" y="535000"/>
            <a:ext cx="4013100" cy="707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a:endParaRPr/>
          </a:p>
        </p:txBody>
      </p:sp>
      <p:sp>
        <p:nvSpPr>
          <p:cNvPr id="18" name="Google Shape;18;p4"/>
          <p:cNvSpPr txBox="1">
            <a:spLocks noGrp="1"/>
          </p:cNvSpPr>
          <p:nvPr>
            <p:ph type="body" idx="1"/>
          </p:nvPr>
        </p:nvSpPr>
        <p:spPr>
          <a:xfrm>
            <a:off x="715100" y="1242400"/>
            <a:ext cx="4013100" cy="33660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Golos Text Medium"/>
              <a:buChar char="●"/>
              <a:defRPr>
                <a:solidFill>
                  <a:schemeClr val="dk1"/>
                </a:solidFill>
              </a:defRPr>
            </a:lvl1pPr>
            <a:lvl2pPr marL="914400" lvl="1" indent="-317500" rtl="0">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2pPr>
            <a:lvl3pPr marL="1371600" lvl="2" indent="-317500" rtl="0">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3pPr>
            <a:lvl4pPr marL="1828800" lvl="3" indent="-317500" rtl="0">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4pPr>
            <a:lvl5pPr marL="2286000" lvl="4" indent="-317500" rtl="0">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5pPr>
            <a:lvl6pPr marL="2743200" lvl="5" indent="-317500" rtl="0">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6pPr>
            <a:lvl7pPr marL="3200400" lvl="6" indent="-317500" rtl="0">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7pPr>
            <a:lvl8pPr marL="3657600" lvl="7" indent="-317500" rtl="0">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8pPr>
            <a:lvl9pPr marL="4114800" lvl="8" indent="-317500" rtl="0">
              <a:lnSpc>
                <a:spcPct val="115000"/>
              </a:lnSpc>
              <a:spcBef>
                <a:spcPts val="0"/>
              </a:spcBef>
              <a:spcAft>
                <a:spcPts val="0"/>
              </a:spcAft>
              <a:buClr>
                <a:schemeClr val="dk1"/>
              </a:buClr>
              <a:buSzPts val="1400"/>
              <a:buFont typeface="Golos Text Medium"/>
              <a:buChar char="■"/>
              <a:defRPr>
                <a:solidFill>
                  <a:schemeClr val="dk1"/>
                </a:solidFill>
                <a:latin typeface="Golos Text Medium"/>
                <a:ea typeface="Golos Text Medium"/>
                <a:cs typeface="Golos Text Medium"/>
                <a:sym typeface="Golos Text Medium"/>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pic>
        <p:nvPicPr>
          <p:cNvPr id="20" name="Google Shape;20;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1" name="Google Shape;21;p5"/>
          <p:cNvSpPr txBox="1">
            <a:spLocks noGrp="1"/>
          </p:cNvSpPr>
          <p:nvPr>
            <p:ph type="subTitle" idx="1"/>
          </p:nvPr>
        </p:nvSpPr>
        <p:spPr>
          <a:xfrm>
            <a:off x="715100" y="1767700"/>
            <a:ext cx="3856800" cy="2840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 name="Google Shape;22;p5"/>
          <p:cNvSpPr txBox="1">
            <a:spLocks noGrp="1"/>
          </p:cNvSpPr>
          <p:nvPr>
            <p:ph type="title"/>
          </p:nvPr>
        </p:nvSpPr>
        <p:spPr>
          <a:xfrm>
            <a:off x="715100" y="535000"/>
            <a:ext cx="7713900" cy="7074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a:endParaRPr/>
          </a:p>
        </p:txBody>
      </p:sp>
      <p:sp>
        <p:nvSpPr>
          <p:cNvPr id="23" name="Google Shape;23;p5"/>
          <p:cNvSpPr txBox="1">
            <a:spLocks noGrp="1"/>
          </p:cNvSpPr>
          <p:nvPr>
            <p:ph type="subTitle" idx="2"/>
          </p:nvPr>
        </p:nvSpPr>
        <p:spPr>
          <a:xfrm>
            <a:off x="715096" y="1242400"/>
            <a:ext cx="3856800" cy="5253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4" name="Google Shape;24;p5"/>
          <p:cNvSpPr txBox="1">
            <a:spLocks noGrp="1"/>
          </p:cNvSpPr>
          <p:nvPr>
            <p:ph type="subTitle" idx="3"/>
          </p:nvPr>
        </p:nvSpPr>
        <p:spPr>
          <a:xfrm>
            <a:off x="4572000" y="1767700"/>
            <a:ext cx="3856800" cy="2840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 name="Google Shape;25;p5"/>
          <p:cNvSpPr txBox="1">
            <a:spLocks noGrp="1"/>
          </p:cNvSpPr>
          <p:nvPr>
            <p:ph type="subTitle" idx="4"/>
          </p:nvPr>
        </p:nvSpPr>
        <p:spPr>
          <a:xfrm>
            <a:off x="4571996" y="1242400"/>
            <a:ext cx="3856800" cy="5253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pic>
        <p:nvPicPr>
          <p:cNvPr id="30" name="Google Shape;30;p7"/>
          <p:cNvPicPr preferRelativeResize="0"/>
          <p:nvPr/>
        </p:nvPicPr>
        <p:blipFill>
          <a:blip r:embed="rId2">
            <a:alphaModFix/>
          </a:blip>
          <a:stretch>
            <a:fillRect/>
          </a:stretch>
        </p:blipFill>
        <p:spPr>
          <a:xfrm rot="10800000">
            <a:off x="0" y="0"/>
            <a:ext cx="9144000" cy="5143500"/>
          </a:xfrm>
          <a:prstGeom prst="rect">
            <a:avLst/>
          </a:prstGeom>
          <a:noFill/>
          <a:ln>
            <a:noFill/>
          </a:ln>
        </p:spPr>
      </p:pic>
      <p:sp>
        <p:nvSpPr>
          <p:cNvPr id="31" name="Google Shape;31;p7"/>
          <p:cNvSpPr txBox="1">
            <a:spLocks noGrp="1"/>
          </p:cNvSpPr>
          <p:nvPr>
            <p:ph type="title"/>
          </p:nvPr>
        </p:nvSpPr>
        <p:spPr>
          <a:xfrm>
            <a:off x="715100" y="535000"/>
            <a:ext cx="7713900" cy="707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a:endParaRPr/>
          </a:p>
        </p:txBody>
      </p:sp>
      <p:sp>
        <p:nvSpPr>
          <p:cNvPr id="32" name="Google Shape;32;p7"/>
          <p:cNvSpPr txBox="1">
            <a:spLocks noGrp="1"/>
          </p:cNvSpPr>
          <p:nvPr>
            <p:ph type="body" idx="1"/>
          </p:nvPr>
        </p:nvSpPr>
        <p:spPr>
          <a:xfrm>
            <a:off x="715100" y="1242450"/>
            <a:ext cx="7713900" cy="33660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1pPr>
            <a:lvl2pPr marL="914400" lvl="1" indent="-317500" rtl="0">
              <a:lnSpc>
                <a:spcPct val="115000"/>
              </a:lnSpc>
              <a:spcBef>
                <a:spcPts val="10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2pPr>
            <a:lvl3pPr marL="1371600" lvl="2"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3pPr>
            <a:lvl4pPr marL="1828800" lvl="3"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4pPr>
            <a:lvl5pPr marL="2286000" lvl="4"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5pPr>
            <a:lvl6pPr marL="2743200" lvl="5"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6pPr>
            <a:lvl7pPr marL="3200400" lvl="6"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7pPr>
            <a:lvl8pPr marL="3657600" lvl="7"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8pPr>
            <a:lvl9pPr marL="4114800" lvl="8"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pic>
        <p:nvPicPr>
          <p:cNvPr id="37" name="Google Shape;37;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38" name="Google Shape;38;p9"/>
          <p:cNvSpPr txBox="1">
            <a:spLocks noGrp="1"/>
          </p:cNvSpPr>
          <p:nvPr>
            <p:ph type="title"/>
          </p:nvPr>
        </p:nvSpPr>
        <p:spPr>
          <a:xfrm>
            <a:off x="720000" y="367423"/>
            <a:ext cx="77040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9" name="Google Shape;39;p9"/>
          <p:cNvSpPr txBox="1">
            <a:spLocks noGrp="1"/>
          </p:cNvSpPr>
          <p:nvPr>
            <p:ph type="subTitle" idx="1"/>
          </p:nvPr>
        </p:nvSpPr>
        <p:spPr>
          <a:xfrm>
            <a:off x="2241550" y="1348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
        <p:cNvGrpSpPr/>
        <p:nvPr/>
      </p:nvGrpSpPr>
      <p:grpSpPr>
        <a:xfrm>
          <a:off x="0" y="0"/>
          <a:ext cx="0" cy="0"/>
          <a:chOff x="0" y="0"/>
          <a:chExt cx="0" cy="0"/>
        </a:xfrm>
      </p:grpSpPr>
      <p:pic>
        <p:nvPicPr>
          <p:cNvPr id="41" name="Google Shape;41;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42" name="Google Shape;42;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3"/>
        <p:cNvGrpSpPr/>
        <p:nvPr/>
      </p:nvGrpSpPr>
      <p:grpSpPr>
        <a:xfrm>
          <a:off x="0" y="0"/>
          <a:ext cx="0" cy="0"/>
          <a:chOff x="0" y="0"/>
          <a:chExt cx="0" cy="0"/>
        </a:xfrm>
      </p:grpSpPr>
      <p:pic>
        <p:nvPicPr>
          <p:cNvPr id="44" name="Google Shape;44;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45" name="Google Shape;45;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6" name="Google Shape;46;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48"/>
        <p:cNvGrpSpPr/>
        <p:nvPr/>
      </p:nvGrpSpPr>
      <p:grpSpPr>
        <a:xfrm>
          <a:off x="0" y="0"/>
          <a:ext cx="0" cy="0"/>
          <a:chOff x="0" y="0"/>
          <a:chExt cx="0" cy="0"/>
        </a:xfrm>
      </p:grpSpPr>
      <p:pic>
        <p:nvPicPr>
          <p:cNvPr id="49" name="Google Shape;49;p13"/>
          <p:cNvPicPr preferRelativeResize="0"/>
          <p:nvPr/>
        </p:nvPicPr>
        <p:blipFill>
          <a:blip r:embed="rId2">
            <a:alphaModFix/>
          </a:blip>
          <a:stretch>
            <a:fillRect/>
          </a:stretch>
        </p:blipFill>
        <p:spPr>
          <a:xfrm rot="10800000">
            <a:off x="0" y="0"/>
            <a:ext cx="9144000" cy="5143500"/>
          </a:xfrm>
          <a:prstGeom prst="rect">
            <a:avLst/>
          </a:prstGeom>
          <a:noFill/>
          <a:ln>
            <a:noFill/>
          </a:ln>
        </p:spPr>
      </p:pic>
      <p:sp>
        <p:nvSpPr>
          <p:cNvPr id="50" name="Google Shape;50;p13"/>
          <p:cNvSpPr txBox="1">
            <a:spLocks noGrp="1"/>
          </p:cNvSpPr>
          <p:nvPr>
            <p:ph type="title" hasCustomPrompt="1"/>
          </p:nvPr>
        </p:nvSpPr>
        <p:spPr>
          <a:xfrm>
            <a:off x="715100" y="1547208"/>
            <a:ext cx="13356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000" b="0">
                <a:solidFill>
                  <a:schemeClr val="accent3"/>
                </a:solidFill>
                <a:latin typeface="Golos Text Medium"/>
                <a:ea typeface="Golos Text Medium"/>
                <a:cs typeface="Golos Text Medium"/>
                <a:sym typeface="Golos Text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 name="Google Shape;51;p13"/>
          <p:cNvSpPr txBox="1">
            <a:spLocks noGrp="1"/>
          </p:cNvSpPr>
          <p:nvPr>
            <p:ph type="subTitle" idx="1"/>
          </p:nvPr>
        </p:nvSpPr>
        <p:spPr>
          <a:xfrm>
            <a:off x="2050814" y="1547208"/>
            <a:ext cx="63783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2" name="Google Shape;52;p13"/>
          <p:cNvSpPr txBox="1">
            <a:spLocks noGrp="1"/>
          </p:cNvSpPr>
          <p:nvPr>
            <p:ph type="title" idx="2"/>
          </p:nvPr>
        </p:nvSpPr>
        <p:spPr>
          <a:xfrm>
            <a:off x="715100" y="535000"/>
            <a:ext cx="7713900" cy="707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000"/>
              <a:buFont typeface="Golos Text"/>
              <a:buNone/>
              <a:defRPr sz="3000" b="0">
                <a:solidFill>
                  <a:schemeClr val="dk1"/>
                </a:solidFill>
                <a:latin typeface="Golos Text Medium"/>
                <a:ea typeface="Golos Text Medium"/>
                <a:cs typeface="Golos Text Medium"/>
                <a:sym typeface="Golos Text Medium"/>
              </a:defRPr>
            </a:lvl1pPr>
            <a:lvl2pPr lvl="1" rtl="0">
              <a:lnSpc>
                <a:spcPct val="115000"/>
              </a:lnSpc>
              <a:spcBef>
                <a:spcPts val="0"/>
              </a:spcBef>
              <a:spcAft>
                <a:spcPts val="0"/>
              </a:spcAft>
              <a:buClr>
                <a:schemeClr val="dk1"/>
              </a:buClr>
              <a:buSzPts val="3200"/>
              <a:buFont typeface="Golos Text"/>
              <a:buNone/>
              <a:defRPr sz="3200" b="1">
                <a:solidFill>
                  <a:schemeClr val="dk1"/>
                </a:solidFill>
                <a:latin typeface="Golos Text"/>
                <a:ea typeface="Golos Text"/>
                <a:cs typeface="Golos Text"/>
                <a:sym typeface="Golos Text"/>
              </a:defRPr>
            </a:lvl2pPr>
            <a:lvl3pPr lvl="2" rtl="0">
              <a:lnSpc>
                <a:spcPct val="115000"/>
              </a:lnSpc>
              <a:spcBef>
                <a:spcPts val="0"/>
              </a:spcBef>
              <a:spcAft>
                <a:spcPts val="0"/>
              </a:spcAft>
              <a:buClr>
                <a:schemeClr val="dk1"/>
              </a:buClr>
              <a:buSzPts val="3200"/>
              <a:buFont typeface="Golos Text"/>
              <a:buNone/>
              <a:defRPr sz="3200" b="1">
                <a:solidFill>
                  <a:schemeClr val="dk1"/>
                </a:solidFill>
                <a:latin typeface="Golos Text"/>
                <a:ea typeface="Golos Text"/>
                <a:cs typeface="Golos Text"/>
                <a:sym typeface="Golos Text"/>
              </a:defRPr>
            </a:lvl3pPr>
            <a:lvl4pPr lvl="3" rtl="0">
              <a:lnSpc>
                <a:spcPct val="115000"/>
              </a:lnSpc>
              <a:spcBef>
                <a:spcPts val="0"/>
              </a:spcBef>
              <a:spcAft>
                <a:spcPts val="0"/>
              </a:spcAft>
              <a:buClr>
                <a:schemeClr val="dk1"/>
              </a:buClr>
              <a:buSzPts val="3200"/>
              <a:buFont typeface="Golos Text"/>
              <a:buNone/>
              <a:defRPr sz="3200" b="1">
                <a:solidFill>
                  <a:schemeClr val="dk1"/>
                </a:solidFill>
                <a:latin typeface="Golos Text"/>
                <a:ea typeface="Golos Text"/>
                <a:cs typeface="Golos Text"/>
                <a:sym typeface="Golos Text"/>
              </a:defRPr>
            </a:lvl4pPr>
            <a:lvl5pPr lvl="4" rtl="0">
              <a:lnSpc>
                <a:spcPct val="115000"/>
              </a:lnSpc>
              <a:spcBef>
                <a:spcPts val="0"/>
              </a:spcBef>
              <a:spcAft>
                <a:spcPts val="0"/>
              </a:spcAft>
              <a:buClr>
                <a:schemeClr val="dk1"/>
              </a:buClr>
              <a:buSzPts val="3200"/>
              <a:buFont typeface="Golos Text"/>
              <a:buNone/>
              <a:defRPr sz="3200" b="1">
                <a:solidFill>
                  <a:schemeClr val="dk1"/>
                </a:solidFill>
                <a:latin typeface="Golos Text"/>
                <a:ea typeface="Golos Text"/>
                <a:cs typeface="Golos Text"/>
                <a:sym typeface="Golos Text"/>
              </a:defRPr>
            </a:lvl5pPr>
            <a:lvl6pPr lvl="5" rtl="0">
              <a:lnSpc>
                <a:spcPct val="115000"/>
              </a:lnSpc>
              <a:spcBef>
                <a:spcPts val="0"/>
              </a:spcBef>
              <a:spcAft>
                <a:spcPts val="0"/>
              </a:spcAft>
              <a:buClr>
                <a:schemeClr val="dk1"/>
              </a:buClr>
              <a:buSzPts val="3200"/>
              <a:buFont typeface="Golos Text"/>
              <a:buNone/>
              <a:defRPr sz="3200" b="1">
                <a:solidFill>
                  <a:schemeClr val="dk1"/>
                </a:solidFill>
                <a:latin typeface="Golos Text"/>
                <a:ea typeface="Golos Text"/>
                <a:cs typeface="Golos Text"/>
                <a:sym typeface="Golos Text"/>
              </a:defRPr>
            </a:lvl6pPr>
            <a:lvl7pPr lvl="6" rtl="0">
              <a:lnSpc>
                <a:spcPct val="115000"/>
              </a:lnSpc>
              <a:spcBef>
                <a:spcPts val="0"/>
              </a:spcBef>
              <a:spcAft>
                <a:spcPts val="0"/>
              </a:spcAft>
              <a:buClr>
                <a:schemeClr val="dk1"/>
              </a:buClr>
              <a:buSzPts val="3200"/>
              <a:buFont typeface="Golos Text"/>
              <a:buNone/>
              <a:defRPr sz="3200" b="1">
                <a:solidFill>
                  <a:schemeClr val="dk1"/>
                </a:solidFill>
                <a:latin typeface="Golos Text"/>
                <a:ea typeface="Golos Text"/>
                <a:cs typeface="Golos Text"/>
                <a:sym typeface="Golos Text"/>
              </a:defRPr>
            </a:lvl7pPr>
            <a:lvl8pPr lvl="7" rtl="0">
              <a:lnSpc>
                <a:spcPct val="115000"/>
              </a:lnSpc>
              <a:spcBef>
                <a:spcPts val="0"/>
              </a:spcBef>
              <a:spcAft>
                <a:spcPts val="0"/>
              </a:spcAft>
              <a:buClr>
                <a:schemeClr val="dk1"/>
              </a:buClr>
              <a:buSzPts val="3200"/>
              <a:buFont typeface="Golos Text"/>
              <a:buNone/>
              <a:defRPr sz="3200" b="1">
                <a:solidFill>
                  <a:schemeClr val="dk1"/>
                </a:solidFill>
                <a:latin typeface="Golos Text"/>
                <a:ea typeface="Golos Text"/>
                <a:cs typeface="Golos Text"/>
                <a:sym typeface="Golos Text"/>
              </a:defRPr>
            </a:lvl8pPr>
            <a:lvl9pPr lvl="8" rtl="0">
              <a:lnSpc>
                <a:spcPct val="115000"/>
              </a:lnSpc>
              <a:spcBef>
                <a:spcPts val="0"/>
              </a:spcBef>
              <a:spcAft>
                <a:spcPts val="0"/>
              </a:spcAft>
              <a:buClr>
                <a:schemeClr val="dk1"/>
              </a:buClr>
              <a:buSzPts val="3200"/>
              <a:buFont typeface="Golos Text"/>
              <a:buNone/>
              <a:defRPr sz="3200" b="1">
                <a:solidFill>
                  <a:schemeClr val="dk1"/>
                </a:solidFill>
                <a:latin typeface="Golos Text"/>
                <a:ea typeface="Golos Text"/>
                <a:cs typeface="Golos Text"/>
                <a:sym typeface="Golos Text"/>
              </a:defRPr>
            </a:lvl9pPr>
          </a:lstStyle>
          <a:p>
            <a:endParaRPr/>
          </a:p>
        </p:txBody>
      </p:sp>
      <p:sp>
        <p:nvSpPr>
          <p:cNvPr id="53" name="Google Shape;53;p13"/>
          <p:cNvSpPr txBox="1">
            <a:spLocks noGrp="1"/>
          </p:cNvSpPr>
          <p:nvPr>
            <p:ph type="title" idx="3" hasCustomPrompt="1"/>
          </p:nvPr>
        </p:nvSpPr>
        <p:spPr>
          <a:xfrm>
            <a:off x="715100" y="2224908"/>
            <a:ext cx="13356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000" b="0">
                <a:solidFill>
                  <a:schemeClr val="accent3"/>
                </a:solidFill>
                <a:latin typeface="Golos Text Medium"/>
                <a:ea typeface="Golos Text Medium"/>
                <a:cs typeface="Golos Text Medium"/>
                <a:sym typeface="Golos Text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subTitle" idx="4"/>
          </p:nvPr>
        </p:nvSpPr>
        <p:spPr>
          <a:xfrm>
            <a:off x="2050814" y="2224908"/>
            <a:ext cx="63783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5" name="Google Shape;55;p13"/>
          <p:cNvSpPr txBox="1">
            <a:spLocks noGrp="1"/>
          </p:cNvSpPr>
          <p:nvPr>
            <p:ph type="title" idx="5" hasCustomPrompt="1"/>
          </p:nvPr>
        </p:nvSpPr>
        <p:spPr>
          <a:xfrm>
            <a:off x="715100" y="2902608"/>
            <a:ext cx="13356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000" b="0">
                <a:solidFill>
                  <a:schemeClr val="accent3"/>
                </a:solidFill>
                <a:latin typeface="Golos Text Medium"/>
                <a:ea typeface="Golos Text Medium"/>
                <a:cs typeface="Golos Text Medium"/>
                <a:sym typeface="Golos Text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subTitle" idx="6"/>
          </p:nvPr>
        </p:nvSpPr>
        <p:spPr>
          <a:xfrm>
            <a:off x="2050814" y="2902608"/>
            <a:ext cx="63783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7" name="Google Shape;57;p13"/>
          <p:cNvSpPr txBox="1">
            <a:spLocks noGrp="1"/>
          </p:cNvSpPr>
          <p:nvPr>
            <p:ph type="title" idx="7" hasCustomPrompt="1"/>
          </p:nvPr>
        </p:nvSpPr>
        <p:spPr>
          <a:xfrm>
            <a:off x="715100" y="3580308"/>
            <a:ext cx="13356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000" b="0">
                <a:solidFill>
                  <a:schemeClr val="accent3"/>
                </a:solidFill>
                <a:latin typeface="Golos Text Medium"/>
                <a:ea typeface="Golos Text Medium"/>
                <a:cs typeface="Golos Text Medium"/>
                <a:sym typeface="Golos Text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subTitle" idx="8"/>
          </p:nvPr>
        </p:nvSpPr>
        <p:spPr>
          <a:xfrm>
            <a:off x="2050814" y="3580308"/>
            <a:ext cx="63783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Bebas Neue"/>
              <a:buNone/>
              <a:defRPr sz="2000">
                <a:solidFill>
                  <a:schemeClr val="dk1"/>
                </a:solidFill>
                <a:latin typeface="Golos Text Medium"/>
                <a:ea typeface="Golos Text Medium"/>
                <a:cs typeface="Golos Text Medium"/>
                <a:sym typeface="Golos Text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59"/>
        <p:cNvGrpSpPr/>
        <p:nvPr/>
      </p:nvGrpSpPr>
      <p:grpSpPr>
        <a:xfrm>
          <a:off x="0" y="0"/>
          <a:ext cx="0" cy="0"/>
          <a:chOff x="0" y="0"/>
          <a:chExt cx="0" cy="0"/>
        </a:xfrm>
      </p:grpSpPr>
      <p:pic>
        <p:nvPicPr>
          <p:cNvPr id="60" name="Google Shape;60;p14"/>
          <p:cNvPicPr preferRelativeResize="0"/>
          <p:nvPr/>
        </p:nvPicPr>
        <p:blipFill>
          <a:blip r:embed="rId2">
            <a:alphaModFix/>
          </a:blip>
          <a:stretch>
            <a:fillRect/>
          </a:stretch>
        </p:blipFill>
        <p:spPr>
          <a:xfrm rot="10800000">
            <a:off x="0" y="0"/>
            <a:ext cx="9144000" cy="5143500"/>
          </a:xfrm>
          <a:prstGeom prst="rect">
            <a:avLst/>
          </a:prstGeom>
          <a:noFill/>
          <a:ln>
            <a:noFill/>
          </a:ln>
        </p:spPr>
      </p:pic>
      <p:sp>
        <p:nvSpPr>
          <p:cNvPr id="61" name="Google Shape;61;p14"/>
          <p:cNvSpPr txBox="1">
            <a:spLocks noGrp="1"/>
          </p:cNvSpPr>
          <p:nvPr>
            <p:ph type="title"/>
          </p:nvPr>
        </p:nvSpPr>
        <p:spPr>
          <a:xfrm>
            <a:off x="715100" y="535000"/>
            <a:ext cx="7713900" cy="707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a:endParaRPr/>
          </a:p>
        </p:txBody>
      </p:sp>
      <p:sp>
        <p:nvSpPr>
          <p:cNvPr id="62" name="Google Shape;62;p14"/>
          <p:cNvSpPr txBox="1">
            <a:spLocks noGrp="1"/>
          </p:cNvSpPr>
          <p:nvPr>
            <p:ph type="body" idx="1"/>
          </p:nvPr>
        </p:nvSpPr>
        <p:spPr>
          <a:xfrm>
            <a:off x="715100" y="1242450"/>
            <a:ext cx="7713900" cy="33660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1pPr>
            <a:lvl2pPr marL="914400" lvl="1" indent="-317500" rtl="0">
              <a:lnSpc>
                <a:spcPct val="115000"/>
              </a:lnSpc>
              <a:spcBef>
                <a:spcPts val="100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2pPr>
            <a:lvl3pPr marL="1371600" lvl="2"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3pPr>
            <a:lvl4pPr marL="1828800" lvl="3"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4pPr>
            <a:lvl5pPr marL="2286000" lvl="4"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5pPr>
            <a:lvl6pPr marL="2743200" lvl="5"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6pPr>
            <a:lvl7pPr marL="3200400" lvl="6"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7pPr>
            <a:lvl8pPr marL="3657600" lvl="7"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8pPr>
            <a:lvl9pPr marL="4114800" lvl="8" indent="-317500" rtl="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68"/>
        <p:cNvGrpSpPr/>
        <p:nvPr/>
      </p:nvGrpSpPr>
      <p:grpSpPr>
        <a:xfrm>
          <a:off x="0" y="0"/>
          <a:ext cx="0" cy="0"/>
          <a:chOff x="0" y="0"/>
          <a:chExt cx="0" cy="0"/>
        </a:xfrm>
      </p:grpSpPr>
      <p:pic>
        <p:nvPicPr>
          <p:cNvPr id="69" name="Google Shape;69;p16"/>
          <p:cNvPicPr preferRelativeResize="0"/>
          <p:nvPr/>
        </p:nvPicPr>
        <p:blipFill>
          <a:blip r:embed="rId2">
            <a:alphaModFix amt="67000"/>
          </a:blip>
          <a:stretch>
            <a:fillRect/>
          </a:stretch>
        </p:blipFill>
        <p:spPr>
          <a:xfrm flipH="1">
            <a:off x="0" y="0"/>
            <a:ext cx="9144000" cy="51435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70"/>
        <p:cNvGrpSpPr/>
        <p:nvPr/>
      </p:nvGrpSpPr>
      <p:grpSpPr>
        <a:xfrm>
          <a:off x="0" y="0"/>
          <a:ext cx="0" cy="0"/>
          <a:chOff x="0" y="0"/>
          <a:chExt cx="0" cy="0"/>
        </a:xfrm>
      </p:grpSpPr>
      <p:pic>
        <p:nvPicPr>
          <p:cNvPr id="71" name="Google Shape;71;p17"/>
          <p:cNvPicPr preferRelativeResize="0"/>
          <p:nvPr/>
        </p:nvPicPr>
        <p:blipFill>
          <a:blip r:embed="rId2">
            <a:alphaModFix amt="29000"/>
          </a:blip>
          <a:stretch>
            <a:fillRect/>
          </a:stretch>
        </p:blipFill>
        <p:spPr>
          <a:xfrm flipH="1">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7074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000"/>
              <a:buFont typeface="Golos Text Medium"/>
              <a:buNone/>
              <a:defRPr sz="3000">
                <a:solidFill>
                  <a:schemeClr val="dk1"/>
                </a:solidFill>
                <a:latin typeface="Golos Text Medium"/>
                <a:ea typeface="Golos Text Medium"/>
                <a:cs typeface="Golos Text Medium"/>
                <a:sym typeface="Golos Text Medium"/>
              </a:defRPr>
            </a:lvl1pPr>
            <a:lvl2pPr lvl="1"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2pPr>
            <a:lvl3pPr lvl="2"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3pPr>
            <a:lvl4pPr lvl="3"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4pPr>
            <a:lvl5pPr lvl="4"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5pPr>
            <a:lvl6pPr lvl="5"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6pPr>
            <a:lvl7pPr lvl="6"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7pPr>
            <a:lvl8pPr lvl="7"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8pPr>
            <a:lvl9pPr lvl="8" rtl="0">
              <a:lnSpc>
                <a:spcPct val="115000"/>
              </a:lnSpc>
              <a:spcBef>
                <a:spcPts val="0"/>
              </a:spcBef>
              <a:spcAft>
                <a:spcPts val="0"/>
              </a:spcAft>
              <a:buClr>
                <a:schemeClr val="dk1"/>
              </a:buClr>
              <a:buSzPts val="3200"/>
              <a:buFont typeface="Golos Text Medium"/>
              <a:buNone/>
              <a:defRPr sz="3200">
                <a:solidFill>
                  <a:schemeClr val="dk1"/>
                </a:solidFill>
                <a:latin typeface="Golos Text Medium"/>
                <a:ea typeface="Golos Text Medium"/>
                <a:cs typeface="Golos Text Medium"/>
                <a:sym typeface="Golos Text Medium"/>
              </a:defRPr>
            </a:lvl9pPr>
          </a:lstStyle>
          <a:p>
            <a:endParaRPr/>
          </a:p>
        </p:txBody>
      </p:sp>
      <p:sp>
        <p:nvSpPr>
          <p:cNvPr id="7" name="Google Shape;7;p1"/>
          <p:cNvSpPr txBox="1">
            <a:spLocks noGrp="1"/>
          </p:cNvSpPr>
          <p:nvPr>
            <p:ph type="body" idx="1"/>
          </p:nvPr>
        </p:nvSpPr>
        <p:spPr>
          <a:xfrm>
            <a:off x="715100" y="1242450"/>
            <a:ext cx="7713900" cy="3366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1pPr>
            <a:lvl2pPr marL="914400" lvl="1"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2pPr>
            <a:lvl3pPr marL="1371600" lvl="2"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3pPr>
            <a:lvl4pPr marL="1828800" lvl="3"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4pPr>
            <a:lvl5pPr marL="2286000" lvl="4"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5pPr>
            <a:lvl6pPr marL="2743200" lvl="5"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6pPr>
            <a:lvl7pPr marL="3200400" lvl="6"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7pPr>
            <a:lvl8pPr marL="3657600" lvl="7"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8pPr>
            <a:lvl9pPr marL="4114800" lvl="8"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5" r:id="rId6"/>
    <p:sldLayoutId id="2147483656" r:id="rId7"/>
    <p:sldLayoutId id="2147483657" r:id="rId8"/>
    <p:sldLayoutId id="2147483658" r:id="rId9"/>
    <p:sldLayoutId id="2147483659" r:id="rId10"/>
    <p:sldLayoutId id="2147483660" r:id="rId11"/>
    <p:sldLayoutId id="2147483662" r:id="rId12"/>
    <p:sldLayoutId id="2147483663"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6.jpg"/><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21"/>
          <p:cNvSpPr txBox="1">
            <a:spLocks noGrp="1"/>
          </p:cNvSpPr>
          <p:nvPr>
            <p:ph type="ctrTitle"/>
          </p:nvPr>
        </p:nvSpPr>
        <p:spPr>
          <a:xfrm>
            <a:off x="715100" y="1171350"/>
            <a:ext cx="4652400" cy="185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AI Peer Review </a:t>
            </a:r>
            <a:r>
              <a:rPr lang="en-US" dirty="0">
                <a:solidFill>
                  <a:schemeClr val="tx1"/>
                </a:solidFill>
              </a:rPr>
              <a:t>Assistant</a:t>
            </a:r>
            <a:endParaRPr dirty="0">
              <a:solidFill>
                <a:schemeClr val="tx1"/>
              </a:solidFill>
            </a:endParaRPr>
          </a:p>
        </p:txBody>
      </p:sp>
      <p:grpSp>
        <p:nvGrpSpPr>
          <p:cNvPr id="84" name="Google Shape;84;p21"/>
          <p:cNvGrpSpPr/>
          <p:nvPr/>
        </p:nvGrpSpPr>
        <p:grpSpPr>
          <a:xfrm>
            <a:off x="6507498" y="2917498"/>
            <a:ext cx="3524464" cy="4496740"/>
            <a:chOff x="6483100" y="2237750"/>
            <a:chExt cx="898250" cy="1146075"/>
          </a:xfrm>
        </p:grpSpPr>
        <p:sp>
          <p:nvSpPr>
            <p:cNvPr id="85" name="Google Shape;85;p21"/>
            <p:cNvSpPr/>
            <p:nvPr/>
          </p:nvSpPr>
          <p:spPr>
            <a:xfrm>
              <a:off x="6679525" y="3352075"/>
              <a:ext cx="329550" cy="31750"/>
            </a:xfrm>
            <a:custGeom>
              <a:avLst/>
              <a:gdLst/>
              <a:ahLst/>
              <a:cxnLst/>
              <a:rect l="l" t="t" r="r" b="b"/>
              <a:pathLst>
                <a:path w="13182" h="1270" extrusionOk="0">
                  <a:moveTo>
                    <a:pt x="19" y="1"/>
                  </a:moveTo>
                  <a:cubicBezTo>
                    <a:pt x="7" y="169"/>
                    <a:pt x="1" y="338"/>
                    <a:pt x="1" y="510"/>
                  </a:cubicBezTo>
                  <a:cubicBezTo>
                    <a:pt x="1" y="929"/>
                    <a:pt x="2951" y="1270"/>
                    <a:pt x="6591" y="1270"/>
                  </a:cubicBezTo>
                  <a:cubicBezTo>
                    <a:pt x="10231" y="1270"/>
                    <a:pt x="13182" y="929"/>
                    <a:pt x="13182" y="510"/>
                  </a:cubicBezTo>
                  <a:cubicBezTo>
                    <a:pt x="13182" y="338"/>
                    <a:pt x="13176" y="169"/>
                    <a:pt x="13164" y="1"/>
                  </a:cubicBezTo>
                  <a:cubicBezTo>
                    <a:pt x="12918" y="394"/>
                    <a:pt x="10070" y="705"/>
                    <a:pt x="6591" y="705"/>
                  </a:cubicBezTo>
                  <a:cubicBezTo>
                    <a:pt x="3113" y="705"/>
                    <a:pt x="264" y="394"/>
                    <a:pt x="19"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1"/>
            <p:cNvSpPr/>
            <p:nvPr/>
          </p:nvSpPr>
          <p:spPr>
            <a:xfrm>
              <a:off x="6679975" y="3199775"/>
              <a:ext cx="328650" cy="169925"/>
            </a:xfrm>
            <a:custGeom>
              <a:avLst/>
              <a:gdLst/>
              <a:ahLst/>
              <a:cxnLst/>
              <a:rect l="l" t="t" r="r" b="b"/>
              <a:pathLst>
                <a:path w="13146" h="6797" extrusionOk="0">
                  <a:moveTo>
                    <a:pt x="2443" y="0"/>
                  </a:moveTo>
                  <a:cubicBezTo>
                    <a:pt x="2443" y="0"/>
                    <a:pt x="858" y="2032"/>
                    <a:pt x="233" y="4614"/>
                  </a:cubicBezTo>
                  <a:cubicBezTo>
                    <a:pt x="210" y="4711"/>
                    <a:pt x="187" y="4808"/>
                    <a:pt x="167" y="4907"/>
                  </a:cubicBezTo>
                  <a:cubicBezTo>
                    <a:pt x="86" y="5293"/>
                    <a:pt x="28" y="5690"/>
                    <a:pt x="1" y="6093"/>
                  </a:cubicBezTo>
                  <a:cubicBezTo>
                    <a:pt x="246" y="6486"/>
                    <a:pt x="3095" y="6797"/>
                    <a:pt x="6573" y="6797"/>
                  </a:cubicBezTo>
                  <a:cubicBezTo>
                    <a:pt x="10051" y="6797"/>
                    <a:pt x="12900" y="6486"/>
                    <a:pt x="13146" y="6093"/>
                  </a:cubicBezTo>
                  <a:cubicBezTo>
                    <a:pt x="13062" y="4854"/>
                    <a:pt x="12685" y="3672"/>
                    <a:pt x="12252" y="2685"/>
                  </a:cubicBezTo>
                  <a:cubicBezTo>
                    <a:pt x="12211" y="2592"/>
                    <a:pt x="12170" y="2500"/>
                    <a:pt x="12128" y="2410"/>
                  </a:cubicBezTo>
                  <a:cubicBezTo>
                    <a:pt x="11457" y="965"/>
                    <a:pt x="10704" y="0"/>
                    <a:pt x="10704" y="0"/>
                  </a:cubicBezTo>
                  <a:close/>
                </a:path>
              </a:pathLst>
            </a:custGeom>
            <a:solidFill>
              <a:srgbClr val="ADBA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1"/>
            <p:cNvSpPr/>
            <p:nvPr/>
          </p:nvSpPr>
          <p:spPr>
            <a:xfrm>
              <a:off x="6483100" y="2567000"/>
              <a:ext cx="714325" cy="702200"/>
            </a:xfrm>
            <a:custGeom>
              <a:avLst/>
              <a:gdLst/>
              <a:ahLst/>
              <a:cxnLst/>
              <a:rect l="l" t="t" r="r" b="b"/>
              <a:pathLst>
                <a:path w="28573" h="28088" extrusionOk="0">
                  <a:moveTo>
                    <a:pt x="3582" y="1"/>
                  </a:moveTo>
                  <a:lnTo>
                    <a:pt x="2817" y="4237"/>
                  </a:lnTo>
                  <a:lnTo>
                    <a:pt x="1190" y="13248"/>
                  </a:lnTo>
                  <a:cubicBezTo>
                    <a:pt x="1" y="19834"/>
                    <a:pt x="4181" y="26148"/>
                    <a:pt x="10616" y="27691"/>
                  </a:cubicBezTo>
                  <a:cubicBezTo>
                    <a:pt x="10825" y="27741"/>
                    <a:pt x="11036" y="27785"/>
                    <a:pt x="11248" y="27826"/>
                  </a:cubicBezTo>
                  <a:cubicBezTo>
                    <a:pt x="11317" y="27838"/>
                    <a:pt x="11385" y="27850"/>
                    <a:pt x="11455" y="27862"/>
                  </a:cubicBezTo>
                  <a:cubicBezTo>
                    <a:pt x="11525" y="27874"/>
                    <a:pt x="11593" y="27888"/>
                    <a:pt x="11663" y="27900"/>
                  </a:cubicBezTo>
                  <a:cubicBezTo>
                    <a:pt x="12391" y="28026"/>
                    <a:pt x="13115" y="28088"/>
                    <a:pt x="13830" y="28088"/>
                  </a:cubicBezTo>
                  <a:cubicBezTo>
                    <a:pt x="14872" y="28088"/>
                    <a:pt x="15893" y="27958"/>
                    <a:pt x="16875" y="27711"/>
                  </a:cubicBezTo>
                  <a:cubicBezTo>
                    <a:pt x="16972" y="27688"/>
                    <a:pt x="17070" y="27662"/>
                    <a:pt x="17167" y="27635"/>
                  </a:cubicBezTo>
                  <a:cubicBezTo>
                    <a:pt x="21672" y="26387"/>
                    <a:pt x="25295" y="22665"/>
                    <a:pt x="26181" y="17761"/>
                  </a:cubicBezTo>
                  <a:lnTo>
                    <a:pt x="28573" y="4513"/>
                  </a:lnTo>
                  <a:lnTo>
                    <a:pt x="3582" y="1"/>
                  </a:ln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1"/>
            <p:cNvSpPr/>
            <p:nvPr/>
          </p:nvSpPr>
          <p:spPr>
            <a:xfrm>
              <a:off x="6567225" y="2545200"/>
              <a:ext cx="635575" cy="156400"/>
            </a:xfrm>
            <a:custGeom>
              <a:avLst/>
              <a:gdLst/>
              <a:ahLst/>
              <a:cxnLst/>
              <a:rect l="l" t="t" r="r" b="b"/>
              <a:pathLst>
                <a:path w="25423" h="6256" extrusionOk="0">
                  <a:moveTo>
                    <a:pt x="3970" y="1"/>
                  </a:moveTo>
                  <a:cubicBezTo>
                    <a:pt x="1742" y="1"/>
                    <a:pt x="321" y="290"/>
                    <a:pt x="217" y="873"/>
                  </a:cubicBezTo>
                  <a:cubicBezTo>
                    <a:pt x="0" y="2069"/>
                    <a:pt x="5420" y="4049"/>
                    <a:pt x="12321" y="5294"/>
                  </a:cubicBezTo>
                  <a:cubicBezTo>
                    <a:pt x="15862" y="5934"/>
                    <a:pt x="19106" y="6256"/>
                    <a:pt x="21454" y="6256"/>
                  </a:cubicBezTo>
                  <a:cubicBezTo>
                    <a:pt x="23681" y="6256"/>
                    <a:pt x="25102" y="5966"/>
                    <a:pt x="25208" y="5383"/>
                  </a:cubicBezTo>
                  <a:lnTo>
                    <a:pt x="25208" y="5385"/>
                  </a:lnTo>
                  <a:cubicBezTo>
                    <a:pt x="25423" y="4187"/>
                    <a:pt x="20005" y="2207"/>
                    <a:pt x="13102" y="962"/>
                  </a:cubicBezTo>
                  <a:cubicBezTo>
                    <a:pt x="9561" y="322"/>
                    <a:pt x="6317" y="1"/>
                    <a:pt x="3970" y="1"/>
                  </a:cubicBezTo>
                  <a:close/>
                </a:path>
              </a:pathLst>
            </a:custGeom>
            <a:solidFill>
              <a:srgbClr val="F2F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1"/>
            <p:cNvSpPr/>
            <p:nvPr/>
          </p:nvSpPr>
          <p:spPr>
            <a:xfrm>
              <a:off x="6581275" y="2554550"/>
              <a:ext cx="607525" cy="137700"/>
            </a:xfrm>
            <a:custGeom>
              <a:avLst/>
              <a:gdLst/>
              <a:ahLst/>
              <a:cxnLst/>
              <a:rect l="l" t="t" r="r" b="b"/>
              <a:pathLst>
                <a:path w="24301" h="5508" extrusionOk="0">
                  <a:moveTo>
                    <a:pt x="3410" y="0"/>
                  </a:moveTo>
                  <a:cubicBezTo>
                    <a:pt x="682" y="0"/>
                    <a:pt x="44" y="446"/>
                    <a:pt x="21" y="565"/>
                  </a:cubicBezTo>
                  <a:cubicBezTo>
                    <a:pt x="0" y="690"/>
                    <a:pt x="468" y="1354"/>
                    <a:pt x="3166" y="2341"/>
                  </a:cubicBezTo>
                  <a:cubicBezTo>
                    <a:pt x="5432" y="3169"/>
                    <a:pt x="8508" y="3955"/>
                    <a:pt x="11825" y="4554"/>
                  </a:cubicBezTo>
                  <a:cubicBezTo>
                    <a:pt x="15238" y="5169"/>
                    <a:pt x="18458" y="5508"/>
                    <a:pt x="20892" y="5508"/>
                  </a:cubicBezTo>
                  <a:cubicBezTo>
                    <a:pt x="23619" y="5508"/>
                    <a:pt x="24257" y="5062"/>
                    <a:pt x="24278" y="4943"/>
                  </a:cubicBezTo>
                  <a:cubicBezTo>
                    <a:pt x="24301" y="4820"/>
                    <a:pt x="23832" y="4154"/>
                    <a:pt x="21135" y="3168"/>
                  </a:cubicBezTo>
                  <a:cubicBezTo>
                    <a:pt x="18867" y="2339"/>
                    <a:pt x="15792" y="1554"/>
                    <a:pt x="12475" y="955"/>
                  </a:cubicBezTo>
                  <a:cubicBezTo>
                    <a:pt x="9064" y="340"/>
                    <a:pt x="5844" y="0"/>
                    <a:pt x="3410"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1"/>
            <p:cNvSpPr/>
            <p:nvPr/>
          </p:nvSpPr>
          <p:spPr>
            <a:xfrm>
              <a:off x="6576975" y="2495475"/>
              <a:ext cx="634125" cy="151975"/>
            </a:xfrm>
            <a:custGeom>
              <a:avLst/>
              <a:gdLst/>
              <a:ahLst/>
              <a:cxnLst/>
              <a:rect l="l" t="t" r="r" b="b"/>
              <a:pathLst>
                <a:path w="25365" h="6079" extrusionOk="0">
                  <a:moveTo>
                    <a:pt x="343" y="0"/>
                  </a:moveTo>
                  <a:cubicBezTo>
                    <a:pt x="336" y="46"/>
                    <a:pt x="327" y="91"/>
                    <a:pt x="319" y="137"/>
                  </a:cubicBezTo>
                  <a:lnTo>
                    <a:pt x="217" y="696"/>
                  </a:lnTo>
                  <a:cubicBezTo>
                    <a:pt x="1" y="1892"/>
                    <a:pt x="5420" y="3872"/>
                    <a:pt x="12322" y="5117"/>
                  </a:cubicBezTo>
                  <a:cubicBezTo>
                    <a:pt x="15864" y="5756"/>
                    <a:pt x="19108" y="6078"/>
                    <a:pt x="21457" y="6078"/>
                  </a:cubicBezTo>
                  <a:cubicBezTo>
                    <a:pt x="23683" y="6078"/>
                    <a:pt x="25103" y="5789"/>
                    <a:pt x="25209" y="5206"/>
                  </a:cubicBezTo>
                  <a:lnTo>
                    <a:pt x="25309" y="4648"/>
                  </a:lnTo>
                  <a:cubicBezTo>
                    <a:pt x="25330" y="4535"/>
                    <a:pt x="25348" y="4425"/>
                    <a:pt x="25365" y="4313"/>
                  </a:cubicBezTo>
                  <a:lnTo>
                    <a:pt x="25365" y="4313"/>
                  </a:lnTo>
                  <a:cubicBezTo>
                    <a:pt x="24905" y="4717"/>
                    <a:pt x="23593" y="4918"/>
                    <a:pt x="21721" y="4918"/>
                  </a:cubicBezTo>
                  <a:cubicBezTo>
                    <a:pt x="19331" y="4918"/>
                    <a:pt x="16029" y="4590"/>
                    <a:pt x="12425" y="3939"/>
                  </a:cubicBezTo>
                  <a:cubicBezTo>
                    <a:pt x="6394" y="2851"/>
                    <a:pt x="1476" y="1212"/>
                    <a:pt x="343" y="0"/>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1"/>
            <p:cNvSpPr/>
            <p:nvPr/>
          </p:nvSpPr>
          <p:spPr>
            <a:xfrm>
              <a:off x="6585550" y="2237750"/>
              <a:ext cx="638350" cy="380675"/>
            </a:xfrm>
            <a:custGeom>
              <a:avLst/>
              <a:gdLst/>
              <a:ahLst/>
              <a:cxnLst/>
              <a:rect l="l" t="t" r="r" b="b"/>
              <a:pathLst>
                <a:path w="25534" h="15227" extrusionOk="0">
                  <a:moveTo>
                    <a:pt x="12456" y="1"/>
                  </a:moveTo>
                  <a:cubicBezTo>
                    <a:pt x="6476" y="1"/>
                    <a:pt x="1163" y="4243"/>
                    <a:pt x="0" y="10308"/>
                  </a:cubicBezTo>
                  <a:cubicBezTo>
                    <a:pt x="1133" y="11521"/>
                    <a:pt x="6051" y="13160"/>
                    <a:pt x="12082" y="14248"/>
                  </a:cubicBezTo>
                  <a:cubicBezTo>
                    <a:pt x="15686" y="14899"/>
                    <a:pt x="18988" y="15227"/>
                    <a:pt x="21378" y="15227"/>
                  </a:cubicBezTo>
                  <a:cubicBezTo>
                    <a:pt x="23250" y="15227"/>
                    <a:pt x="24562" y="15026"/>
                    <a:pt x="25022" y="14622"/>
                  </a:cubicBezTo>
                  <a:cubicBezTo>
                    <a:pt x="25534" y="11288"/>
                    <a:pt x="24694" y="8042"/>
                    <a:pt x="22901" y="5461"/>
                  </a:cubicBezTo>
                  <a:cubicBezTo>
                    <a:pt x="21047" y="2790"/>
                    <a:pt x="18177" y="827"/>
                    <a:pt x="14726" y="205"/>
                  </a:cubicBezTo>
                  <a:cubicBezTo>
                    <a:pt x="13964" y="67"/>
                    <a:pt x="13205" y="1"/>
                    <a:pt x="12456" y="1"/>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1"/>
            <p:cNvSpPr/>
            <p:nvPr/>
          </p:nvSpPr>
          <p:spPr>
            <a:xfrm>
              <a:off x="6487875" y="2662925"/>
              <a:ext cx="290925" cy="574125"/>
            </a:xfrm>
            <a:custGeom>
              <a:avLst/>
              <a:gdLst/>
              <a:ahLst/>
              <a:cxnLst/>
              <a:rect l="l" t="t" r="r" b="b"/>
              <a:pathLst>
                <a:path w="11637" h="22965" extrusionOk="0">
                  <a:moveTo>
                    <a:pt x="4908" y="0"/>
                  </a:moveTo>
                  <a:cubicBezTo>
                    <a:pt x="4510" y="0"/>
                    <a:pt x="4104" y="40"/>
                    <a:pt x="3694" y="122"/>
                  </a:cubicBezTo>
                  <a:cubicBezTo>
                    <a:pt x="3056" y="249"/>
                    <a:pt x="2561" y="753"/>
                    <a:pt x="2445" y="1392"/>
                  </a:cubicBezTo>
                  <a:lnTo>
                    <a:pt x="2252" y="2468"/>
                  </a:lnTo>
                  <a:lnTo>
                    <a:pt x="2180" y="2859"/>
                  </a:lnTo>
                  <a:lnTo>
                    <a:pt x="999" y="9411"/>
                  </a:lnTo>
                  <a:cubicBezTo>
                    <a:pt x="1" y="14942"/>
                    <a:pt x="2788" y="20278"/>
                    <a:pt x="7515" y="22762"/>
                  </a:cubicBezTo>
                  <a:cubicBezTo>
                    <a:pt x="7781" y="22901"/>
                    <a:pt x="8058" y="22965"/>
                    <a:pt x="8326" y="22965"/>
                  </a:cubicBezTo>
                  <a:cubicBezTo>
                    <a:pt x="8412" y="22965"/>
                    <a:pt x="8498" y="22958"/>
                    <a:pt x="8582" y="22945"/>
                  </a:cubicBezTo>
                  <a:cubicBezTo>
                    <a:pt x="9466" y="22810"/>
                    <a:pt x="10195" y="21992"/>
                    <a:pt x="10071" y="20982"/>
                  </a:cubicBezTo>
                  <a:cubicBezTo>
                    <a:pt x="10068" y="20972"/>
                    <a:pt x="10068" y="20961"/>
                    <a:pt x="10066" y="20950"/>
                  </a:cubicBezTo>
                  <a:cubicBezTo>
                    <a:pt x="9480" y="16234"/>
                    <a:pt x="10177" y="10996"/>
                    <a:pt x="10898" y="7312"/>
                  </a:cubicBezTo>
                  <a:cubicBezTo>
                    <a:pt x="11637" y="3539"/>
                    <a:pt x="8778" y="156"/>
                    <a:pt x="5160" y="6"/>
                  </a:cubicBezTo>
                  <a:cubicBezTo>
                    <a:pt x="5077" y="2"/>
                    <a:pt x="4993" y="0"/>
                    <a:pt x="4908"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1"/>
            <p:cNvSpPr/>
            <p:nvPr/>
          </p:nvSpPr>
          <p:spPr>
            <a:xfrm>
              <a:off x="6616850" y="2662925"/>
              <a:ext cx="175175" cy="574125"/>
            </a:xfrm>
            <a:custGeom>
              <a:avLst/>
              <a:gdLst/>
              <a:ahLst/>
              <a:cxnLst/>
              <a:rect l="l" t="t" r="r" b="b"/>
              <a:pathLst>
                <a:path w="7007" h="22965" extrusionOk="0">
                  <a:moveTo>
                    <a:pt x="261" y="0"/>
                  </a:moveTo>
                  <a:cubicBezTo>
                    <a:pt x="175" y="0"/>
                    <a:pt x="89" y="2"/>
                    <a:pt x="1" y="6"/>
                  </a:cubicBezTo>
                  <a:cubicBezTo>
                    <a:pt x="3619" y="156"/>
                    <a:pt x="6478" y="3539"/>
                    <a:pt x="5739" y="7312"/>
                  </a:cubicBezTo>
                  <a:cubicBezTo>
                    <a:pt x="5018" y="10997"/>
                    <a:pt x="4321" y="16234"/>
                    <a:pt x="4907" y="20949"/>
                  </a:cubicBezTo>
                  <a:cubicBezTo>
                    <a:pt x="4909" y="20961"/>
                    <a:pt x="4910" y="20972"/>
                    <a:pt x="4912" y="20982"/>
                  </a:cubicBezTo>
                  <a:cubicBezTo>
                    <a:pt x="5036" y="21992"/>
                    <a:pt x="4307" y="22810"/>
                    <a:pt x="3423" y="22945"/>
                  </a:cubicBezTo>
                  <a:cubicBezTo>
                    <a:pt x="3508" y="22958"/>
                    <a:pt x="3594" y="22965"/>
                    <a:pt x="3678" y="22965"/>
                  </a:cubicBezTo>
                  <a:cubicBezTo>
                    <a:pt x="4673" y="22965"/>
                    <a:pt x="5560" y="22089"/>
                    <a:pt x="5422" y="20982"/>
                  </a:cubicBezTo>
                  <a:cubicBezTo>
                    <a:pt x="5420" y="20972"/>
                    <a:pt x="5419" y="20961"/>
                    <a:pt x="5417" y="20949"/>
                  </a:cubicBezTo>
                  <a:cubicBezTo>
                    <a:pt x="4833" y="16234"/>
                    <a:pt x="5528" y="10997"/>
                    <a:pt x="6251" y="7312"/>
                  </a:cubicBezTo>
                  <a:cubicBezTo>
                    <a:pt x="7006" y="3451"/>
                    <a:pt x="3998" y="0"/>
                    <a:pt x="261"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1"/>
            <p:cNvSpPr/>
            <p:nvPr/>
          </p:nvSpPr>
          <p:spPr>
            <a:xfrm>
              <a:off x="6663675" y="2345200"/>
              <a:ext cx="382100" cy="240775"/>
            </a:xfrm>
            <a:custGeom>
              <a:avLst/>
              <a:gdLst/>
              <a:ahLst/>
              <a:cxnLst/>
              <a:rect l="l" t="t" r="r" b="b"/>
              <a:pathLst>
                <a:path w="15284" h="9631" extrusionOk="0">
                  <a:moveTo>
                    <a:pt x="2935" y="0"/>
                  </a:moveTo>
                  <a:cubicBezTo>
                    <a:pt x="2124" y="0"/>
                    <a:pt x="1376" y="529"/>
                    <a:pt x="1135" y="1346"/>
                  </a:cubicBezTo>
                  <a:lnTo>
                    <a:pt x="295" y="4179"/>
                  </a:lnTo>
                  <a:cubicBezTo>
                    <a:pt x="0" y="5174"/>
                    <a:pt x="568" y="6220"/>
                    <a:pt x="1563" y="6516"/>
                  </a:cubicBezTo>
                  <a:lnTo>
                    <a:pt x="11812" y="9553"/>
                  </a:lnTo>
                  <a:cubicBezTo>
                    <a:pt x="11989" y="9605"/>
                    <a:pt x="12169" y="9630"/>
                    <a:pt x="12345" y="9630"/>
                  </a:cubicBezTo>
                  <a:cubicBezTo>
                    <a:pt x="13157" y="9630"/>
                    <a:pt x="13906" y="9101"/>
                    <a:pt x="14149" y="8283"/>
                  </a:cubicBezTo>
                  <a:lnTo>
                    <a:pt x="14988" y="5451"/>
                  </a:lnTo>
                  <a:cubicBezTo>
                    <a:pt x="15283" y="4456"/>
                    <a:pt x="14715" y="3409"/>
                    <a:pt x="13719" y="3115"/>
                  </a:cubicBezTo>
                  <a:lnTo>
                    <a:pt x="3470" y="78"/>
                  </a:lnTo>
                  <a:cubicBezTo>
                    <a:pt x="3292" y="25"/>
                    <a:pt x="3112" y="0"/>
                    <a:pt x="2935"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1"/>
            <p:cNvSpPr/>
            <p:nvPr/>
          </p:nvSpPr>
          <p:spPr>
            <a:xfrm>
              <a:off x="6606775" y="2328350"/>
              <a:ext cx="382125" cy="240750"/>
            </a:xfrm>
            <a:custGeom>
              <a:avLst/>
              <a:gdLst/>
              <a:ahLst/>
              <a:cxnLst/>
              <a:rect l="l" t="t" r="r" b="b"/>
              <a:pathLst>
                <a:path w="15285" h="9630" extrusionOk="0">
                  <a:moveTo>
                    <a:pt x="2936" y="0"/>
                  </a:moveTo>
                  <a:cubicBezTo>
                    <a:pt x="2125" y="0"/>
                    <a:pt x="1377" y="529"/>
                    <a:pt x="1135" y="1346"/>
                  </a:cubicBezTo>
                  <a:lnTo>
                    <a:pt x="295" y="4179"/>
                  </a:lnTo>
                  <a:cubicBezTo>
                    <a:pt x="1" y="5174"/>
                    <a:pt x="569" y="6220"/>
                    <a:pt x="1564" y="6516"/>
                  </a:cubicBezTo>
                  <a:lnTo>
                    <a:pt x="11813" y="9551"/>
                  </a:lnTo>
                  <a:cubicBezTo>
                    <a:pt x="11991" y="9604"/>
                    <a:pt x="12171" y="9629"/>
                    <a:pt x="12348" y="9629"/>
                  </a:cubicBezTo>
                  <a:cubicBezTo>
                    <a:pt x="13159" y="9629"/>
                    <a:pt x="13907" y="9100"/>
                    <a:pt x="14150" y="8283"/>
                  </a:cubicBezTo>
                  <a:lnTo>
                    <a:pt x="14989" y="5451"/>
                  </a:lnTo>
                  <a:cubicBezTo>
                    <a:pt x="15284" y="4456"/>
                    <a:pt x="14716" y="3409"/>
                    <a:pt x="13721" y="3114"/>
                  </a:cubicBezTo>
                  <a:lnTo>
                    <a:pt x="3471" y="78"/>
                  </a:lnTo>
                  <a:cubicBezTo>
                    <a:pt x="3293" y="25"/>
                    <a:pt x="3113" y="0"/>
                    <a:pt x="2936" y="0"/>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1"/>
            <p:cNvSpPr/>
            <p:nvPr/>
          </p:nvSpPr>
          <p:spPr>
            <a:xfrm>
              <a:off x="6617200" y="2337675"/>
              <a:ext cx="361250" cy="222100"/>
            </a:xfrm>
            <a:custGeom>
              <a:avLst/>
              <a:gdLst/>
              <a:ahLst/>
              <a:cxnLst/>
              <a:rect l="l" t="t" r="r" b="b"/>
              <a:pathLst>
                <a:path w="14450" h="8884" extrusionOk="0">
                  <a:moveTo>
                    <a:pt x="2518" y="0"/>
                  </a:moveTo>
                  <a:cubicBezTo>
                    <a:pt x="2508" y="0"/>
                    <a:pt x="2498" y="0"/>
                    <a:pt x="2488" y="1"/>
                  </a:cubicBezTo>
                  <a:cubicBezTo>
                    <a:pt x="1830" y="14"/>
                    <a:pt x="1262" y="447"/>
                    <a:pt x="1076" y="1079"/>
                  </a:cubicBezTo>
                  <a:lnTo>
                    <a:pt x="237" y="3912"/>
                  </a:lnTo>
                  <a:cubicBezTo>
                    <a:pt x="0" y="4708"/>
                    <a:pt x="456" y="5547"/>
                    <a:pt x="1253" y="5784"/>
                  </a:cubicBezTo>
                  <a:lnTo>
                    <a:pt x="11502" y="8821"/>
                  </a:lnTo>
                  <a:cubicBezTo>
                    <a:pt x="11643" y="8863"/>
                    <a:pt x="11787" y="8883"/>
                    <a:pt x="11931" y="8883"/>
                  </a:cubicBezTo>
                  <a:cubicBezTo>
                    <a:pt x="11942" y="8883"/>
                    <a:pt x="11952" y="8883"/>
                    <a:pt x="11962" y="8883"/>
                  </a:cubicBezTo>
                  <a:cubicBezTo>
                    <a:pt x="12620" y="8869"/>
                    <a:pt x="13188" y="8436"/>
                    <a:pt x="13374" y="7804"/>
                  </a:cubicBezTo>
                  <a:lnTo>
                    <a:pt x="14213" y="4972"/>
                  </a:lnTo>
                  <a:cubicBezTo>
                    <a:pt x="14449" y="4175"/>
                    <a:pt x="13993" y="3336"/>
                    <a:pt x="13197" y="3100"/>
                  </a:cubicBezTo>
                  <a:lnTo>
                    <a:pt x="2948" y="63"/>
                  </a:lnTo>
                  <a:cubicBezTo>
                    <a:pt x="2808" y="20"/>
                    <a:pt x="2663" y="0"/>
                    <a:pt x="2518"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1"/>
            <p:cNvSpPr/>
            <p:nvPr/>
          </p:nvSpPr>
          <p:spPr>
            <a:xfrm>
              <a:off x="6648825" y="2370300"/>
              <a:ext cx="58900" cy="92675"/>
            </a:xfrm>
            <a:custGeom>
              <a:avLst/>
              <a:gdLst/>
              <a:ahLst/>
              <a:cxnLst/>
              <a:rect l="l" t="t" r="r" b="b"/>
              <a:pathLst>
                <a:path w="2356" h="3707" extrusionOk="0">
                  <a:moveTo>
                    <a:pt x="1501" y="0"/>
                  </a:moveTo>
                  <a:cubicBezTo>
                    <a:pt x="1169" y="0"/>
                    <a:pt x="864" y="216"/>
                    <a:pt x="765" y="548"/>
                  </a:cubicBezTo>
                  <a:lnTo>
                    <a:pt x="121" y="2723"/>
                  </a:lnTo>
                  <a:cubicBezTo>
                    <a:pt x="0" y="3129"/>
                    <a:pt x="232" y="3555"/>
                    <a:pt x="638" y="3674"/>
                  </a:cubicBezTo>
                  <a:cubicBezTo>
                    <a:pt x="711" y="3696"/>
                    <a:pt x="785" y="3707"/>
                    <a:pt x="857" y="3707"/>
                  </a:cubicBezTo>
                  <a:cubicBezTo>
                    <a:pt x="1188" y="3707"/>
                    <a:pt x="1493" y="3491"/>
                    <a:pt x="1591" y="3158"/>
                  </a:cubicBezTo>
                  <a:lnTo>
                    <a:pt x="2234" y="984"/>
                  </a:lnTo>
                  <a:cubicBezTo>
                    <a:pt x="2356" y="578"/>
                    <a:pt x="2124" y="151"/>
                    <a:pt x="1718" y="32"/>
                  </a:cubicBezTo>
                  <a:cubicBezTo>
                    <a:pt x="1646" y="10"/>
                    <a:pt x="1572" y="0"/>
                    <a:pt x="1501"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1"/>
            <p:cNvSpPr/>
            <p:nvPr/>
          </p:nvSpPr>
          <p:spPr>
            <a:xfrm>
              <a:off x="6796425" y="2413275"/>
              <a:ext cx="58875" cy="92700"/>
            </a:xfrm>
            <a:custGeom>
              <a:avLst/>
              <a:gdLst/>
              <a:ahLst/>
              <a:cxnLst/>
              <a:rect l="l" t="t" r="r" b="b"/>
              <a:pathLst>
                <a:path w="2355" h="3708" extrusionOk="0">
                  <a:moveTo>
                    <a:pt x="1500" y="0"/>
                  </a:moveTo>
                  <a:cubicBezTo>
                    <a:pt x="1169" y="0"/>
                    <a:pt x="864" y="216"/>
                    <a:pt x="764" y="550"/>
                  </a:cubicBezTo>
                  <a:lnTo>
                    <a:pt x="120" y="2723"/>
                  </a:lnTo>
                  <a:cubicBezTo>
                    <a:pt x="1" y="3129"/>
                    <a:pt x="232" y="3555"/>
                    <a:pt x="638" y="3676"/>
                  </a:cubicBezTo>
                  <a:cubicBezTo>
                    <a:pt x="711" y="3697"/>
                    <a:pt x="784" y="3708"/>
                    <a:pt x="855" y="3708"/>
                  </a:cubicBezTo>
                  <a:cubicBezTo>
                    <a:pt x="1186" y="3708"/>
                    <a:pt x="1491" y="3492"/>
                    <a:pt x="1590" y="3158"/>
                  </a:cubicBezTo>
                  <a:lnTo>
                    <a:pt x="2235" y="985"/>
                  </a:lnTo>
                  <a:cubicBezTo>
                    <a:pt x="2354" y="579"/>
                    <a:pt x="2123" y="153"/>
                    <a:pt x="1717" y="32"/>
                  </a:cubicBezTo>
                  <a:cubicBezTo>
                    <a:pt x="1644" y="10"/>
                    <a:pt x="1571" y="0"/>
                    <a:pt x="1500"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1"/>
            <p:cNvSpPr/>
            <p:nvPr/>
          </p:nvSpPr>
          <p:spPr>
            <a:xfrm>
              <a:off x="6831125" y="2259625"/>
              <a:ext cx="202075" cy="116650"/>
            </a:xfrm>
            <a:custGeom>
              <a:avLst/>
              <a:gdLst/>
              <a:ahLst/>
              <a:cxnLst/>
              <a:rect l="l" t="t" r="r" b="b"/>
              <a:pathLst>
                <a:path w="8083" h="4666" extrusionOk="0">
                  <a:moveTo>
                    <a:pt x="3015" y="1"/>
                  </a:moveTo>
                  <a:cubicBezTo>
                    <a:pt x="1613" y="1"/>
                    <a:pt x="515" y="497"/>
                    <a:pt x="298" y="1343"/>
                  </a:cubicBezTo>
                  <a:cubicBezTo>
                    <a:pt x="0" y="2508"/>
                    <a:pt x="1491" y="3897"/>
                    <a:pt x="3626" y="4443"/>
                  </a:cubicBezTo>
                  <a:cubicBezTo>
                    <a:pt x="4213" y="4594"/>
                    <a:pt x="4788" y="4665"/>
                    <a:pt x="5319" y="4665"/>
                  </a:cubicBezTo>
                  <a:cubicBezTo>
                    <a:pt x="6332" y="4665"/>
                    <a:pt x="7186" y="4406"/>
                    <a:pt x="7665" y="3944"/>
                  </a:cubicBezTo>
                  <a:cubicBezTo>
                    <a:pt x="7848" y="3765"/>
                    <a:pt x="7975" y="3557"/>
                    <a:pt x="8036" y="3323"/>
                  </a:cubicBezTo>
                  <a:cubicBezTo>
                    <a:pt x="8072" y="3182"/>
                    <a:pt x="8083" y="3036"/>
                    <a:pt x="8067" y="2891"/>
                  </a:cubicBezTo>
                  <a:cubicBezTo>
                    <a:pt x="7963" y="1834"/>
                    <a:pt x="6585" y="704"/>
                    <a:pt x="4708" y="222"/>
                  </a:cubicBezTo>
                  <a:cubicBezTo>
                    <a:pt x="4121" y="72"/>
                    <a:pt x="3546" y="1"/>
                    <a:pt x="3015"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1"/>
            <p:cNvSpPr/>
            <p:nvPr/>
          </p:nvSpPr>
          <p:spPr>
            <a:xfrm>
              <a:off x="7014775" y="2331875"/>
              <a:ext cx="18400" cy="26350"/>
            </a:xfrm>
            <a:custGeom>
              <a:avLst/>
              <a:gdLst/>
              <a:ahLst/>
              <a:cxnLst/>
              <a:rect l="l" t="t" r="r" b="b"/>
              <a:pathLst>
                <a:path w="736" h="1054" extrusionOk="0">
                  <a:moveTo>
                    <a:pt x="721" y="1"/>
                  </a:moveTo>
                  <a:cubicBezTo>
                    <a:pt x="399" y="4"/>
                    <a:pt x="126" y="170"/>
                    <a:pt x="58" y="433"/>
                  </a:cubicBezTo>
                  <a:cubicBezTo>
                    <a:pt x="0" y="655"/>
                    <a:pt x="109" y="891"/>
                    <a:pt x="319" y="1054"/>
                  </a:cubicBezTo>
                  <a:cubicBezTo>
                    <a:pt x="502" y="875"/>
                    <a:pt x="629" y="667"/>
                    <a:pt x="690" y="433"/>
                  </a:cubicBezTo>
                  <a:cubicBezTo>
                    <a:pt x="726" y="292"/>
                    <a:pt x="735" y="146"/>
                    <a:pt x="721" y="1"/>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1"/>
            <p:cNvSpPr/>
            <p:nvPr/>
          </p:nvSpPr>
          <p:spPr>
            <a:xfrm>
              <a:off x="6968050" y="2474475"/>
              <a:ext cx="50825" cy="77725"/>
            </a:xfrm>
            <a:custGeom>
              <a:avLst/>
              <a:gdLst/>
              <a:ahLst/>
              <a:cxnLst/>
              <a:rect l="l" t="t" r="r" b="b"/>
              <a:pathLst>
                <a:path w="2033" h="3109" extrusionOk="0">
                  <a:moveTo>
                    <a:pt x="1011" y="0"/>
                  </a:moveTo>
                  <a:cubicBezTo>
                    <a:pt x="865" y="0"/>
                    <a:pt x="730" y="96"/>
                    <a:pt x="686" y="244"/>
                  </a:cubicBezTo>
                  <a:lnTo>
                    <a:pt x="53" y="2382"/>
                  </a:lnTo>
                  <a:cubicBezTo>
                    <a:pt x="0" y="2563"/>
                    <a:pt x="103" y="2752"/>
                    <a:pt x="284" y="2805"/>
                  </a:cubicBezTo>
                  <a:lnTo>
                    <a:pt x="1277" y="3100"/>
                  </a:lnTo>
                  <a:cubicBezTo>
                    <a:pt x="1297" y="3106"/>
                    <a:pt x="1312" y="3109"/>
                    <a:pt x="1324" y="3109"/>
                  </a:cubicBezTo>
                  <a:cubicBezTo>
                    <a:pt x="1424" y="3109"/>
                    <a:pt x="1298" y="2926"/>
                    <a:pt x="1345" y="2766"/>
                  </a:cubicBezTo>
                  <a:lnTo>
                    <a:pt x="1978" y="627"/>
                  </a:lnTo>
                  <a:cubicBezTo>
                    <a:pt x="2033" y="447"/>
                    <a:pt x="1930" y="257"/>
                    <a:pt x="1750" y="204"/>
                  </a:cubicBezTo>
                  <a:lnTo>
                    <a:pt x="1109" y="15"/>
                  </a:lnTo>
                  <a:cubicBezTo>
                    <a:pt x="1076" y="5"/>
                    <a:pt x="1043" y="0"/>
                    <a:pt x="1011"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1"/>
            <p:cNvSpPr/>
            <p:nvPr/>
          </p:nvSpPr>
          <p:spPr>
            <a:xfrm>
              <a:off x="6981225" y="2478250"/>
              <a:ext cx="45925" cy="73900"/>
            </a:xfrm>
            <a:custGeom>
              <a:avLst/>
              <a:gdLst/>
              <a:ahLst/>
              <a:cxnLst/>
              <a:rect l="l" t="t" r="r" b="b"/>
              <a:pathLst>
                <a:path w="1837" h="2956" extrusionOk="0">
                  <a:moveTo>
                    <a:pt x="1013" y="1"/>
                  </a:moveTo>
                  <a:cubicBezTo>
                    <a:pt x="866" y="1"/>
                    <a:pt x="731" y="97"/>
                    <a:pt x="688" y="244"/>
                  </a:cubicBezTo>
                  <a:lnTo>
                    <a:pt x="53" y="2383"/>
                  </a:lnTo>
                  <a:cubicBezTo>
                    <a:pt x="0" y="2563"/>
                    <a:pt x="103" y="2752"/>
                    <a:pt x="284" y="2805"/>
                  </a:cubicBezTo>
                  <a:lnTo>
                    <a:pt x="726" y="2942"/>
                  </a:lnTo>
                  <a:cubicBezTo>
                    <a:pt x="758" y="2951"/>
                    <a:pt x="790" y="2956"/>
                    <a:pt x="822" y="2956"/>
                  </a:cubicBezTo>
                  <a:cubicBezTo>
                    <a:pt x="969" y="2956"/>
                    <a:pt x="1105" y="2860"/>
                    <a:pt x="1150" y="2712"/>
                  </a:cubicBezTo>
                  <a:lnTo>
                    <a:pt x="1783" y="574"/>
                  </a:lnTo>
                  <a:cubicBezTo>
                    <a:pt x="1836" y="394"/>
                    <a:pt x="1733" y="205"/>
                    <a:pt x="1553" y="150"/>
                  </a:cubicBezTo>
                  <a:lnTo>
                    <a:pt x="1111" y="15"/>
                  </a:lnTo>
                  <a:cubicBezTo>
                    <a:pt x="1078" y="5"/>
                    <a:pt x="1045" y="1"/>
                    <a:pt x="1013"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1"/>
            <p:cNvSpPr/>
            <p:nvPr/>
          </p:nvSpPr>
          <p:spPr>
            <a:xfrm>
              <a:off x="7000600" y="2281000"/>
              <a:ext cx="81250" cy="232325"/>
            </a:xfrm>
            <a:custGeom>
              <a:avLst/>
              <a:gdLst/>
              <a:ahLst/>
              <a:cxnLst/>
              <a:rect l="l" t="t" r="r" b="b"/>
              <a:pathLst>
                <a:path w="3250" h="9293" extrusionOk="0">
                  <a:moveTo>
                    <a:pt x="2928" y="0"/>
                  </a:moveTo>
                  <a:cubicBezTo>
                    <a:pt x="2804" y="0"/>
                    <a:pt x="2690" y="81"/>
                    <a:pt x="2653" y="206"/>
                  </a:cubicBezTo>
                  <a:lnTo>
                    <a:pt x="45" y="8923"/>
                  </a:lnTo>
                  <a:cubicBezTo>
                    <a:pt x="1" y="9076"/>
                    <a:pt x="87" y="9237"/>
                    <a:pt x="240" y="9281"/>
                  </a:cubicBezTo>
                  <a:cubicBezTo>
                    <a:pt x="268" y="9289"/>
                    <a:pt x="295" y="9293"/>
                    <a:pt x="322" y="9293"/>
                  </a:cubicBezTo>
                  <a:cubicBezTo>
                    <a:pt x="446" y="9293"/>
                    <a:pt x="560" y="9212"/>
                    <a:pt x="598" y="9087"/>
                  </a:cubicBezTo>
                  <a:lnTo>
                    <a:pt x="3205" y="370"/>
                  </a:lnTo>
                  <a:cubicBezTo>
                    <a:pt x="3250" y="217"/>
                    <a:pt x="3164" y="58"/>
                    <a:pt x="3011" y="12"/>
                  </a:cubicBezTo>
                  <a:cubicBezTo>
                    <a:pt x="2983" y="4"/>
                    <a:pt x="2955" y="0"/>
                    <a:pt x="2928" y="0"/>
                  </a:cubicBezTo>
                  <a:close/>
                </a:path>
              </a:pathLst>
            </a:custGeom>
            <a:solidFill>
              <a:srgbClr val="F2F5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1"/>
            <p:cNvSpPr/>
            <p:nvPr/>
          </p:nvSpPr>
          <p:spPr>
            <a:xfrm>
              <a:off x="6684150" y="3257875"/>
              <a:ext cx="302125" cy="78425"/>
            </a:xfrm>
            <a:custGeom>
              <a:avLst/>
              <a:gdLst/>
              <a:ahLst/>
              <a:cxnLst/>
              <a:rect l="l" t="t" r="r" b="b"/>
              <a:pathLst>
                <a:path w="12085" h="3137" extrusionOk="0">
                  <a:moveTo>
                    <a:pt x="9125" y="0"/>
                  </a:moveTo>
                  <a:cubicBezTo>
                    <a:pt x="9028" y="26"/>
                    <a:pt x="8931" y="53"/>
                    <a:pt x="8833" y="76"/>
                  </a:cubicBezTo>
                  <a:cubicBezTo>
                    <a:pt x="8971" y="736"/>
                    <a:pt x="9084" y="1544"/>
                    <a:pt x="9101" y="2454"/>
                  </a:cubicBezTo>
                  <a:cubicBezTo>
                    <a:pt x="7409" y="2738"/>
                    <a:pt x="5925" y="2839"/>
                    <a:pt x="4667" y="2839"/>
                  </a:cubicBezTo>
                  <a:cubicBezTo>
                    <a:pt x="2285" y="2839"/>
                    <a:pt x="710" y="2475"/>
                    <a:pt x="67" y="2292"/>
                  </a:cubicBezTo>
                  <a:cubicBezTo>
                    <a:pt x="43" y="2387"/>
                    <a:pt x="22" y="2484"/>
                    <a:pt x="0" y="2583"/>
                  </a:cubicBezTo>
                  <a:cubicBezTo>
                    <a:pt x="679" y="2775"/>
                    <a:pt x="2276" y="3137"/>
                    <a:pt x="4669" y="3137"/>
                  </a:cubicBezTo>
                  <a:cubicBezTo>
                    <a:pt x="5975" y="3137"/>
                    <a:pt x="7518" y="3029"/>
                    <a:pt x="9278" y="2725"/>
                  </a:cubicBezTo>
                  <a:lnTo>
                    <a:pt x="9404" y="2704"/>
                  </a:lnTo>
                  <a:lnTo>
                    <a:pt x="9402" y="2577"/>
                  </a:lnTo>
                  <a:cubicBezTo>
                    <a:pt x="9398" y="2054"/>
                    <a:pt x="9361" y="1565"/>
                    <a:pt x="9307" y="1113"/>
                  </a:cubicBezTo>
                  <a:cubicBezTo>
                    <a:pt x="9749" y="1101"/>
                    <a:pt x="10950" y="1006"/>
                    <a:pt x="12085" y="361"/>
                  </a:cubicBezTo>
                  <a:cubicBezTo>
                    <a:pt x="12044" y="268"/>
                    <a:pt x="12003" y="176"/>
                    <a:pt x="11962" y="86"/>
                  </a:cubicBezTo>
                  <a:cubicBezTo>
                    <a:pt x="10858" y="723"/>
                    <a:pt x="9654" y="806"/>
                    <a:pt x="9267" y="815"/>
                  </a:cubicBezTo>
                  <a:cubicBezTo>
                    <a:pt x="9227" y="523"/>
                    <a:pt x="9177" y="250"/>
                    <a:pt x="9125"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1"/>
            <p:cNvSpPr/>
            <p:nvPr/>
          </p:nvSpPr>
          <p:spPr>
            <a:xfrm>
              <a:off x="6679525" y="3352075"/>
              <a:ext cx="329550" cy="31750"/>
            </a:xfrm>
            <a:custGeom>
              <a:avLst/>
              <a:gdLst/>
              <a:ahLst/>
              <a:cxnLst/>
              <a:rect l="l" t="t" r="r" b="b"/>
              <a:pathLst>
                <a:path w="13182" h="1270" extrusionOk="0">
                  <a:moveTo>
                    <a:pt x="19" y="1"/>
                  </a:moveTo>
                  <a:cubicBezTo>
                    <a:pt x="7" y="169"/>
                    <a:pt x="1" y="338"/>
                    <a:pt x="1" y="510"/>
                  </a:cubicBezTo>
                  <a:cubicBezTo>
                    <a:pt x="1" y="929"/>
                    <a:pt x="2951" y="1270"/>
                    <a:pt x="6591" y="1270"/>
                  </a:cubicBezTo>
                  <a:cubicBezTo>
                    <a:pt x="10231" y="1270"/>
                    <a:pt x="13182" y="929"/>
                    <a:pt x="13182" y="510"/>
                  </a:cubicBezTo>
                  <a:cubicBezTo>
                    <a:pt x="13182" y="338"/>
                    <a:pt x="13176" y="169"/>
                    <a:pt x="13164" y="1"/>
                  </a:cubicBezTo>
                  <a:cubicBezTo>
                    <a:pt x="12918" y="394"/>
                    <a:pt x="10070" y="705"/>
                    <a:pt x="6591" y="705"/>
                  </a:cubicBezTo>
                  <a:cubicBezTo>
                    <a:pt x="3113" y="705"/>
                    <a:pt x="264" y="394"/>
                    <a:pt x="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1"/>
            <p:cNvSpPr/>
            <p:nvPr/>
          </p:nvSpPr>
          <p:spPr>
            <a:xfrm>
              <a:off x="6679975" y="3199775"/>
              <a:ext cx="328650" cy="169925"/>
            </a:xfrm>
            <a:custGeom>
              <a:avLst/>
              <a:gdLst/>
              <a:ahLst/>
              <a:cxnLst/>
              <a:rect l="l" t="t" r="r" b="b"/>
              <a:pathLst>
                <a:path w="13146" h="6797" extrusionOk="0">
                  <a:moveTo>
                    <a:pt x="2443" y="0"/>
                  </a:moveTo>
                  <a:cubicBezTo>
                    <a:pt x="2443" y="0"/>
                    <a:pt x="858" y="2032"/>
                    <a:pt x="233" y="4614"/>
                  </a:cubicBezTo>
                  <a:cubicBezTo>
                    <a:pt x="210" y="4711"/>
                    <a:pt x="187" y="4808"/>
                    <a:pt x="167" y="4907"/>
                  </a:cubicBezTo>
                  <a:cubicBezTo>
                    <a:pt x="86" y="5293"/>
                    <a:pt x="28" y="5690"/>
                    <a:pt x="1" y="6093"/>
                  </a:cubicBezTo>
                  <a:cubicBezTo>
                    <a:pt x="246" y="6486"/>
                    <a:pt x="3095" y="6797"/>
                    <a:pt x="6573" y="6797"/>
                  </a:cubicBezTo>
                  <a:cubicBezTo>
                    <a:pt x="10051" y="6797"/>
                    <a:pt x="12900" y="6486"/>
                    <a:pt x="13146" y="6093"/>
                  </a:cubicBezTo>
                  <a:cubicBezTo>
                    <a:pt x="13062" y="4854"/>
                    <a:pt x="12685" y="3672"/>
                    <a:pt x="12252" y="2685"/>
                  </a:cubicBezTo>
                  <a:cubicBezTo>
                    <a:pt x="12211" y="2592"/>
                    <a:pt x="12170" y="2500"/>
                    <a:pt x="12128" y="2410"/>
                  </a:cubicBezTo>
                  <a:cubicBezTo>
                    <a:pt x="11457" y="965"/>
                    <a:pt x="10704" y="0"/>
                    <a:pt x="107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1"/>
            <p:cNvSpPr/>
            <p:nvPr/>
          </p:nvSpPr>
          <p:spPr>
            <a:xfrm>
              <a:off x="6483100" y="2567000"/>
              <a:ext cx="714325" cy="702200"/>
            </a:xfrm>
            <a:custGeom>
              <a:avLst/>
              <a:gdLst/>
              <a:ahLst/>
              <a:cxnLst/>
              <a:rect l="l" t="t" r="r" b="b"/>
              <a:pathLst>
                <a:path w="28573" h="28088" extrusionOk="0">
                  <a:moveTo>
                    <a:pt x="3582" y="1"/>
                  </a:moveTo>
                  <a:lnTo>
                    <a:pt x="2817" y="4237"/>
                  </a:lnTo>
                  <a:lnTo>
                    <a:pt x="1190" y="13248"/>
                  </a:lnTo>
                  <a:cubicBezTo>
                    <a:pt x="1" y="19834"/>
                    <a:pt x="4181" y="26148"/>
                    <a:pt x="10616" y="27691"/>
                  </a:cubicBezTo>
                  <a:cubicBezTo>
                    <a:pt x="10825" y="27741"/>
                    <a:pt x="11036" y="27785"/>
                    <a:pt x="11248" y="27826"/>
                  </a:cubicBezTo>
                  <a:cubicBezTo>
                    <a:pt x="11317" y="27838"/>
                    <a:pt x="11385" y="27850"/>
                    <a:pt x="11455" y="27862"/>
                  </a:cubicBezTo>
                  <a:cubicBezTo>
                    <a:pt x="11525" y="27874"/>
                    <a:pt x="11593" y="27888"/>
                    <a:pt x="11663" y="27900"/>
                  </a:cubicBezTo>
                  <a:cubicBezTo>
                    <a:pt x="12391" y="28026"/>
                    <a:pt x="13115" y="28088"/>
                    <a:pt x="13830" y="28088"/>
                  </a:cubicBezTo>
                  <a:cubicBezTo>
                    <a:pt x="14872" y="28088"/>
                    <a:pt x="15893" y="27958"/>
                    <a:pt x="16875" y="27711"/>
                  </a:cubicBezTo>
                  <a:cubicBezTo>
                    <a:pt x="16972" y="27688"/>
                    <a:pt x="17070" y="27662"/>
                    <a:pt x="17167" y="27635"/>
                  </a:cubicBezTo>
                  <a:cubicBezTo>
                    <a:pt x="21672" y="26387"/>
                    <a:pt x="25295" y="22665"/>
                    <a:pt x="26181" y="17761"/>
                  </a:cubicBezTo>
                  <a:lnTo>
                    <a:pt x="28573" y="4513"/>
                  </a:lnTo>
                  <a:lnTo>
                    <a:pt x="35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1"/>
            <p:cNvSpPr/>
            <p:nvPr/>
          </p:nvSpPr>
          <p:spPr>
            <a:xfrm>
              <a:off x="6567225" y="2545200"/>
              <a:ext cx="635575" cy="156400"/>
            </a:xfrm>
            <a:custGeom>
              <a:avLst/>
              <a:gdLst/>
              <a:ahLst/>
              <a:cxnLst/>
              <a:rect l="l" t="t" r="r" b="b"/>
              <a:pathLst>
                <a:path w="25423" h="6256" extrusionOk="0">
                  <a:moveTo>
                    <a:pt x="3970" y="1"/>
                  </a:moveTo>
                  <a:cubicBezTo>
                    <a:pt x="1742" y="1"/>
                    <a:pt x="321" y="290"/>
                    <a:pt x="217" y="873"/>
                  </a:cubicBezTo>
                  <a:cubicBezTo>
                    <a:pt x="0" y="2069"/>
                    <a:pt x="5420" y="4049"/>
                    <a:pt x="12321" y="5294"/>
                  </a:cubicBezTo>
                  <a:cubicBezTo>
                    <a:pt x="15862" y="5934"/>
                    <a:pt x="19106" y="6256"/>
                    <a:pt x="21454" y="6256"/>
                  </a:cubicBezTo>
                  <a:cubicBezTo>
                    <a:pt x="23681" y="6256"/>
                    <a:pt x="25102" y="5966"/>
                    <a:pt x="25208" y="5383"/>
                  </a:cubicBezTo>
                  <a:lnTo>
                    <a:pt x="25208" y="5385"/>
                  </a:lnTo>
                  <a:cubicBezTo>
                    <a:pt x="25423" y="4187"/>
                    <a:pt x="20005" y="2207"/>
                    <a:pt x="13102" y="962"/>
                  </a:cubicBezTo>
                  <a:cubicBezTo>
                    <a:pt x="9561" y="322"/>
                    <a:pt x="6317" y="1"/>
                    <a:pt x="39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1"/>
            <p:cNvSpPr/>
            <p:nvPr/>
          </p:nvSpPr>
          <p:spPr>
            <a:xfrm>
              <a:off x="6581275" y="2554550"/>
              <a:ext cx="607525" cy="137700"/>
            </a:xfrm>
            <a:custGeom>
              <a:avLst/>
              <a:gdLst/>
              <a:ahLst/>
              <a:cxnLst/>
              <a:rect l="l" t="t" r="r" b="b"/>
              <a:pathLst>
                <a:path w="24301" h="5508" extrusionOk="0">
                  <a:moveTo>
                    <a:pt x="3410" y="0"/>
                  </a:moveTo>
                  <a:cubicBezTo>
                    <a:pt x="682" y="0"/>
                    <a:pt x="44" y="446"/>
                    <a:pt x="21" y="565"/>
                  </a:cubicBezTo>
                  <a:cubicBezTo>
                    <a:pt x="0" y="690"/>
                    <a:pt x="468" y="1354"/>
                    <a:pt x="3166" y="2341"/>
                  </a:cubicBezTo>
                  <a:cubicBezTo>
                    <a:pt x="5432" y="3169"/>
                    <a:pt x="8508" y="3955"/>
                    <a:pt x="11825" y="4554"/>
                  </a:cubicBezTo>
                  <a:cubicBezTo>
                    <a:pt x="15238" y="5169"/>
                    <a:pt x="18458" y="5508"/>
                    <a:pt x="20892" y="5508"/>
                  </a:cubicBezTo>
                  <a:cubicBezTo>
                    <a:pt x="23619" y="5508"/>
                    <a:pt x="24257" y="5062"/>
                    <a:pt x="24278" y="4943"/>
                  </a:cubicBezTo>
                  <a:cubicBezTo>
                    <a:pt x="24301" y="4820"/>
                    <a:pt x="23832" y="4154"/>
                    <a:pt x="21135" y="3168"/>
                  </a:cubicBezTo>
                  <a:cubicBezTo>
                    <a:pt x="18867" y="2339"/>
                    <a:pt x="15792" y="1554"/>
                    <a:pt x="12475" y="955"/>
                  </a:cubicBezTo>
                  <a:cubicBezTo>
                    <a:pt x="9064" y="340"/>
                    <a:pt x="5844" y="0"/>
                    <a:pt x="34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1"/>
            <p:cNvSpPr/>
            <p:nvPr/>
          </p:nvSpPr>
          <p:spPr>
            <a:xfrm>
              <a:off x="6576975" y="2495475"/>
              <a:ext cx="634125" cy="151975"/>
            </a:xfrm>
            <a:custGeom>
              <a:avLst/>
              <a:gdLst/>
              <a:ahLst/>
              <a:cxnLst/>
              <a:rect l="l" t="t" r="r" b="b"/>
              <a:pathLst>
                <a:path w="25365" h="6079" extrusionOk="0">
                  <a:moveTo>
                    <a:pt x="343" y="0"/>
                  </a:moveTo>
                  <a:cubicBezTo>
                    <a:pt x="336" y="46"/>
                    <a:pt x="327" y="91"/>
                    <a:pt x="319" y="137"/>
                  </a:cubicBezTo>
                  <a:lnTo>
                    <a:pt x="217" y="696"/>
                  </a:lnTo>
                  <a:cubicBezTo>
                    <a:pt x="1" y="1892"/>
                    <a:pt x="5420" y="3872"/>
                    <a:pt x="12322" y="5117"/>
                  </a:cubicBezTo>
                  <a:cubicBezTo>
                    <a:pt x="15864" y="5756"/>
                    <a:pt x="19108" y="6078"/>
                    <a:pt x="21457" y="6078"/>
                  </a:cubicBezTo>
                  <a:cubicBezTo>
                    <a:pt x="23683" y="6078"/>
                    <a:pt x="25103" y="5789"/>
                    <a:pt x="25209" y="5206"/>
                  </a:cubicBezTo>
                  <a:lnTo>
                    <a:pt x="25309" y="4648"/>
                  </a:lnTo>
                  <a:cubicBezTo>
                    <a:pt x="25330" y="4535"/>
                    <a:pt x="25348" y="4425"/>
                    <a:pt x="25365" y="4313"/>
                  </a:cubicBezTo>
                  <a:lnTo>
                    <a:pt x="25365" y="4313"/>
                  </a:lnTo>
                  <a:cubicBezTo>
                    <a:pt x="24905" y="4717"/>
                    <a:pt x="23593" y="4918"/>
                    <a:pt x="21721" y="4918"/>
                  </a:cubicBezTo>
                  <a:cubicBezTo>
                    <a:pt x="19331" y="4918"/>
                    <a:pt x="16029" y="4590"/>
                    <a:pt x="12425" y="3939"/>
                  </a:cubicBezTo>
                  <a:cubicBezTo>
                    <a:pt x="6394" y="2851"/>
                    <a:pt x="1476" y="1212"/>
                    <a:pt x="3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1"/>
            <p:cNvSpPr/>
            <p:nvPr/>
          </p:nvSpPr>
          <p:spPr>
            <a:xfrm>
              <a:off x="6585550" y="2237750"/>
              <a:ext cx="638350" cy="380675"/>
            </a:xfrm>
            <a:custGeom>
              <a:avLst/>
              <a:gdLst/>
              <a:ahLst/>
              <a:cxnLst/>
              <a:rect l="l" t="t" r="r" b="b"/>
              <a:pathLst>
                <a:path w="25534" h="15227" extrusionOk="0">
                  <a:moveTo>
                    <a:pt x="12456" y="1"/>
                  </a:moveTo>
                  <a:cubicBezTo>
                    <a:pt x="6476" y="1"/>
                    <a:pt x="1163" y="4243"/>
                    <a:pt x="0" y="10308"/>
                  </a:cubicBezTo>
                  <a:cubicBezTo>
                    <a:pt x="1133" y="11521"/>
                    <a:pt x="6051" y="13160"/>
                    <a:pt x="12082" y="14248"/>
                  </a:cubicBezTo>
                  <a:cubicBezTo>
                    <a:pt x="15686" y="14899"/>
                    <a:pt x="18988" y="15227"/>
                    <a:pt x="21378" y="15227"/>
                  </a:cubicBezTo>
                  <a:cubicBezTo>
                    <a:pt x="23250" y="15227"/>
                    <a:pt x="24562" y="15026"/>
                    <a:pt x="25022" y="14622"/>
                  </a:cubicBezTo>
                  <a:cubicBezTo>
                    <a:pt x="25534" y="11288"/>
                    <a:pt x="24694" y="8042"/>
                    <a:pt x="22901" y="5461"/>
                  </a:cubicBezTo>
                  <a:cubicBezTo>
                    <a:pt x="21047" y="2790"/>
                    <a:pt x="18177" y="827"/>
                    <a:pt x="14726" y="205"/>
                  </a:cubicBezTo>
                  <a:cubicBezTo>
                    <a:pt x="13964" y="67"/>
                    <a:pt x="13205" y="1"/>
                    <a:pt x="124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1"/>
            <p:cNvSpPr/>
            <p:nvPr/>
          </p:nvSpPr>
          <p:spPr>
            <a:xfrm>
              <a:off x="6487875" y="2662925"/>
              <a:ext cx="290925" cy="574125"/>
            </a:xfrm>
            <a:custGeom>
              <a:avLst/>
              <a:gdLst/>
              <a:ahLst/>
              <a:cxnLst/>
              <a:rect l="l" t="t" r="r" b="b"/>
              <a:pathLst>
                <a:path w="11637" h="22965" extrusionOk="0">
                  <a:moveTo>
                    <a:pt x="4908" y="0"/>
                  </a:moveTo>
                  <a:cubicBezTo>
                    <a:pt x="4510" y="0"/>
                    <a:pt x="4106" y="40"/>
                    <a:pt x="3694" y="122"/>
                  </a:cubicBezTo>
                  <a:cubicBezTo>
                    <a:pt x="3056" y="249"/>
                    <a:pt x="2562" y="753"/>
                    <a:pt x="2445" y="1394"/>
                  </a:cubicBezTo>
                  <a:lnTo>
                    <a:pt x="2252" y="2468"/>
                  </a:lnTo>
                  <a:lnTo>
                    <a:pt x="2182" y="2859"/>
                  </a:lnTo>
                  <a:lnTo>
                    <a:pt x="1671" y="5682"/>
                  </a:lnTo>
                  <a:lnTo>
                    <a:pt x="1465" y="6829"/>
                  </a:lnTo>
                  <a:lnTo>
                    <a:pt x="999" y="9411"/>
                  </a:lnTo>
                  <a:cubicBezTo>
                    <a:pt x="1" y="14942"/>
                    <a:pt x="2788" y="20278"/>
                    <a:pt x="7517" y="22762"/>
                  </a:cubicBezTo>
                  <a:cubicBezTo>
                    <a:pt x="7783" y="22901"/>
                    <a:pt x="8059" y="22964"/>
                    <a:pt x="8328" y="22964"/>
                  </a:cubicBezTo>
                  <a:cubicBezTo>
                    <a:pt x="8413" y="22964"/>
                    <a:pt x="8498" y="22958"/>
                    <a:pt x="8582" y="22945"/>
                  </a:cubicBezTo>
                  <a:cubicBezTo>
                    <a:pt x="9466" y="22810"/>
                    <a:pt x="10196" y="21992"/>
                    <a:pt x="10071" y="20982"/>
                  </a:cubicBezTo>
                  <a:cubicBezTo>
                    <a:pt x="10069" y="20972"/>
                    <a:pt x="10068" y="20961"/>
                    <a:pt x="10066" y="20949"/>
                  </a:cubicBezTo>
                  <a:cubicBezTo>
                    <a:pt x="9480" y="16234"/>
                    <a:pt x="10177" y="10996"/>
                    <a:pt x="10898" y="7312"/>
                  </a:cubicBezTo>
                  <a:cubicBezTo>
                    <a:pt x="11637" y="3539"/>
                    <a:pt x="8778" y="156"/>
                    <a:pt x="5160" y="6"/>
                  </a:cubicBezTo>
                  <a:cubicBezTo>
                    <a:pt x="5077" y="2"/>
                    <a:pt x="4993" y="0"/>
                    <a:pt x="49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1"/>
            <p:cNvSpPr/>
            <p:nvPr/>
          </p:nvSpPr>
          <p:spPr>
            <a:xfrm>
              <a:off x="6616850" y="2662925"/>
              <a:ext cx="175175" cy="574125"/>
            </a:xfrm>
            <a:custGeom>
              <a:avLst/>
              <a:gdLst/>
              <a:ahLst/>
              <a:cxnLst/>
              <a:rect l="l" t="t" r="r" b="b"/>
              <a:pathLst>
                <a:path w="7007" h="22965" extrusionOk="0">
                  <a:moveTo>
                    <a:pt x="261" y="0"/>
                  </a:moveTo>
                  <a:cubicBezTo>
                    <a:pt x="175" y="0"/>
                    <a:pt x="89" y="2"/>
                    <a:pt x="1" y="6"/>
                  </a:cubicBezTo>
                  <a:cubicBezTo>
                    <a:pt x="3619" y="156"/>
                    <a:pt x="6478" y="3539"/>
                    <a:pt x="5739" y="7312"/>
                  </a:cubicBezTo>
                  <a:cubicBezTo>
                    <a:pt x="5018" y="10997"/>
                    <a:pt x="4321" y="16234"/>
                    <a:pt x="4907" y="20949"/>
                  </a:cubicBezTo>
                  <a:cubicBezTo>
                    <a:pt x="4909" y="20961"/>
                    <a:pt x="4910" y="20972"/>
                    <a:pt x="4912" y="20982"/>
                  </a:cubicBezTo>
                  <a:cubicBezTo>
                    <a:pt x="5036" y="21992"/>
                    <a:pt x="4307" y="22810"/>
                    <a:pt x="3423" y="22945"/>
                  </a:cubicBezTo>
                  <a:cubicBezTo>
                    <a:pt x="3508" y="22958"/>
                    <a:pt x="3594" y="22965"/>
                    <a:pt x="3678" y="22965"/>
                  </a:cubicBezTo>
                  <a:cubicBezTo>
                    <a:pt x="4673" y="22965"/>
                    <a:pt x="5560" y="22089"/>
                    <a:pt x="5422" y="20982"/>
                  </a:cubicBezTo>
                  <a:cubicBezTo>
                    <a:pt x="5420" y="20972"/>
                    <a:pt x="5419" y="20961"/>
                    <a:pt x="5417" y="20949"/>
                  </a:cubicBezTo>
                  <a:cubicBezTo>
                    <a:pt x="4833" y="16234"/>
                    <a:pt x="5528" y="10997"/>
                    <a:pt x="6251" y="7312"/>
                  </a:cubicBezTo>
                  <a:cubicBezTo>
                    <a:pt x="7006" y="3451"/>
                    <a:pt x="3998" y="0"/>
                    <a:pt x="2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1"/>
            <p:cNvSpPr/>
            <p:nvPr/>
          </p:nvSpPr>
          <p:spPr>
            <a:xfrm>
              <a:off x="6663675" y="2345200"/>
              <a:ext cx="382100" cy="240775"/>
            </a:xfrm>
            <a:custGeom>
              <a:avLst/>
              <a:gdLst/>
              <a:ahLst/>
              <a:cxnLst/>
              <a:rect l="l" t="t" r="r" b="b"/>
              <a:pathLst>
                <a:path w="15284" h="9631" extrusionOk="0">
                  <a:moveTo>
                    <a:pt x="2935" y="0"/>
                  </a:moveTo>
                  <a:cubicBezTo>
                    <a:pt x="2124" y="0"/>
                    <a:pt x="1376" y="529"/>
                    <a:pt x="1135" y="1346"/>
                  </a:cubicBezTo>
                  <a:lnTo>
                    <a:pt x="295" y="4179"/>
                  </a:lnTo>
                  <a:cubicBezTo>
                    <a:pt x="0" y="5174"/>
                    <a:pt x="568" y="6220"/>
                    <a:pt x="1563" y="6516"/>
                  </a:cubicBezTo>
                  <a:lnTo>
                    <a:pt x="11812" y="9553"/>
                  </a:lnTo>
                  <a:cubicBezTo>
                    <a:pt x="11989" y="9605"/>
                    <a:pt x="12169" y="9630"/>
                    <a:pt x="12345" y="9630"/>
                  </a:cubicBezTo>
                  <a:cubicBezTo>
                    <a:pt x="13157" y="9630"/>
                    <a:pt x="13906" y="9101"/>
                    <a:pt x="14149" y="8283"/>
                  </a:cubicBezTo>
                  <a:lnTo>
                    <a:pt x="14988" y="5451"/>
                  </a:lnTo>
                  <a:cubicBezTo>
                    <a:pt x="15283" y="4456"/>
                    <a:pt x="14715" y="3409"/>
                    <a:pt x="13719" y="3115"/>
                  </a:cubicBezTo>
                  <a:lnTo>
                    <a:pt x="3470" y="78"/>
                  </a:lnTo>
                  <a:cubicBezTo>
                    <a:pt x="3292" y="25"/>
                    <a:pt x="3112" y="0"/>
                    <a:pt x="29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1"/>
            <p:cNvSpPr/>
            <p:nvPr/>
          </p:nvSpPr>
          <p:spPr>
            <a:xfrm>
              <a:off x="6606775" y="2328350"/>
              <a:ext cx="382125" cy="240750"/>
            </a:xfrm>
            <a:custGeom>
              <a:avLst/>
              <a:gdLst/>
              <a:ahLst/>
              <a:cxnLst/>
              <a:rect l="l" t="t" r="r" b="b"/>
              <a:pathLst>
                <a:path w="15285" h="9630" extrusionOk="0">
                  <a:moveTo>
                    <a:pt x="2936" y="0"/>
                  </a:moveTo>
                  <a:cubicBezTo>
                    <a:pt x="2125" y="0"/>
                    <a:pt x="1377" y="529"/>
                    <a:pt x="1135" y="1346"/>
                  </a:cubicBezTo>
                  <a:lnTo>
                    <a:pt x="295" y="4179"/>
                  </a:lnTo>
                  <a:cubicBezTo>
                    <a:pt x="1" y="5174"/>
                    <a:pt x="569" y="6220"/>
                    <a:pt x="1564" y="6516"/>
                  </a:cubicBezTo>
                  <a:lnTo>
                    <a:pt x="11813" y="9551"/>
                  </a:lnTo>
                  <a:cubicBezTo>
                    <a:pt x="11991" y="9604"/>
                    <a:pt x="12171" y="9629"/>
                    <a:pt x="12348" y="9629"/>
                  </a:cubicBezTo>
                  <a:cubicBezTo>
                    <a:pt x="13159" y="9629"/>
                    <a:pt x="13907" y="9100"/>
                    <a:pt x="14150" y="8283"/>
                  </a:cubicBezTo>
                  <a:lnTo>
                    <a:pt x="14989" y="5451"/>
                  </a:lnTo>
                  <a:cubicBezTo>
                    <a:pt x="15284" y="4456"/>
                    <a:pt x="14716" y="3409"/>
                    <a:pt x="13721" y="3114"/>
                  </a:cubicBezTo>
                  <a:lnTo>
                    <a:pt x="3471" y="78"/>
                  </a:lnTo>
                  <a:cubicBezTo>
                    <a:pt x="3293" y="25"/>
                    <a:pt x="3113" y="0"/>
                    <a:pt x="29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1"/>
            <p:cNvSpPr/>
            <p:nvPr/>
          </p:nvSpPr>
          <p:spPr>
            <a:xfrm>
              <a:off x="6617200" y="2337675"/>
              <a:ext cx="361250" cy="222100"/>
            </a:xfrm>
            <a:custGeom>
              <a:avLst/>
              <a:gdLst/>
              <a:ahLst/>
              <a:cxnLst/>
              <a:rect l="l" t="t" r="r" b="b"/>
              <a:pathLst>
                <a:path w="14450" h="8884" extrusionOk="0">
                  <a:moveTo>
                    <a:pt x="2518" y="0"/>
                  </a:moveTo>
                  <a:cubicBezTo>
                    <a:pt x="2508" y="0"/>
                    <a:pt x="2498" y="0"/>
                    <a:pt x="2488" y="1"/>
                  </a:cubicBezTo>
                  <a:cubicBezTo>
                    <a:pt x="1830" y="14"/>
                    <a:pt x="1262" y="447"/>
                    <a:pt x="1076" y="1079"/>
                  </a:cubicBezTo>
                  <a:lnTo>
                    <a:pt x="237" y="3912"/>
                  </a:lnTo>
                  <a:cubicBezTo>
                    <a:pt x="0" y="4708"/>
                    <a:pt x="456" y="5547"/>
                    <a:pt x="1253" y="5784"/>
                  </a:cubicBezTo>
                  <a:lnTo>
                    <a:pt x="11502" y="8821"/>
                  </a:lnTo>
                  <a:cubicBezTo>
                    <a:pt x="11643" y="8863"/>
                    <a:pt x="11787" y="8883"/>
                    <a:pt x="11931" y="8883"/>
                  </a:cubicBezTo>
                  <a:cubicBezTo>
                    <a:pt x="11942" y="8883"/>
                    <a:pt x="11952" y="8883"/>
                    <a:pt x="11962" y="8883"/>
                  </a:cubicBezTo>
                  <a:cubicBezTo>
                    <a:pt x="12620" y="8869"/>
                    <a:pt x="13188" y="8436"/>
                    <a:pt x="13374" y="7804"/>
                  </a:cubicBezTo>
                  <a:lnTo>
                    <a:pt x="14213" y="4972"/>
                  </a:lnTo>
                  <a:cubicBezTo>
                    <a:pt x="14449" y="4175"/>
                    <a:pt x="13993" y="3336"/>
                    <a:pt x="13197" y="3100"/>
                  </a:cubicBezTo>
                  <a:lnTo>
                    <a:pt x="2948" y="63"/>
                  </a:lnTo>
                  <a:cubicBezTo>
                    <a:pt x="2808" y="20"/>
                    <a:pt x="2663" y="0"/>
                    <a:pt x="2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1"/>
            <p:cNvSpPr/>
            <p:nvPr/>
          </p:nvSpPr>
          <p:spPr>
            <a:xfrm>
              <a:off x="6648825" y="2370300"/>
              <a:ext cx="58900" cy="92675"/>
            </a:xfrm>
            <a:custGeom>
              <a:avLst/>
              <a:gdLst/>
              <a:ahLst/>
              <a:cxnLst/>
              <a:rect l="l" t="t" r="r" b="b"/>
              <a:pathLst>
                <a:path w="2356" h="3707" extrusionOk="0">
                  <a:moveTo>
                    <a:pt x="1501" y="0"/>
                  </a:moveTo>
                  <a:cubicBezTo>
                    <a:pt x="1169" y="0"/>
                    <a:pt x="864" y="216"/>
                    <a:pt x="765" y="548"/>
                  </a:cubicBezTo>
                  <a:lnTo>
                    <a:pt x="121" y="2723"/>
                  </a:lnTo>
                  <a:cubicBezTo>
                    <a:pt x="0" y="3129"/>
                    <a:pt x="232" y="3555"/>
                    <a:pt x="638" y="3674"/>
                  </a:cubicBezTo>
                  <a:cubicBezTo>
                    <a:pt x="711" y="3696"/>
                    <a:pt x="785" y="3707"/>
                    <a:pt x="857" y="3707"/>
                  </a:cubicBezTo>
                  <a:cubicBezTo>
                    <a:pt x="1188" y="3707"/>
                    <a:pt x="1493" y="3491"/>
                    <a:pt x="1591" y="3158"/>
                  </a:cubicBezTo>
                  <a:lnTo>
                    <a:pt x="2234" y="984"/>
                  </a:lnTo>
                  <a:cubicBezTo>
                    <a:pt x="2356" y="578"/>
                    <a:pt x="2124" y="151"/>
                    <a:pt x="1718" y="32"/>
                  </a:cubicBezTo>
                  <a:cubicBezTo>
                    <a:pt x="1646" y="10"/>
                    <a:pt x="1572" y="0"/>
                    <a:pt x="15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1"/>
            <p:cNvSpPr/>
            <p:nvPr/>
          </p:nvSpPr>
          <p:spPr>
            <a:xfrm>
              <a:off x="6796425" y="2413275"/>
              <a:ext cx="58875" cy="92700"/>
            </a:xfrm>
            <a:custGeom>
              <a:avLst/>
              <a:gdLst/>
              <a:ahLst/>
              <a:cxnLst/>
              <a:rect l="l" t="t" r="r" b="b"/>
              <a:pathLst>
                <a:path w="2355" h="3708" extrusionOk="0">
                  <a:moveTo>
                    <a:pt x="1500" y="0"/>
                  </a:moveTo>
                  <a:cubicBezTo>
                    <a:pt x="1169" y="0"/>
                    <a:pt x="864" y="216"/>
                    <a:pt x="764" y="550"/>
                  </a:cubicBezTo>
                  <a:lnTo>
                    <a:pt x="120" y="2723"/>
                  </a:lnTo>
                  <a:cubicBezTo>
                    <a:pt x="1" y="3129"/>
                    <a:pt x="232" y="3555"/>
                    <a:pt x="638" y="3676"/>
                  </a:cubicBezTo>
                  <a:cubicBezTo>
                    <a:pt x="711" y="3697"/>
                    <a:pt x="784" y="3708"/>
                    <a:pt x="855" y="3708"/>
                  </a:cubicBezTo>
                  <a:cubicBezTo>
                    <a:pt x="1186" y="3708"/>
                    <a:pt x="1491" y="3492"/>
                    <a:pt x="1590" y="3158"/>
                  </a:cubicBezTo>
                  <a:lnTo>
                    <a:pt x="2235" y="985"/>
                  </a:lnTo>
                  <a:cubicBezTo>
                    <a:pt x="2354" y="579"/>
                    <a:pt x="2123" y="153"/>
                    <a:pt x="1717" y="32"/>
                  </a:cubicBezTo>
                  <a:cubicBezTo>
                    <a:pt x="1644" y="10"/>
                    <a:pt x="1571" y="0"/>
                    <a:pt x="15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1"/>
            <p:cNvSpPr/>
            <p:nvPr/>
          </p:nvSpPr>
          <p:spPr>
            <a:xfrm>
              <a:off x="6831125" y="2259625"/>
              <a:ext cx="202075" cy="116650"/>
            </a:xfrm>
            <a:custGeom>
              <a:avLst/>
              <a:gdLst/>
              <a:ahLst/>
              <a:cxnLst/>
              <a:rect l="l" t="t" r="r" b="b"/>
              <a:pathLst>
                <a:path w="8083" h="4666" extrusionOk="0">
                  <a:moveTo>
                    <a:pt x="3015" y="1"/>
                  </a:moveTo>
                  <a:cubicBezTo>
                    <a:pt x="1613" y="1"/>
                    <a:pt x="515" y="497"/>
                    <a:pt x="298" y="1343"/>
                  </a:cubicBezTo>
                  <a:cubicBezTo>
                    <a:pt x="0" y="2508"/>
                    <a:pt x="1491" y="3897"/>
                    <a:pt x="3626" y="4443"/>
                  </a:cubicBezTo>
                  <a:cubicBezTo>
                    <a:pt x="4213" y="4594"/>
                    <a:pt x="4788" y="4665"/>
                    <a:pt x="5319" y="4665"/>
                  </a:cubicBezTo>
                  <a:cubicBezTo>
                    <a:pt x="6332" y="4665"/>
                    <a:pt x="7186" y="4406"/>
                    <a:pt x="7665" y="3944"/>
                  </a:cubicBezTo>
                  <a:cubicBezTo>
                    <a:pt x="7848" y="3765"/>
                    <a:pt x="7975" y="3557"/>
                    <a:pt x="8036" y="3323"/>
                  </a:cubicBezTo>
                  <a:cubicBezTo>
                    <a:pt x="8072" y="3182"/>
                    <a:pt x="8083" y="3036"/>
                    <a:pt x="8067" y="2891"/>
                  </a:cubicBezTo>
                  <a:cubicBezTo>
                    <a:pt x="7963" y="1834"/>
                    <a:pt x="6585" y="704"/>
                    <a:pt x="4708" y="222"/>
                  </a:cubicBezTo>
                  <a:cubicBezTo>
                    <a:pt x="4121" y="72"/>
                    <a:pt x="3546" y="1"/>
                    <a:pt x="30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1"/>
            <p:cNvSpPr/>
            <p:nvPr/>
          </p:nvSpPr>
          <p:spPr>
            <a:xfrm>
              <a:off x="7014775" y="2331875"/>
              <a:ext cx="18400" cy="26350"/>
            </a:xfrm>
            <a:custGeom>
              <a:avLst/>
              <a:gdLst/>
              <a:ahLst/>
              <a:cxnLst/>
              <a:rect l="l" t="t" r="r" b="b"/>
              <a:pathLst>
                <a:path w="736" h="1054" extrusionOk="0">
                  <a:moveTo>
                    <a:pt x="721" y="1"/>
                  </a:moveTo>
                  <a:cubicBezTo>
                    <a:pt x="399" y="4"/>
                    <a:pt x="126" y="170"/>
                    <a:pt x="58" y="433"/>
                  </a:cubicBezTo>
                  <a:cubicBezTo>
                    <a:pt x="0" y="655"/>
                    <a:pt x="109" y="891"/>
                    <a:pt x="319" y="1054"/>
                  </a:cubicBezTo>
                  <a:cubicBezTo>
                    <a:pt x="502" y="875"/>
                    <a:pt x="629" y="667"/>
                    <a:pt x="690" y="433"/>
                  </a:cubicBezTo>
                  <a:cubicBezTo>
                    <a:pt x="726" y="292"/>
                    <a:pt x="735" y="146"/>
                    <a:pt x="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1"/>
            <p:cNvSpPr/>
            <p:nvPr/>
          </p:nvSpPr>
          <p:spPr>
            <a:xfrm>
              <a:off x="6968050" y="2474475"/>
              <a:ext cx="50825" cy="77725"/>
            </a:xfrm>
            <a:custGeom>
              <a:avLst/>
              <a:gdLst/>
              <a:ahLst/>
              <a:cxnLst/>
              <a:rect l="l" t="t" r="r" b="b"/>
              <a:pathLst>
                <a:path w="2033" h="3109" extrusionOk="0">
                  <a:moveTo>
                    <a:pt x="1011" y="0"/>
                  </a:moveTo>
                  <a:cubicBezTo>
                    <a:pt x="865" y="0"/>
                    <a:pt x="730" y="96"/>
                    <a:pt x="686" y="244"/>
                  </a:cubicBezTo>
                  <a:lnTo>
                    <a:pt x="53" y="2382"/>
                  </a:lnTo>
                  <a:cubicBezTo>
                    <a:pt x="0" y="2563"/>
                    <a:pt x="103" y="2752"/>
                    <a:pt x="284" y="2805"/>
                  </a:cubicBezTo>
                  <a:lnTo>
                    <a:pt x="1277" y="3100"/>
                  </a:lnTo>
                  <a:cubicBezTo>
                    <a:pt x="1297" y="3106"/>
                    <a:pt x="1312" y="3109"/>
                    <a:pt x="1324" y="3109"/>
                  </a:cubicBezTo>
                  <a:cubicBezTo>
                    <a:pt x="1424" y="3109"/>
                    <a:pt x="1298" y="2926"/>
                    <a:pt x="1345" y="2766"/>
                  </a:cubicBezTo>
                  <a:lnTo>
                    <a:pt x="1978" y="627"/>
                  </a:lnTo>
                  <a:cubicBezTo>
                    <a:pt x="2033" y="447"/>
                    <a:pt x="1930" y="257"/>
                    <a:pt x="1750" y="204"/>
                  </a:cubicBezTo>
                  <a:lnTo>
                    <a:pt x="1109" y="15"/>
                  </a:lnTo>
                  <a:cubicBezTo>
                    <a:pt x="1076" y="5"/>
                    <a:pt x="1043" y="0"/>
                    <a:pt x="1011"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1"/>
            <p:cNvSpPr/>
            <p:nvPr/>
          </p:nvSpPr>
          <p:spPr>
            <a:xfrm>
              <a:off x="6981225" y="2478250"/>
              <a:ext cx="45925" cy="73900"/>
            </a:xfrm>
            <a:custGeom>
              <a:avLst/>
              <a:gdLst/>
              <a:ahLst/>
              <a:cxnLst/>
              <a:rect l="l" t="t" r="r" b="b"/>
              <a:pathLst>
                <a:path w="1837" h="2956" extrusionOk="0">
                  <a:moveTo>
                    <a:pt x="1013" y="1"/>
                  </a:moveTo>
                  <a:cubicBezTo>
                    <a:pt x="866" y="1"/>
                    <a:pt x="731" y="97"/>
                    <a:pt x="688" y="244"/>
                  </a:cubicBezTo>
                  <a:lnTo>
                    <a:pt x="53" y="2383"/>
                  </a:lnTo>
                  <a:cubicBezTo>
                    <a:pt x="0" y="2563"/>
                    <a:pt x="103" y="2752"/>
                    <a:pt x="284" y="2805"/>
                  </a:cubicBezTo>
                  <a:lnTo>
                    <a:pt x="726" y="2942"/>
                  </a:lnTo>
                  <a:cubicBezTo>
                    <a:pt x="758" y="2951"/>
                    <a:pt x="790" y="2956"/>
                    <a:pt x="822" y="2956"/>
                  </a:cubicBezTo>
                  <a:cubicBezTo>
                    <a:pt x="969" y="2956"/>
                    <a:pt x="1105" y="2860"/>
                    <a:pt x="1150" y="2712"/>
                  </a:cubicBezTo>
                  <a:lnTo>
                    <a:pt x="1783" y="574"/>
                  </a:lnTo>
                  <a:cubicBezTo>
                    <a:pt x="1836" y="394"/>
                    <a:pt x="1733" y="205"/>
                    <a:pt x="1553" y="150"/>
                  </a:cubicBezTo>
                  <a:lnTo>
                    <a:pt x="1111" y="15"/>
                  </a:lnTo>
                  <a:cubicBezTo>
                    <a:pt x="1078" y="5"/>
                    <a:pt x="1045" y="1"/>
                    <a:pt x="10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p:nvPr/>
          </p:nvSpPr>
          <p:spPr>
            <a:xfrm>
              <a:off x="7000600" y="2281000"/>
              <a:ext cx="81250" cy="232325"/>
            </a:xfrm>
            <a:custGeom>
              <a:avLst/>
              <a:gdLst/>
              <a:ahLst/>
              <a:cxnLst/>
              <a:rect l="l" t="t" r="r" b="b"/>
              <a:pathLst>
                <a:path w="3250" h="9293" extrusionOk="0">
                  <a:moveTo>
                    <a:pt x="2928" y="0"/>
                  </a:moveTo>
                  <a:cubicBezTo>
                    <a:pt x="2804" y="0"/>
                    <a:pt x="2690" y="81"/>
                    <a:pt x="2653" y="206"/>
                  </a:cubicBezTo>
                  <a:lnTo>
                    <a:pt x="45" y="8923"/>
                  </a:lnTo>
                  <a:cubicBezTo>
                    <a:pt x="1" y="9076"/>
                    <a:pt x="87" y="9237"/>
                    <a:pt x="240" y="9281"/>
                  </a:cubicBezTo>
                  <a:cubicBezTo>
                    <a:pt x="268" y="9289"/>
                    <a:pt x="295" y="9293"/>
                    <a:pt x="322" y="9293"/>
                  </a:cubicBezTo>
                  <a:cubicBezTo>
                    <a:pt x="446" y="9293"/>
                    <a:pt x="560" y="9212"/>
                    <a:pt x="598" y="9087"/>
                  </a:cubicBezTo>
                  <a:lnTo>
                    <a:pt x="3205" y="370"/>
                  </a:lnTo>
                  <a:cubicBezTo>
                    <a:pt x="3250" y="217"/>
                    <a:pt x="3164" y="58"/>
                    <a:pt x="3011" y="12"/>
                  </a:cubicBezTo>
                  <a:cubicBezTo>
                    <a:pt x="2983" y="4"/>
                    <a:pt x="2955" y="0"/>
                    <a:pt x="29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1"/>
            <p:cNvSpPr/>
            <p:nvPr/>
          </p:nvSpPr>
          <p:spPr>
            <a:xfrm>
              <a:off x="6684150" y="3257875"/>
              <a:ext cx="302125" cy="78425"/>
            </a:xfrm>
            <a:custGeom>
              <a:avLst/>
              <a:gdLst/>
              <a:ahLst/>
              <a:cxnLst/>
              <a:rect l="l" t="t" r="r" b="b"/>
              <a:pathLst>
                <a:path w="12085" h="3137" extrusionOk="0">
                  <a:moveTo>
                    <a:pt x="9125" y="0"/>
                  </a:moveTo>
                  <a:cubicBezTo>
                    <a:pt x="9028" y="26"/>
                    <a:pt x="8931" y="53"/>
                    <a:pt x="8833" y="76"/>
                  </a:cubicBezTo>
                  <a:cubicBezTo>
                    <a:pt x="8971" y="736"/>
                    <a:pt x="9084" y="1544"/>
                    <a:pt x="9101" y="2454"/>
                  </a:cubicBezTo>
                  <a:cubicBezTo>
                    <a:pt x="7409" y="2738"/>
                    <a:pt x="5925" y="2839"/>
                    <a:pt x="4667" y="2839"/>
                  </a:cubicBezTo>
                  <a:cubicBezTo>
                    <a:pt x="2285" y="2839"/>
                    <a:pt x="710" y="2475"/>
                    <a:pt x="67" y="2292"/>
                  </a:cubicBezTo>
                  <a:cubicBezTo>
                    <a:pt x="43" y="2387"/>
                    <a:pt x="22" y="2484"/>
                    <a:pt x="0" y="2583"/>
                  </a:cubicBezTo>
                  <a:cubicBezTo>
                    <a:pt x="679" y="2775"/>
                    <a:pt x="2276" y="3137"/>
                    <a:pt x="4669" y="3137"/>
                  </a:cubicBezTo>
                  <a:cubicBezTo>
                    <a:pt x="5975" y="3137"/>
                    <a:pt x="7518" y="3029"/>
                    <a:pt x="9278" y="2725"/>
                  </a:cubicBezTo>
                  <a:lnTo>
                    <a:pt x="9404" y="2704"/>
                  </a:lnTo>
                  <a:lnTo>
                    <a:pt x="9402" y="2577"/>
                  </a:lnTo>
                  <a:cubicBezTo>
                    <a:pt x="9398" y="2054"/>
                    <a:pt x="9361" y="1565"/>
                    <a:pt x="9307" y="1113"/>
                  </a:cubicBezTo>
                  <a:cubicBezTo>
                    <a:pt x="9749" y="1101"/>
                    <a:pt x="10950" y="1006"/>
                    <a:pt x="12085" y="361"/>
                  </a:cubicBezTo>
                  <a:cubicBezTo>
                    <a:pt x="12044" y="268"/>
                    <a:pt x="12003" y="176"/>
                    <a:pt x="11962" y="86"/>
                  </a:cubicBezTo>
                  <a:cubicBezTo>
                    <a:pt x="10858" y="723"/>
                    <a:pt x="9654" y="806"/>
                    <a:pt x="9267" y="815"/>
                  </a:cubicBezTo>
                  <a:cubicBezTo>
                    <a:pt x="9227" y="523"/>
                    <a:pt x="9177" y="250"/>
                    <a:pt x="91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1"/>
            <p:cNvSpPr/>
            <p:nvPr/>
          </p:nvSpPr>
          <p:spPr>
            <a:xfrm>
              <a:off x="7009900" y="2721050"/>
              <a:ext cx="145500" cy="173350"/>
            </a:xfrm>
            <a:custGeom>
              <a:avLst/>
              <a:gdLst/>
              <a:ahLst/>
              <a:cxnLst/>
              <a:rect l="l" t="t" r="r" b="b"/>
              <a:pathLst>
                <a:path w="5820" h="6934" extrusionOk="0">
                  <a:moveTo>
                    <a:pt x="3247" y="0"/>
                  </a:moveTo>
                  <a:cubicBezTo>
                    <a:pt x="1995" y="0"/>
                    <a:pt x="776" y="1219"/>
                    <a:pt x="407" y="2927"/>
                  </a:cubicBezTo>
                  <a:cubicBezTo>
                    <a:pt x="0" y="4819"/>
                    <a:pt x="791" y="6593"/>
                    <a:pt x="2172" y="6891"/>
                  </a:cubicBezTo>
                  <a:cubicBezTo>
                    <a:pt x="2305" y="6920"/>
                    <a:pt x="2439" y="6933"/>
                    <a:pt x="2573" y="6933"/>
                  </a:cubicBezTo>
                  <a:cubicBezTo>
                    <a:pt x="3824" y="6933"/>
                    <a:pt x="5044" y="5715"/>
                    <a:pt x="5412" y="4005"/>
                  </a:cubicBezTo>
                  <a:cubicBezTo>
                    <a:pt x="5820" y="2115"/>
                    <a:pt x="5030" y="340"/>
                    <a:pt x="3649" y="43"/>
                  </a:cubicBezTo>
                  <a:cubicBezTo>
                    <a:pt x="3515" y="14"/>
                    <a:pt x="3381" y="0"/>
                    <a:pt x="3247"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1"/>
            <p:cNvSpPr/>
            <p:nvPr/>
          </p:nvSpPr>
          <p:spPr>
            <a:xfrm>
              <a:off x="7038900" y="2742800"/>
              <a:ext cx="128800" cy="138550"/>
            </a:xfrm>
            <a:custGeom>
              <a:avLst/>
              <a:gdLst/>
              <a:ahLst/>
              <a:cxnLst/>
              <a:rect l="l" t="t" r="r" b="b"/>
              <a:pathLst>
                <a:path w="5152" h="5542" extrusionOk="0">
                  <a:moveTo>
                    <a:pt x="2534" y="0"/>
                  </a:moveTo>
                  <a:cubicBezTo>
                    <a:pt x="1547" y="0"/>
                    <a:pt x="619" y="926"/>
                    <a:pt x="326" y="2284"/>
                  </a:cubicBezTo>
                  <a:cubicBezTo>
                    <a:pt x="0" y="3796"/>
                    <a:pt x="585" y="5270"/>
                    <a:pt x="1689" y="5507"/>
                  </a:cubicBezTo>
                  <a:cubicBezTo>
                    <a:pt x="1796" y="5530"/>
                    <a:pt x="1908" y="5542"/>
                    <a:pt x="2024" y="5542"/>
                  </a:cubicBezTo>
                  <a:cubicBezTo>
                    <a:pt x="3110" y="5542"/>
                    <a:pt x="4532" y="4568"/>
                    <a:pt x="4826" y="3202"/>
                  </a:cubicBezTo>
                  <a:cubicBezTo>
                    <a:pt x="5152" y="1692"/>
                    <a:pt x="3973" y="274"/>
                    <a:pt x="2869" y="36"/>
                  </a:cubicBezTo>
                  <a:cubicBezTo>
                    <a:pt x="2757" y="12"/>
                    <a:pt x="2645" y="0"/>
                    <a:pt x="2534" y="0"/>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1"/>
            <p:cNvSpPr/>
            <p:nvPr/>
          </p:nvSpPr>
          <p:spPr>
            <a:xfrm>
              <a:off x="7099950" y="2783600"/>
              <a:ext cx="43150" cy="63700"/>
            </a:xfrm>
            <a:custGeom>
              <a:avLst/>
              <a:gdLst/>
              <a:ahLst/>
              <a:cxnLst/>
              <a:rect l="l" t="t" r="r" b="b"/>
              <a:pathLst>
                <a:path w="1726" h="2548" extrusionOk="0">
                  <a:moveTo>
                    <a:pt x="863" y="1"/>
                  </a:moveTo>
                  <a:cubicBezTo>
                    <a:pt x="386" y="1"/>
                    <a:pt x="0" y="572"/>
                    <a:pt x="0" y="1275"/>
                  </a:cubicBezTo>
                  <a:cubicBezTo>
                    <a:pt x="0" y="1978"/>
                    <a:pt x="386" y="2547"/>
                    <a:pt x="863" y="2547"/>
                  </a:cubicBezTo>
                  <a:cubicBezTo>
                    <a:pt x="1339" y="2547"/>
                    <a:pt x="1725" y="1978"/>
                    <a:pt x="1725" y="1275"/>
                  </a:cubicBezTo>
                  <a:cubicBezTo>
                    <a:pt x="1725" y="570"/>
                    <a:pt x="1339" y="1"/>
                    <a:pt x="863" y="1"/>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1"/>
            <p:cNvSpPr/>
            <p:nvPr/>
          </p:nvSpPr>
          <p:spPr>
            <a:xfrm>
              <a:off x="7084000" y="2783600"/>
              <a:ext cx="37500" cy="63700"/>
            </a:xfrm>
            <a:custGeom>
              <a:avLst/>
              <a:gdLst/>
              <a:ahLst/>
              <a:cxnLst/>
              <a:rect l="l" t="t" r="r" b="b"/>
              <a:pathLst>
                <a:path w="1500" h="2548" extrusionOk="0">
                  <a:moveTo>
                    <a:pt x="862" y="1"/>
                  </a:moveTo>
                  <a:cubicBezTo>
                    <a:pt x="387" y="1"/>
                    <a:pt x="0" y="572"/>
                    <a:pt x="0" y="1275"/>
                  </a:cubicBezTo>
                  <a:cubicBezTo>
                    <a:pt x="0" y="1978"/>
                    <a:pt x="387" y="2547"/>
                    <a:pt x="862" y="2547"/>
                  </a:cubicBezTo>
                  <a:lnTo>
                    <a:pt x="1500" y="2547"/>
                  </a:lnTo>
                  <a:cubicBezTo>
                    <a:pt x="1024" y="2547"/>
                    <a:pt x="638" y="1978"/>
                    <a:pt x="638" y="1275"/>
                  </a:cubicBezTo>
                  <a:cubicBezTo>
                    <a:pt x="638" y="570"/>
                    <a:pt x="1024" y="1"/>
                    <a:pt x="1500" y="1"/>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1"/>
            <p:cNvSpPr/>
            <p:nvPr/>
          </p:nvSpPr>
          <p:spPr>
            <a:xfrm>
              <a:off x="7009900" y="2721050"/>
              <a:ext cx="145500" cy="173350"/>
            </a:xfrm>
            <a:custGeom>
              <a:avLst/>
              <a:gdLst/>
              <a:ahLst/>
              <a:cxnLst/>
              <a:rect l="l" t="t" r="r" b="b"/>
              <a:pathLst>
                <a:path w="5820" h="6934" extrusionOk="0">
                  <a:moveTo>
                    <a:pt x="3247" y="0"/>
                  </a:moveTo>
                  <a:cubicBezTo>
                    <a:pt x="1995" y="0"/>
                    <a:pt x="776" y="1219"/>
                    <a:pt x="407" y="2927"/>
                  </a:cubicBezTo>
                  <a:cubicBezTo>
                    <a:pt x="0" y="4819"/>
                    <a:pt x="791" y="6593"/>
                    <a:pt x="2172" y="6891"/>
                  </a:cubicBezTo>
                  <a:cubicBezTo>
                    <a:pt x="2305" y="6920"/>
                    <a:pt x="2439" y="6933"/>
                    <a:pt x="2573" y="6933"/>
                  </a:cubicBezTo>
                  <a:cubicBezTo>
                    <a:pt x="3824" y="6933"/>
                    <a:pt x="5044" y="5715"/>
                    <a:pt x="5412" y="4005"/>
                  </a:cubicBezTo>
                  <a:cubicBezTo>
                    <a:pt x="5820" y="2115"/>
                    <a:pt x="5030" y="340"/>
                    <a:pt x="3649" y="43"/>
                  </a:cubicBezTo>
                  <a:cubicBezTo>
                    <a:pt x="3515" y="14"/>
                    <a:pt x="3381" y="0"/>
                    <a:pt x="32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1"/>
            <p:cNvSpPr/>
            <p:nvPr/>
          </p:nvSpPr>
          <p:spPr>
            <a:xfrm>
              <a:off x="7038900" y="2742800"/>
              <a:ext cx="128800" cy="138550"/>
            </a:xfrm>
            <a:custGeom>
              <a:avLst/>
              <a:gdLst/>
              <a:ahLst/>
              <a:cxnLst/>
              <a:rect l="l" t="t" r="r" b="b"/>
              <a:pathLst>
                <a:path w="5152" h="5542" extrusionOk="0">
                  <a:moveTo>
                    <a:pt x="2534" y="0"/>
                  </a:moveTo>
                  <a:cubicBezTo>
                    <a:pt x="1547" y="0"/>
                    <a:pt x="619" y="926"/>
                    <a:pt x="326" y="2284"/>
                  </a:cubicBezTo>
                  <a:cubicBezTo>
                    <a:pt x="0" y="3796"/>
                    <a:pt x="585" y="5270"/>
                    <a:pt x="1689" y="5507"/>
                  </a:cubicBezTo>
                  <a:cubicBezTo>
                    <a:pt x="1796" y="5530"/>
                    <a:pt x="1908" y="5542"/>
                    <a:pt x="2024" y="5542"/>
                  </a:cubicBezTo>
                  <a:cubicBezTo>
                    <a:pt x="3110" y="5542"/>
                    <a:pt x="4532" y="4568"/>
                    <a:pt x="4826" y="3202"/>
                  </a:cubicBezTo>
                  <a:cubicBezTo>
                    <a:pt x="5152" y="1692"/>
                    <a:pt x="3973" y="274"/>
                    <a:pt x="2869" y="36"/>
                  </a:cubicBezTo>
                  <a:cubicBezTo>
                    <a:pt x="2757" y="12"/>
                    <a:pt x="2645" y="0"/>
                    <a:pt x="25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1"/>
            <p:cNvSpPr/>
            <p:nvPr/>
          </p:nvSpPr>
          <p:spPr>
            <a:xfrm>
              <a:off x="7099950" y="2783600"/>
              <a:ext cx="43150" cy="63700"/>
            </a:xfrm>
            <a:custGeom>
              <a:avLst/>
              <a:gdLst/>
              <a:ahLst/>
              <a:cxnLst/>
              <a:rect l="l" t="t" r="r" b="b"/>
              <a:pathLst>
                <a:path w="1726" h="2548" extrusionOk="0">
                  <a:moveTo>
                    <a:pt x="863" y="1"/>
                  </a:moveTo>
                  <a:cubicBezTo>
                    <a:pt x="386" y="1"/>
                    <a:pt x="0" y="572"/>
                    <a:pt x="0" y="1275"/>
                  </a:cubicBezTo>
                  <a:cubicBezTo>
                    <a:pt x="0" y="1978"/>
                    <a:pt x="386" y="2547"/>
                    <a:pt x="863" y="2547"/>
                  </a:cubicBezTo>
                  <a:cubicBezTo>
                    <a:pt x="1339" y="2547"/>
                    <a:pt x="1725" y="1978"/>
                    <a:pt x="1725" y="1275"/>
                  </a:cubicBezTo>
                  <a:cubicBezTo>
                    <a:pt x="1725" y="570"/>
                    <a:pt x="1339" y="1"/>
                    <a:pt x="8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1"/>
            <p:cNvSpPr/>
            <p:nvPr/>
          </p:nvSpPr>
          <p:spPr>
            <a:xfrm>
              <a:off x="7084000" y="2783600"/>
              <a:ext cx="37500" cy="63700"/>
            </a:xfrm>
            <a:custGeom>
              <a:avLst/>
              <a:gdLst/>
              <a:ahLst/>
              <a:cxnLst/>
              <a:rect l="l" t="t" r="r" b="b"/>
              <a:pathLst>
                <a:path w="1500" h="2548" extrusionOk="0">
                  <a:moveTo>
                    <a:pt x="862" y="1"/>
                  </a:moveTo>
                  <a:cubicBezTo>
                    <a:pt x="387" y="1"/>
                    <a:pt x="0" y="572"/>
                    <a:pt x="0" y="1275"/>
                  </a:cubicBezTo>
                  <a:cubicBezTo>
                    <a:pt x="0" y="1978"/>
                    <a:pt x="387" y="2547"/>
                    <a:pt x="862" y="2547"/>
                  </a:cubicBezTo>
                  <a:lnTo>
                    <a:pt x="1500" y="2547"/>
                  </a:lnTo>
                  <a:cubicBezTo>
                    <a:pt x="1024" y="2547"/>
                    <a:pt x="638" y="1978"/>
                    <a:pt x="638" y="1275"/>
                  </a:cubicBezTo>
                  <a:cubicBezTo>
                    <a:pt x="638" y="570"/>
                    <a:pt x="1024" y="1"/>
                    <a:pt x="15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1"/>
            <p:cNvSpPr/>
            <p:nvPr/>
          </p:nvSpPr>
          <p:spPr>
            <a:xfrm>
              <a:off x="6980875" y="2790225"/>
              <a:ext cx="400475" cy="397525"/>
            </a:xfrm>
            <a:custGeom>
              <a:avLst/>
              <a:gdLst/>
              <a:ahLst/>
              <a:cxnLst/>
              <a:rect l="l" t="t" r="r" b="b"/>
              <a:pathLst>
                <a:path w="16019" h="15901" extrusionOk="0">
                  <a:moveTo>
                    <a:pt x="5859" y="1"/>
                  </a:moveTo>
                  <a:cubicBezTo>
                    <a:pt x="5417" y="1"/>
                    <a:pt x="5034" y="289"/>
                    <a:pt x="4904" y="699"/>
                  </a:cubicBezTo>
                  <a:cubicBezTo>
                    <a:pt x="4880" y="772"/>
                    <a:pt x="4864" y="849"/>
                    <a:pt x="4858" y="928"/>
                  </a:cubicBezTo>
                  <a:cubicBezTo>
                    <a:pt x="4813" y="1482"/>
                    <a:pt x="5227" y="1968"/>
                    <a:pt x="5781" y="2014"/>
                  </a:cubicBezTo>
                  <a:cubicBezTo>
                    <a:pt x="5798" y="2014"/>
                    <a:pt x="6328" y="2061"/>
                    <a:pt x="7111" y="2221"/>
                  </a:cubicBezTo>
                  <a:lnTo>
                    <a:pt x="7112" y="2221"/>
                  </a:lnTo>
                  <a:cubicBezTo>
                    <a:pt x="7277" y="2255"/>
                    <a:pt x="7453" y="2294"/>
                    <a:pt x="7639" y="2338"/>
                  </a:cubicBezTo>
                  <a:cubicBezTo>
                    <a:pt x="8374" y="2515"/>
                    <a:pt x="9245" y="2782"/>
                    <a:pt x="10104" y="3177"/>
                  </a:cubicBezTo>
                  <a:cubicBezTo>
                    <a:pt x="10249" y="3244"/>
                    <a:pt x="10393" y="3315"/>
                    <a:pt x="10537" y="3389"/>
                  </a:cubicBezTo>
                  <a:cubicBezTo>
                    <a:pt x="11175" y="3719"/>
                    <a:pt x="11790" y="4128"/>
                    <a:pt x="12320" y="4630"/>
                  </a:cubicBezTo>
                  <a:cubicBezTo>
                    <a:pt x="12433" y="4737"/>
                    <a:pt x="12543" y="4849"/>
                    <a:pt x="12647" y="4965"/>
                  </a:cubicBezTo>
                  <a:cubicBezTo>
                    <a:pt x="12724" y="5051"/>
                    <a:pt x="12800" y="5139"/>
                    <a:pt x="12871" y="5230"/>
                  </a:cubicBezTo>
                  <a:cubicBezTo>
                    <a:pt x="13398" y="5892"/>
                    <a:pt x="13735" y="6628"/>
                    <a:pt x="13886" y="7452"/>
                  </a:cubicBezTo>
                  <a:cubicBezTo>
                    <a:pt x="13915" y="7606"/>
                    <a:pt x="13936" y="7762"/>
                    <a:pt x="13953" y="7921"/>
                  </a:cubicBezTo>
                  <a:cubicBezTo>
                    <a:pt x="14003" y="8447"/>
                    <a:pt x="13985" y="9006"/>
                    <a:pt x="13897" y="9603"/>
                  </a:cubicBezTo>
                  <a:cubicBezTo>
                    <a:pt x="13854" y="9890"/>
                    <a:pt x="13801" y="10165"/>
                    <a:pt x="13741" y="10422"/>
                  </a:cubicBezTo>
                  <a:cubicBezTo>
                    <a:pt x="13703" y="10578"/>
                    <a:pt x="13662" y="10730"/>
                    <a:pt x="13618" y="10876"/>
                  </a:cubicBezTo>
                  <a:cubicBezTo>
                    <a:pt x="13386" y="11637"/>
                    <a:pt x="13058" y="12247"/>
                    <a:pt x="12627" y="12712"/>
                  </a:cubicBezTo>
                  <a:cubicBezTo>
                    <a:pt x="12515" y="12837"/>
                    <a:pt x="12394" y="12949"/>
                    <a:pt x="12267" y="13052"/>
                  </a:cubicBezTo>
                  <a:cubicBezTo>
                    <a:pt x="12052" y="13227"/>
                    <a:pt x="11815" y="13373"/>
                    <a:pt x="11558" y="13491"/>
                  </a:cubicBezTo>
                  <a:cubicBezTo>
                    <a:pt x="11140" y="13683"/>
                    <a:pt x="10678" y="13797"/>
                    <a:pt x="10187" y="13847"/>
                  </a:cubicBezTo>
                  <a:cubicBezTo>
                    <a:pt x="10022" y="13864"/>
                    <a:pt x="9855" y="13874"/>
                    <a:pt x="9684" y="13877"/>
                  </a:cubicBezTo>
                  <a:cubicBezTo>
                    <a:pt x="9642" y="13879"/>
                    <a:pt x="9601" y="13879"/>
                    <a:pt x="9557" y="13879"/>
                  </a:cubicBezTo>
                  <a:cubicBezTo>
                    <a:pt x="8771" y="13879"/>
                    <a:pt x="7933" y="13744"/>
                    <a:pt x="7100" y="13532"/>
                  </a:cubicBezTo>
                  <a:cubicBezTo>
                    <a:pt x="6935" y="13489"/>
                    <a:pt x="6768" y="13444"/>
                    <a:pt x="6603" y="13395"/>
                  </a:cubicBezTo>
                  <a:cubicBezTo>
                    <a:pt x="5805" y="13161"/>
                    <a:pt x="5022" y="12865"/>
                    <a:pt x="4310" y="12555"/>
                  </a:cubicBezTo>
                  <a:cubicBezTo>
                    <a:pt x="4154" y="12487"/>
                    <a:pt x="4003" y="12418"/>
                    <a:pt x="3853" y="12350"/>
                  </a:cubicBezTo>
                  <a:cubicBezTo>
                    <a:pt x="3498" y="12187"/>
                    <a:pt x="3165" y="12022"/>
                    <a:pt x="2862" y="11864"/>
                  </a:cubicBezTo>
                  <a:cubicBezTo>
                    <a:pt x="2379" y="11613"/>
                    <a:pt x="1970" y="11378"/>
                    <a:pt x="1665" y="11185"/>
                  </a:cubicBezTo>
                  <a:cubicBezTo>
                    <a:pt x="1602" y="11145"/>
                    <a:pt x="1534" y="11114"/>
                    <a:pt x="1467" y="11090"/>
                  </a:cubicBezTo>
                  <a:cubicBezTo>
                    <a:pt x="1356" y="11050"/>
                    <a:pt x="1242" y="11031"/>
                    <a:pt x="1128" y="11031"/>
                  </a:cubicBezTo>
                  <a:cubicBezTo>
                    <a:pt x="793" y="11031"/>
                    <a:pt x="466" y="11198"/>
                    <a:pt x="275" y="11501"/>
                  </a:cubicBezTo>
                  <a:cubicBezTo>
                    <a:pt x="1" y="11935"/>
                    <a:pt x="101" y="12499"/>
                    <a:pt x="487" y="12817"/>
                  </a:cubicBezTo>
                  <a:cubicBezTo>
                    <a:pt x="520" y="12844"/>
                    <a:pt x="554" y="12868"/>
                    <a:pt x="590" y="12891"/>
                  </a:cubicBezTo>
                  <a:cubicBezTo>
                    <a:pt x="646" y="12926"/>
                    <a:pt x="1667" y="13565"/>
                    <a:pt x="3156" y="14245"/>
                  </a:cubicBezTo>
                  <a:cubicBezTo>
                    <a:pt x="3298" y="14310"/>
                    <a:pt x="3444" y="14375"/>
                    <a:pt x="3594" y="14441"/>
                  </a:cubicBezTo>
                  <a:cubicBezTo>
                    <a:pt x="3931" y="14588"/>
                    <a:pt x="4289" y="14733"/>
                    <a:pt x="4662" y="14874"/>
                  </a:cubicBezTo>
                  <a:cubicBezTo>
                    <a:pt x="5030" y="15012"/>
                    <a:pt x="5389" y="15136"/>
                    <a:pt x="5740" y="15246"/>
                  </a:cubicBezTo>
                  <a:cubicBezTo>
                    <a:pt x="5941" y="15309"/>
                    <a:pt x="6141" y="15368"/>
                    <a:pt x="6337" y="15422"/>
                  </a:cubicBezTo>
                  <a:cubicBezTo>
                    <a:pt x="7496" y="15742"/>
                    <a:pt x="8565" y="15901"/>
                    <a:pt x="9537" y="15901"/>
                  </a:cubicBezTo>
                  <a:cubicBezTo>
                    <a:pt x="9590" y="15901"/>
                    <a:pt x="9643" y="15901"/>
                    <a:pt x="9696" y="15899"/>
                  </a:cubicBezTo>
                  <a:cubicBezTo>
                    <a:pt x="9881" y="15896"/>
                    <a:pt x="10064" y="15887"/>
                    <a:pt x="10242" y="15870"/>
                  </a:cubicBezTo>
                  <a:cubicBezTo>
                    <a:pt x="11031" y="15805"/>
                    <a:pt x="11750" y="15622"/>
                    <a:pt x="12399" y="15324"/>
                  </a:cubicBezTo>
                  <a:cubicBezTo>
                    <a:pt x="12755" y="15160"/>
                    <a:pt x="13086" y="14963"/>
                    <a:pt x="13391" y="14734"/>
                  </a:cubicBezTo>
                  <a:cubicBezTo>
                    <a:pt x="13566" y="14603"/>
                    <a:pt x="13733" y="14460"/>
                    <a:pt x="13891" y="14307"/>
                  </a:cubicBezTo>
                  <a:cubicBezTo>
                    <a:pt x="14559" y="13664"/>
                    <a:pt x="15074" y="12827"/>
                    <a:pt x="15431" y="11808"/>
                  </a:cubicBezTo>
                  <a:cubicBezTo>
                    <a:pt x="15495" y="11629"/>
                    <a:pt x="15552" y="11446"/>
                    <a:pt x="15605" y="11257"/>
                  </a:cubicBezTo>
                  <a:cubicBezTo>
                    <a:pt x="15725" y="10833"/>
                    <a:pt x="15819" y="10378"/>
                    <a:pt x="15890" y="9896"/>
                  </a:cubicBezTo>
                  <a:cubicBezTo>
                    <a:pt x="15990" y="9210"/>
                    <a:pt x="16019" y="8553"/>
                    <a:pt x="15973" y="7924"/>
                  </a:cubicBezTo>
                  <a:cubicBezTo>
                    <a:pt x="15961" y="7740"/>
                    <a:pt x="15942" y="7558"/>
                    <a:pt x="15916" y="7378"/>
                  </a:cubicBezTo>
                  <a:cubicBezTo>
                    <a:pt x="15737" y="6128"/>
                    <a:pt x="15255" y="5001"/>
                    <a:pt x="14474" y="4007"/>
                  </a:cubicBezTo>
                  <a:cubicBezTo>
                    <a:pt x="14465" y="3994"/>
                    <a:pt x="14454" y="3982"/>
                    <a:pt x="14444" y="3968"/>
                  </a:cubicBezTo>
                  <a:cubicBezTo>
                    <a:pt x="14339" y="3838"/>
                    <a:pt x="14230" y="3710"/>
                    <a:pt x="14118" y="3588"/>
                  </a:cubicBezTo>
                  <a:cubicBezTo>
                    <a:pt x="13417" y="2817"/>
                    <a:pt x="12577" y="2211"/>
                    <a:pt x="11709" y="1732"/>
                  </a:cubicBezTo>
                  <a:cubicBezTo>
                    <a:pt x="11575" y="1658"/>
                    <a:pt x="11438" y="1587"/>
                    <a:pt x="11302" y="1517"/>
                  </a:cubicBezTo>
                  <a:lnTo>
                    <a:pt x="11300" y="1517"/>
                  </a:lnTo>
                  <a:cubicBezTo>
                    <a:pt x="10213" y="973"/>
                    <a:pt x="9106" y="620"/>
                    <a:pt x="8182" y="392"/>
                  </a:cubicBezTo>
                  <a:cubicBezTo>
                    <a:pt x="8011" y="351"/>
                    <a:pt x="7845" y="313"/>
                    <a:pt x="7689" y="280"/>
                  </a:cubicBezTo>
                  <a:cubicBezTo>
                    <a:pt x="6706" y="68"/>
                    <a:pt x="6019" y="10"/>
                    <a:pt x="5940" y="4"/>
                  </a:cubicBezTo>
                  <a:cubicBezTo>
                    <a:pt x="5913" y="2"/>
                    <a:pt x="5886" y="1"/>
                    <a:pt x="58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1"/>
            <p:cNvSpPr/>
            <p:nvPr/>
          </p:nvSpPr>
          <p:spPr>
            <a:xfrm>
              <a:off x="7059750" y="3098975"/>
              <a:ext cx="28900" cy="52275"/>
            </a:xfrm>
            <a:custGeom>
              <a:avLst/>
              <a:gdLst/>
              <a:ahLst/>
              <a:cxnLst/>
              <a:rect l="l" t="t" r="r" b="b"/>
              <a:pathLst>
                <a:path w="1156" h="2091" extrusionOk="0">
                  <a:moveTo>
                    <a:pt x="698" y="0"/>
                  </a:moveTo>
                  <a:cubicBezTo>
                    <a:pt x="696" y="497"/>
                    <a:pt x="572" y="1218"/>
                    <a:pt x="1" y="1895"/>
                  </a:cubicBezTo>
                  <a:cubicBezTo>
                    <a:pt x="143" y="1960"/>
                    <a:pt x="289" y="2025"/>
                    <a:pt x="439" y="2091"/>
                  </a:cubicBezTo>
                  <a:cubicBezTo>
                    <a:pt x="835" y="1585"/>
                    <a:pt x="1017" y="1071"/>
                    <a:pt x="1098" y="658"/>
                  </a:cubicBezTo>
                  <a:cubicBezTo>
                    <a:pt x="1129" y="499"/>
                    <a:pt x="1146" y="346"/>
                    <a:pt x="1155" y="205"/>
                  </a:cubicBezTo>
                  <a:lnTo>
                    <a:pt x="1154" y="205"/>
                  </a:lnTo>
                  <a:cubicBezTo>
                    <a:pt x="999" y="138"/>
                    <a:pt x="846" y="70"/>
                    <a:pt x="698"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1"/>
            <p:cNvSpPr/>
            <p:nvPr/>
          </p:nvSpPr>
          <p:spPr>
            <a:xfrm>
              <a:off x="7124350" y="3125100"/>
              <a:ext cx="35250" cy="50700"/>
            </a:xfrm>
            <a:custGeom>
              <a:avLst/>
              <a:gdLst/>
              <a:ahLst/>
              <a:cxnLst/>
              <a:rect l="l" t="t" r="r" b="b"/>
              <a:pathLst>
                <a:path w="1410" h="2028" extrusionOk="0">
                  <a:moveTo>
                    <a:pt x="864" y="0"/>
                  </a:moveTo>
                  <a:lnTo>
                    <a:pt x="864" y="0"/>
                  </a:lnTo>
                  <a:cubicBezTo>
                    <a:pt x="970" y="343"/>
                    <a:pt x="917" y="711"/>
                    <a:pt x="801" y="1003"/>
                  </a:cubicBezTo>
                  <a:cubicBezTo>
                    <a:pt x="669" y="1324"/>
                    <a:pt x="398" y="1682"/>
                    <a:pt x="1" y="1851"/>
                  </a:cubicBezTo>
                  <a:cubicBezTo>
                    <a:pt x="202" y="1914"/>
                    <a:pt x="402" y="1973"/>
                    <a:pt x="598" y="2027"/>
                  </a:cubicBezTo>
                  <a:cubicBezTo>
                    <a:pt x="866" y="1815"/>
                    <a:pt x="1086" y="1526"/>
                    <a:pt x="1226" y="1174"/>
                  </a:cubicBezTo>
                  <a:cubicBezTo>
                    <a:pt x="1367" y="827"/>
                    <a:pt x="1410" y="470"/>
                    <a:pt x="1363" y="137"/>
                  </a:cubicBezTo>
                  <a:cubicBezTo>
                    <a:pt x="1196" y="94"/>
                    <a:pt x="1029" y="49"/>
                    <a:pt x="86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1"/>
            <p:cNvSpPr/>
            <p:nvPr/>
          </p:nvSpPr>
          <p:spPr>
            <a:xfrm>
              <a:off x="7223000" y="3136375"/>
              <a:ext cx="20550" cy="51350"/>
            </a:xfrm>
            <a:custGeom>
              <a:avLst/>
              <a:gdLst/>
              <a:ahLst/>
              <a:cxnLst/>
              <a:rect l="l" t="t" r="r" b="b"/>
              <a:pathLst>
                <a:path w="822" h="2054" extrusionOk="0">
                  <a:moveTo>
                    <a:pt x="502" y="1"/>
                  </a:moveTo>
                  <a:cubicBezTo>
                    <a:pt x="337" y="18"/>
                    <a:pt x="170" y="28"/>
                    <a:pt x="1" y="31"/>
                  </a:cubicBezTo>
                  <a:cubicBezTo>
                    <a:pt x="164" y="336"/>
                    <a:pt x="363" y="832"/>
                    <a:pt x="281" y="1367"/>
                  </a:cubicBezTo>
                  <a:cubicBezTo>
                    <a:pt x="245" y="1609"/>
                    <a:pt x="154" y="1838"/>
                    <a:pt x="11" y="2053"/>
                  </a:cubicBezTo>
                  <a:cubicBezTo>
                    <a:pt x="196" y="2050"/>
                    <a:pt x="379" y="2041"/>
                    <a:pt x="557" y="2024"/>
                  </a:cubicBezTo>
                  <a:cubicBezTo>
                    <a:pt x="646" y="1835"/>
                    <a:pt x="707" y="1638"/>
                    <a:pt x="737" y="1432"/>
                  </a:cubicBezTo>
                  <a:lnTo>
                    <a:pt x="738" y="1432"/>
                  </a:lnTo>
                  <a:cubicBezTo>
                    <a:pt x="822" y="875"/>
                    <a:pt x="669" y="366"/>
                    <a:pt x="502"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1"/>
            <p:cNvSpPr/>
            <p:nvPr/>
          </p:nvSpPr>
          <p:spPr>
            <a:xfrm>
              <a:off x="7287525" y="3108050"/>
              <a:ext cx="40625" cy="50550"/>
            </a:xfrm>
            <a:custGeom>
              <a:avLst/>
              <a:gdLst/>
              <a:ahLst/>
              <a:cxnLst/>
              <a:rect l="l" t="t" r="r" b="b"/>
              <a:pathLst>
                <a:path w="1625" h="2022" extrusionOk="0">
                  <a:moveTo>
                    <a:pt x="361" y="1"/>
                  </a:moveTo>
                  <a:cubicBezTo>
                    <a:pt x="249" y="124"/>
                    <a:pt x="128" y="236"/>
                    <a:pt x="1" y="339"/>
                  </a:cubicBezTo>
                  <a:cubicBezTo>
                    <a:pt x="369" y="502"/>
                    <a:pt x="890" y="810"/>
                    <a:pt x="1087" y="1296"/>
                  </a:cubicBezTo>
                  <a:cubicBezTo>
                    <a:pt x="1178" y="1517"/>
                    <a:pt x="1190" y="1759"/>
                    <a:pt x="1125" y="2021"/>
                  </a:cubicBezTo>
                  <a:cubicBezTo>
                    <a:pt x="1300" y="1890"/>
                    <a:pt x="1467" y="1747"/>
                    <a:pt x="1625" y="1594"/>
                  </a:cubicBezTo>
                  <a:cubicBezTo>
                    <a:pt x="1613" y="1432"/>
                    <a:pt x="1576" y="1275"/>
                    <a:pt x="1514" y="1123"/>
                  </a:cubicBezTo>
                  <a:cubicBezTo>
                    <a:pt x="1291" y="572"/>
                    <a:pt x="781" y="213"/>
                    <a:pt x="361"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1"/>
            <p:cNvSpPr/>
            <p:nvPr/>
          </p:nvSpPr>
          <p:spPr>
            <a:xfrm>
              <a:off x="7321300" y="3050775"/>
              <a:ext cx="49725" cy="34675"/>
            </a:xfrm>
            <a:custGeom>
              <a:avLst/>
              <a:gdLst/>
              <a:ahLst/>
              <a:cxnLst/>
              <a:rect l="l" t="t" r="r" b="b"/>
              <a:pathLst>
                <a:path w="1989" h="1387" extrusionOk="0">
                  <a:moveTo>
                    <a:pt x="124" y="0"/>
                  </a:moveTo>
                  <a:cubicBezTo>
                    <a:pt x="86" y="156"/>
                    <a:pt x="45" y="309"/>
                    <a:pt x="1" y="454"/>
                  </a:cubicBezTo>
                  <a:cubicBezTo>
                    <a:pt x="498" y="500"/>
                    <a:pt x="1449" y="683"/>
                    <a:pt x="1814" y="1386"/>
                  </a:cubicBezTo>
                  <a:cubicBezTo>
                    <a:pt x="1878" y="1207"/>
                    <a:pt x="1935" y="1024"/>
                    <a:pt x="1988" y="835"/>
                  </a:cubicBezTo>
                  <a:lnTo>
                    <a:pt x="1987" y="835"/>
                  </a:lnTo>
                  <a:cubicBezTo>
                    <a:pt x="1514" y="303"/>
                    <a:pt x="743" y="70"/>
                    <a:pt x="12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1"/>
            <p:cNvSpPr/>
            <p:nvPr/>
          </p:nvSpPr>
          <p:spPr>
            <a:xfrm>
              <a:off x="7328025" y="2970225"/>
              <a:ext cx="52200" cy="18150"/>
            </a:xfrm>
            <a:custGeom>
              <a:avLst/>
              <a:gdLst/>
              <a:ahLst/>
              <a:cxnLst/>
              <a:rect l="l" t="t" r="r" b="b"/>
              <a:pathLst>
                <a:path w="2088" h="726" extrusionOk="0">
                  <a:moveTo>
                    <a:pt x="1145" y="0"/>
                  </a:moveTo>
                  <a:cubicBezTo>
                    <a:pt x="702" y="0"/>
                    <a:pt x="302" y="121"/>
                    <a:pt x="0" y="252"/>
                  </a:cubicBezTo>
                  <a:cubicBezTo>
                    <a:pt x="29" y="406"/>
                    <a:pt x="50" y="562"/>
                    <a:pt x="67" y="723"/>
                  </a:cubicBezTo>
                  <a:cubicBezTo>
                    <a:pt x="324" y="595"/>
                    <a:pt x="700" y="457"/>
                    <a:pt x="1125" y="457"/>
                  </a:cubicBezTo>
                  <a:cubicBezTo>
                    <a:pt x="1430" y="457"/>
                    <a:pt x="1759" y="528"/>
                    <a:pt x="2087" y="726"/>
                  </a:cubicBezTo>
                  <a:cubicBezTo>
                    <a:pt x="2075" y="541"/>
                    <a:pt x="2056" y="358"/>
                    <a:pt x="2030" y="178"/>
                  </a:cubicBezTo>
                  <a:cubicBezTo>
                    <a:pt x="1727" y="49"/>
                    <a:pt x="1427" y="0"/>
                    <a:pt x="1145"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1"/>
            <p:cNvSpPr/>
            <p:nvPr/>
          </p:nvSpPr>
          <p:spPr>
            <a:xfrm>
              <a:off x="7288850" y="2879900"/>
              <a:ext cx="53875" cy="34500"/>
            </a:xfrm>
            <a:custGeom>
              <a:avLst/>
              <a:gdLst/>
              <a:ahLst/>
              <a:cxnLst/>
              <a:rect l="l" t="t" r="r" b="b"/>
              <a:pathLst>
                <a:path w="2155" h="1380" extrusionOk="0">
                  <a:moveTo>
                    <a:pt x="1799" y="1"/>
                  </a:moveTo>
                  <a:cubicBezTo>
                    <a:pt x="813" y="166"/>
                    <a:pt x="272" y="675"/>
                    <a:pt x="1" y="1043"/>
                  </a:cubicBezTo>
                  <a:cubicBezTo>
                    <a:pt x="114" y="1150"/>
                    <a:pt x="224" y="1262"/>
                    <a:pt x="328" y="1379"/>
                  </a:cubicBezTo>
                  <a:cubicBezTo>
                    <a:pt x="543" y="1058"/>
                    <a:pt x="1064" y="513"/>
                    <a:pt x="2155" y="420"/>
                  </a:cubicBezTo>
                  <a:cubicBezTo>
                    <a:pt x="2146" y="408"/>
                    <a:pt x="2135" y="395"/>
                    <a:pt x="2125" y="382"/>
                  </a:cubicBezTo>
                  <a:cubicBezTo>
                    <a:pt x="2020" y="251"/>
                    <a:pt x="1911" y="123"/>
                    <a:pt x="179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1"/>
            <p:cNvSpPr/>
            <p:nvPr/>
          </p:nvSpPr>
          <p:spPr>
            <a:xfrm>
              <a:off x="7233450" y="2828150"/>
              <a:ext cx="40175" cy="46825"/>
            </a:xfrm>
            <a:custGeom>
              <a:avLst/>
              <a:gdLst/>
              <a:ahLst/>
              <a:cxnLst/>
              <a:rect l="l" t="t" r="r" b="b"/>
              <a:pathLst>
                <a:path w="1607" h="1873" extrusionOk="0">
                  <a:moveTo>
                    <a:pt x="1197" y="0"/>
                  </a:moveTo>
                  <a:cubicBezTo>
                    <a:pt x="649" y="929"/>
                    <a:pt x="225" y="1428"/>
                    <a:pt x="1" y="1660"/>
                  </a:cubicBezTo>
                  <a:cubicBezTo>
                    <a:pt x="146" y="1728"/>
                    <a:pt x="290" y="1798"/>
                    <a:pt x="434" y="1872"/>
                  </a:cubicBezTo>
                  <a:cubicBezTo>
                    <a:pt x="698" y="1581"/>
                    <a:pt x="1104" y="1068"/>
                    <a:pt x="1606" y="217"/>
                  </a:cubicBezTo>
                  <a:cubicBezTo>
                    <a:pt x="1472" y="141"/>
                    <a:pt x="1335" y="70"/>
                    <a:pt x="119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1"/>
            <p:cNvSpPr/>
            <p:nvPr/>
          </p:nvSpPr>
          <p:spPr>
            <a:xfrm>
              <a:off x="7158675" y="2797200"/>
              <a:ext cx="30475" cy="51500"/>
            </a:xfrm>
            <a:custGeom>
              <a:avLst/>
              <a:gdLst/>
              <a:ahLst/>
              <a:cxnLst/>
              <a:rect l="l" t="t" r="r" b="b"/>
              <a:pathLst>
                <a:path w="1219" h="2060" extrusionOk="0">
                  <a:moveTo>
                    <a:pt x="577" y="1"/>
                  </a:moveTo>
                  <a:lnTo>
                    <a:pt x="577" y="1"/>
                  </a:lnTo>
                  <a:cubicBezTo>
                    <a:pt x="832" y="1082"/>
                    <a:pt x="282" y="1705"/>
                    <a:pt x="0" y="1942"/>
                  </a:cubicBezTo>
                  <a:cubicBezTo>
                    <a:pt x="165" y="1976"/>
                    <a:pt x="341" y="2015"/>
                    <a:pt x="527" y="2059"/>
                  </a:cubicBezTo>
                  <a:cubicBezTo>
                    <a:pt x="855" y="1688"/>
                    <a:pt x="1218" y="1046"/>
                    <a:pt x="1070" y="114"/>
                  </a:cubicBezTo>
                  <a:cubicBezTo>
                    <a:pt x="899" y="72"/>
                    <a:pt x="733" y="34"/>
                    <a:pt x="577"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1"/>
            <p:cNvSpPr/>
            <p:nvPr/>
          </p:nvSpPr>
          <p:spPr>
            <a:xfrm>
              <a:off x="6971650" y="3048425"/>
              <a:ext cx="64925" cy="77500"/>
            </a:xfrm>
            <a:custGeom>
              <a:avLst/>
              <a:gdLst/>
              <a:ahLst/>
              <a:cxnLst/>
              <a:rect l="l" t="t" r="r" b="b"/>
              <a:pathLst>
                <a:path w="2597" h="3100" extrusionOk="0">
                  <a:moveTo>
                    <a:pt x="1398" y="0"/>
                  </a:moveTo>
                  <a:lnTo>
                    <a:pt x="0" y="2518"/>
                  </a:lnTo>
                  <a:lnTo>
                    <a:pt x="979" y="3061"/>
                  </a:lnTo>
                  <a:cubicBezTo>
                    <a:pt x="1026" y="3087"/>
                    <a:pt x="1079" y="3100"/>
                    <a:pt x="1136" y="3100"/>
                  </a:cubicBezTo>
                  <a:cubicBezTo>
                    <a:pt x="1255" y="3100"/>
                    <a:pt x="1392" y="3046"/>
                    <a:pt x="1535" y="2948"/>
                  </a:cubicBezTo>
                  <a:cubicBezTo>
                    <a:pt x="1545" y="2940"/>
                    <a:pt x="1557" y="2931"/>
                    <a:pt x="1568" y="2922"/>
                  </a:cubicBezTo>
                  <a:cubicBezTo>
                    <a:pt x="1592" y="2905"/>
                    <a:pt x="1616" y="2886"/>
                    <a:pt x="1642" y="2866"/>
                  </a:cubicBezTo>
                  <a:cubicBezTo>
                    <a:pt x="1851" y="2693"/>
                    <a:pt x="2065" y="2433"/>
                    <a:pt x="2240" y="2115"/>
                  </a:cubicBezTo>
                  <a:cubicBezTo>
                    <a:pt x="2259" y="2084"/>
                    <a:pt x="2275" y="2053"/>
                    <a:pt x="2290" y="2022"/>
                  </a:cubicBezTo>
                  <a:cubicBezTo>
                    <a:pt x="2416" y="1777"/>
                    <a:pt x="2501" y="1535"/>
                    <a:pt x="2543" y="1318"/>
                  </a:cubicBezTo>
                  <a:lnTo>
                    <a:pt x="2543" y="1316"/>
                  </a:lnTo>
                  <a:cubicBezTo>
                    <a:pt x="2554" y="1268"/>
                    <a:pt x="2562" y="1221"/>
                    <a:pt x="2566" y="1174"/>
                  </a:cubicBezTo>
                  <a:cubicBezTo>
                    <a:pt x="2566" y="1162"/>
                    <a:pt x="2568" y="1151"/>
                    <a:pt x="2569" y="1139"/>
                  </a:cubicBezTo>
                  <a:cubicBezTo>
                    <a:pt x="2596" y="853"/>
                    <a:pt x="2534" y="632"/>
                    <a:pt x="2377" y="544"/>
                  </a:cubicBezTo>
                  <a:lnTo>
                    <a:pt x="13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1"/>
            <p:cNvSpPr/>
            <p:nvPr/>
          </p:nvSpPr>
          <p:spPr>
            <a:xfrm>
              <a:off x="6923425" y="3011375"/>
              <a:ext cx="90950" cy="102225"/>
            </a:xfrm>
            <a:custGeom>
              <a:avLst/>
              <a:gdLst/>
              <a:ahLst/>
              <a:cxnLst/>
              <a:rect l="l" t="t" r="r" b="b"/>
              <a:pathLst>
                <a:path w="3638" h="4089" extrusionOk="0">
                  <a:moveTo>
                    <a:pt x="2037" y="1"/>
                  </a:moveTo>
                  <a:lnTo>
                    <a:pt x="1" y="3745"/>
                  </a:lnTo>
                  <a:cubicBezTo>
                    <a:pt x="1" y="3745"/>
                    <a:pt x="510" y="4089"/>
                    <a:pt x="1319" y="4089"/>
                  </a:cubicBezTo>
                  <a:cubicBezTo>
                    <a:pt x="1512" y="4089"/>
                    <a:pt x="1722" y="4069"/>
                    <a:pt x="1946" y="4021"/>
                  </a:cubicBezTo>
                  <a:lnTo>
                    <a:pt x="1952" y="4012"/>
                  </a:lnTo>
                  <a:cubicBezTo>
                    <a:pt x="1993" y="4030"/>
                    <a:pt x="2037" y="4038"/>
                    <a:pt x="2085" y="4038"/>
                  </a:cubicBezTo>
                  <a:cubicBezTo>
                    <a:pt x="2405" y="4038"/>
                    <a:pt x="2862" y="3644"/>
                    <a:pt x="3191" y="3053"/>
                  </a:cubicBezTo>
                  <a:cubicBezTo>
                    <a:pt x="3577" y="2358"/>
                    <a:pt x="3638" y="1655"/>
                    <a:pt x="3327" y="1482"/>
                  </a:cubicBezTo>
                  <a:cubicBezTo>
                    <a:pt x="2905" y="369"/>
                    <a:pt x="2037" y="1"/>
                    <a:pt x="20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1"/>
            <p:cNvSpPr/>
            <p:nvPr/>
          </p:nvSpPr>
          <p:spPr>
            <a:xfrm>
              <a:off x="6913125" y="3009950"/>
              <a:ext cx="71875" cy="95800"/>
            </a:xfrm>
            <a:custGeom>
              <a:avLst/>
              <a:gdLst/>
              <a:ahLst/>
              <a:cxnLst/>
              <a:rect l="l" t="t" r="r" b="b"/>
              <a:pathLst>
                <a:path w="2875" h="3832" extrusionOk="0">
                  <a:moveTo>
                    <a:pt x="2216" y="0"/>
                  </a:moveTo>
                  <a:cubicBezTo>
                    <a:pt x="1798" y="0"/>
                    <a:pt x="1224" y="453"/>
                    <a:pt x="763" y="1159"/>
                  </a:cubicBezTo>
                  <a:cubicBezTo>
                    <a:pt x="702" y="1253"/>
                    <a:pt x="642" y="1351"/>
                    <a:pt x="586" y="1454"/>
                  </a:cubicBezTo>
                  <a:cubicBezTo>
                    <a:pt x="489" y="1629"/>
                    <a:pt x="405" y="1803"/>
                    <a:pt x="337" y="1974"/>
                  </a:cubicBezTo>
                  <a:cubicBezTo>
                    <a:pt x="1" y="2812"/>
                    <a:pt x="4" y="3563"/>
                    <a:pt x="384" y="3775"/>
                  </a:cubicBezTo>
                  <a:cubicBezTo>
                    <a:pt x="454" y="3813"/>
                    <a:pt x="531" y="3832"/>
                    <a:pt x="616" y="3832"/>
                  </a:cubicBezTo>
                  <a:cubicBezTo>
                    <a:pt x="1002" y="3832"/>
                    <a:pt x="1521" y="3444"/>
                    <a:pt x="1962" y="2830"/>
                  </a:cubicBezTo>
                  <a:cubicBezTo>
                    <a:pt x="2062" y="2689"/>
                    <a:pt x="2158" y="2539"/>
                    <a:pt x="2247" y="2378"/>
                  </a:cubicBezTo>
                  <a:cubicBezTo>
                    <a:pt x="2290" y="2304"/>
                    <a:pt x="2329" y="2228"/>
                    <a:pt x="2364" y="2154"/>
                  </a:cubicBezTo>
                  <a:cubicBezTo>
                    <a:pt x="2829" y="1204"/>
                    <a:pt x="2874" y="294"/>
                    <a:pt x="2449" y="58"/>
                  </a:cubicBezTo>
                  <a:cubicBezTo>
                    <a:pt x="2379" y="19"/>
                    <a:pt x="2301" y="0"/>
                    <a:pt x="2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1"/>
            <p:cNvSpPr/>
            <p:nvPr/>
          </p:nvSpPr>
          <p:spPr>
            <a:xfrm>
              <a:off x="6917000" y="3019900"/>
              <a:ext cx="51025" cy="72075"/>
            </a:xfrm>
            <a:custGeom>
              <a:avLst/>
              <a:gdLst/>
              <a:ahLst/>
              <a:cxnLst/>
              <a:rect l="l" t="t" r="r" b="b"/>
              <a:pathLst>
                <a:path w="2041" h="2883" extrusionOk="0">
                  <a:moveTo>
                    <a:pt x="1725" y="0"/>
                  </a:moveTo>
                  <a:cubicBezTo>
                    <a:pt x="1369" y="0"/>
                    <a:pt x="861" y="438"/>
                    <a:pt x="497" y="1094"/>
                  </a:cubicBezTo>
                  <a:cubicBezTo>
                    <a:pt x="67" y="1867"/>
                    <a:pt x="0" y="2648"/>
                    <a:pt x="346" y="2841"/>
                  </a:cubicBezTo>
                  <a:cubicBezTo>
                    <a:pt x="397" y="2869"/>
                    <a:pt x="456" y="2883"/>
                    <a:pt x="519" y="2883"/>
                  </a:cubicBezTo>
                  <a:cubicBezTo>
                    <a:pt x="530" y="2883"/>
                    <a:pt x="542" y="2883"/>
                    <a:pt x="553" y="2882"/>
                  </a:cubicBezTo>
                  <a:cubicBezTo>
                    <a:pt x="382" y="2571"/>
                    <a:pt x="490" y="1924"/>
                    <a:pt x="846" y="1284"/>
                  </a:cubicBezTo>
                  <a:cubicBezTo>
                    <a:pt x="1199" y="649"/>
                    <a:pt x="1686" y="216"/>
                    <a:pt x="2041" y="191"/>
                  </a:cubicBezTo>
                  <a:cubicBezTo>
                    <a:pt x="2004" y="126"/>
                    <a:pt x="1957" y="76"/>
                    <a:pt x="1898" y="43"/>
                  </a:cubicBezTo>
                  <a:cubicBezTo>
                    <a:pt x="1846" y="14"/>
                    <a:pt x="1788" y="0"/>
                    <a:pt x="17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1"/>
            <p:cNvSpPr/>
            <p:nvPr/>
          </p:nvSpPr>
          <p:spPr>
            <a:xfrm>
              <a:off x="6928275" y="3024675"/>
              <a:ext cx="43925" cy="67275"/>
            </a:xfrm>
            <a:custGeom>
              <a:avLst/>
              <a:gdLst/>
              <a:ahLst/>
              <a:cxnLst/>
              <a:rect l="l" t="t" r="r" b="b"/>
              <a:pathLst>
                <a:path w="1757" h="2691" extrusionOk="0">
                  <a:moveTo>
                    <a:pt x="1590" y="0"/>
                  </a:moveTo>
                  <a:cubicBezTo>
                    <a:pt x="1235" y="26"/>
                    <a:pt x="748" y="458"/>
                    <a:pt x="395" y="1093"/>
                  </a:cubicBezTo>
                  <a:cubicBezTo>
                    <a:pt x="378" y="1123"/>
                    <a:pt x="361" y="1155"/>
                    <a:pt x="346" y="1185"/>
                  </a:cubicBezTo>
                  <a:cubicBezTo>
                    <a:pt x="199" y="1467"/>
                    <a:pt x="102" y="1748"/>
                    <a:pt x="55" y="1998"/>
                  </a:cubicBezTo>
                  <a:cubicBezTo>
                    <a:pt x="1" y="2286"/>
                    <a:pt x="16" y="2532"/>
                    <a:pt x="102" y="2691"/>
                  </a:cubicBezTo>
                  <a:cubicBezTo>
                    <a:pt x="310" y="2675"/>
                    <a:pt x="561" y="2522"/>
                    <a:pt x="807" y="2269"/>
                  </a:cubicBezTo>
                  <a:cubicBezTo>
                    <a:pt x="979" y="2091"/>
                    <a:pt x="1149" y="1862"/>
                    <a:pt x="1296" y="1598"/>
                  </a:cubicBezTo>
                  <a:cubicBezTo>
                    <a:pt x="1302" y="1589"/>
                    <a:pt x="1307" y="1580"/>
                    <a:pt x="1311" y="1571"/>
                  </a:cubicBezTo>
                  <a:cubicBezTo>
                    <a:pt x="1655" y="941"/>
                    <a:pt x="1756" y="308"/>
                    <a:pt x="15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1"/>
            <p:cNvSpPr/>
            <p:nvPr/>
          </p:nvSpPr>
          <p:spPr>
            <a:xfrm>
              <a:off x="6890000" y="3015350"/>
              <a:ext cx="84100" cy="43000"/>
            </a:xfrm>
            <a:custGeom>
              <a:avLst/>
              <a:gdLst/>
              <a:ahLst/>
              <a:cxnLst/>
              <a:rect l="l" t="t" r="r" b="b"/>
              <a:pathLst>
                <a:path w="3364" h="1720" extrusionOk="0">
                  <a:moveTo>
                    <a:pt x="1271" y="1"/>
                  </a:moveTo>
                  <a:cubicBezTo>
                    <a:pt x="1158" y="1"/>
                    <a:pt x="1046" y="15"/>
                    <a:pt x="937" y="46"/>
                  </a:cubicBezTo>
                  <a:cubicBezTo>
                    <a:pt x="631" y="136"/>
                    <a:pt x="228" y="396"/>
                    <a:pt x="46" y="1134"/>
                  </a:cubicBezTo>
                  <a:cubicBezTo>
                    <a:pt x="0" y="1322"/>
                    <a:pt x="85" y="1509"/>
                    <a:pt x="243" y="1603"/>
                  </a:cubicBezTo>
                  <a:cubicBezTo>
                    <a:pt x="279" y="1625"/>
                    <a:pt x="317" y="1641"/>
                    <a:pt x="359" y="1652"/>
                  </a:cubicBezTo>
                  <a:cubicBezTo>
                    <a:pt x="394" y="1660"/>
                    <a:pt x="428" y="1664"/>
                    <a:pt x="461" y="1664"/>
                  </a:cubicBezTo>
                  <a:cubicBezTo>
                    <a:pt x="655" y="1664"/>
                    <a:pt x="830" y="1533"/>
                    <a:pt x="877" y="1338"/>
                  </a:cubicBezTo>
                  <a:cubicBezTo>
                    <a:pt x="924" y="1150"/>
                    <a:pt x="1012" y="916"/>
                    <a:pt x="1174" y="869"/>
                  </a:cubicBezTo>
                  <a:cubicBezTo>
                    <a:pt x="1204" y="860"/>
                    <a:pt x="1238" y="856"/>
                    <a:pt x="1274" y="856"/>
                  </a:cubicBezTo>
                  <a:cubicBezTo>
                    <a:pt x="1632" y="856"/>
                    <a:pt x="2247" y="1266"/>
                    <a:pt x="2594" y="1599"/>
                  </a:cubicBezTo>
                  <a:cubicBezTo>
                    <a:pt x="2676" y="1679"/>
                    <a:pt x="2783" y="1719"/>
                    <a:pt x="2890" y="1719"/>
                  </a:cubicBezTo>
                  <a:cubicBezTo>
                    <a:pt x="3002" y="1719"/>
                    <a:pt x="3114" y="1675"/>
                    <a:pt x="3198" y="1588"/>
                  </a:cubicBezTo>
                  <a:cubicBezTo>
                    <a:pt x="3363" y="1419"/>
                    <a:pt x="3357" y="1147"/>
                    <a:pt x="3187" y="982"/>
                  </a:cubicBezTo>
                  <a:cubicBezTo>
                    <a:pt x="3000" y="803"/>
                    <a:pt x="2120" y="1"/>
                    <a:pt x="12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1"/>
            <p:cNvSpPr/>
            <p:nvPr/>
          </p:nvSpPr>
          <p:spPr>
            <a:xfrm>
              <a:off x="6897800" y="2988950"/>
              <a:ext cx="83900" cy="47800"/>
            </a:xfrm>
            <a:custGeom>
              <a:avLst/>
              <a:gdLst/>
              <a:ahLst/>
              <a:cxnLst/>
              <a:rect l="l" t="t" r="r" b="b"/>
              <a:pathLst>
                <a:path w="3356" h="1912" extrusionOk="0">
                  <a:moveTo>
                    <a:pt x="1271" y="1"/>
                  </a:moveTo>
                  <a:cubicBezTo>
                    <a:pt x="1208" y="1"/>
                    <a:pt x="1145" y="6"/>
                    <a:pt x="1082" y="16"/>
                  </a:cubicBezTo>
                  <a:cubicBezTo>
                    <a:pt x="767" y="68"/>
                    <a:pt x="337" y="278"/>
                    <a:pt x="69" y="989"/>
                  </a:cubicBezTo>
                  <a:cubicBezTo>
                    <a:pt x="0" y="1170"/>
                    <a:pt x="63" y="1367"/>
                    <a:pt x="208" y="1479"/>
                  </a:cubicBezTo>
                  <a:cubicBezTo>
                    <a:pt x="241" y="1505"/>
                    <a:pt x="278" y="1525"/>
                    <a:pt x="319" y="1540"/>
                  </a:cubicBezTo>
                  <a:cubicBezTo>
                    <a:pt x="368" y="1559"/>
                    <a:pt x="419" y="1568"/>
                    <a:pt x="469" y="1568"/>
                  </a:cubicBezTo>
                  <a:cubicBezTo>
                    <a:pt x="642" y="1568"/>
                    <a:pt x="805" y="1462"/>
                    <a:pt x="870" y="1290"/>
                  </a:cubicBezTo>
                  <a:cubicBezTo>
                    <a:pt x="938" y="1110"/>
                    <a:pt x="1055" y="887"/>
                    <a:pt x="1221" y="860"/>
                  </a:cubicBezTo>
                  <a:cubicBezTo>
                    <a:pt x="1238" y="857"/>
                    <a:pt x="1255" y="856"/>
                    <a:pt x="1273" y="856"/>
                  </a:cubicBezTo>
                  <a:cubicBezTo>
                    <a:pt x="1624" y="856"/>
                    <a:pt x="2224" y="1363"/>
                    <a:pt x="2542" y="1754"/>
                  </a:cubicBezTo>
                  <a:cubicBezTo>
                    <a:pt x="2627" y="1857"/>
                    <a:pt x="2750" y="1911"/>
                    <a:pt x="2874" y="1911"/>
                  </a:cubicBezTo>
                  <a:cubicBezTo>
                    <a:pt x="2970" y="1911"/>
                    <a:pt x="3065" y="1879"/>
                    <a:pt x="3145" y="1814"/>
                  </a:cubicBezTo>
                  <a:cubicBezTo>
                    <a:pt x="3328" y="1664"/>
                    <a:pt x="3356" y="1395"/>
                    <a:pt x="3206" y="1213"/>
                  </a:cubicBezTo>
                  <a:cubicBezTo>
                    <a:pt x="3031" y="999"/>
                    <a:pt x="2168" y="1"/>
                    <a:pt x="12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1"/>
            <p:cNvSpPr/>
            <p:nvPr/>
          </p:nvSpPr>
          <p:spPr>
            <a:xfrm>
              <a:off x="6884925" y="3051625"/>
              <a:ext cx="76150" cy="47575"/>
            </a:xfrm>
            <a:custGeom>
              <a:avLst/>
              <a:gdLst/>
              <a:ahLst/>
              <a:cxnLst/>
              <a:rect l="l" t="t" r="r" b="b"/>
              <a:pathLst>
                <a:path w="3046" h="1903" extrusionOk="0">
                  <a:moveTo>
                    <a:pt x="1343" y="1"/>
                  </a:moveTo>
                  <a:cubicBezTo>
                    <a:pt x="1314" y="1"/>
                    <a:pt x="1284" y="1"/>
                    <a:pt x="1255" y="2"/>
                  </a:cubicBezTo>
                  <a:cubicBezTo>
                    <a:pt x="1015" y="15"/>
                    <a:pt x="784" y="72"/>
                    <a:pt x="582" y="199"/>
                  </a:cubicBezTo>
                  <a:cubicBezTo>
                    <a:pt x="313" y="371"/>
                    <a:pt x="0" y="734"/>
                    <a:pt x="32" y="1493"/>
                  </a:cubicBezTo>
                  <a:cubicBezTo>
                    <a:pt x="40" y="1685"/>
                    <a:pt x="175" y="1843"/>
                    <a:pt x="353" y="1890"/>
                  </a:cubicBezTo>
                  <a:cubicBezTo>
                    <a:pt x="386" y="1897"/>
                    <a:pt x="419" y="1903"/>
                    <a:pt x="455" y="1903"/>
                  </a:cubicBezTo>
                  <a:cubicBezTo>
                    <a:pt x="462" y="1903"/>
                    <a:pt x="470" y="1902"/>
                    <a:pt x="478" y="1902"/>
                  </a:cubicBezTo>
                  <a:cubicBezTo>
                    <a:pt x="715" y="1893"/>
                    <a:pt x="897" y="1693"/>
                    <a:pt x="888" y="1457"/>
                  </a:cubicBezTo>
                  <a:cubicBezTo>
                    <a:pt x="879" y="1263"/>
                    <a:pt x="899" y="1013"/>
                    <a:pt x="1041" y="923"/>
                  </a:cubicBezTo>
                  <a:cubicBezTo>
                    <a:pt x="1052" y="916"/>
                    <a:pt x="1062" y="911"/>
                    <a:pt x="1073" y="905"/>
                  </a:cubicBezTo>
                  <a:cubicBezTo>
                    <a:pt x="1142" y="872"/>
                    <a:pt x="1233" y="857"/>
                    <a:pt x="1338" y="857"/>
                  </a:cubicBezTo>
                  <a:cubicBezTo>
                    <a:pt x="1472" y="857"/>
                    <a:pt x="1628" y="881"/>
                    <a:pt x="1789" y="920"/>
                  </a:cubicBezTo>
                  <a:cubicBezTo>
                    <a:pt x="2048" y="984"/>
                    <a:pt x="2323" y="1085"/>
                    <a:pt x="2541" y="1191"/>
                  </a:cubicBezTo>
                  <a:cubicBezTo>
                    <a:pt x="2713" y="1013"/>
                    <a:pt x="2883" y="784"/>
                    <a:pt x="3030" y="520"/>
                  </a:cubicBezTo>
                  <a:cubicBezTo>
                    <a:pt x="3036" y="511"/>
                    <a:pt x="3041" y="502"/>
                    <a:pt x="3045" y="493"/>
                  </a:cubicBezTo>
                  <a:cubicBezTo>
                    <a:pt x="3033" y="484"/>
                    <a:pt x="3019" y="477"/>
                    <a:pt x="3006" y="469"/>
                  </a:cubicBezTo>
                  <a:cubicBezTo>
                    <a:pt x="2881" y="404"/>
                    <a:pt x="2518" y="224"/>
                    <a:pt x="2080" y="107"/>
                  </a:cubicBezTo>
                  <a:cubicBezTo>
                    <a:pt x="1847" y="45"/>
                    <a:pt x="1593" y="1"/>
                    <a:pt x="1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1"/>
            <p:cNvSpPr/>
            <p:nvPr/>
          </p:nvSpPr>
          <p:spPr>
            <a:xfrm>
              <a:off x="7010825" y="2790225"/>
              <a:ext cx="370525" cy="397525"/>
            </a:xfrm>
            <a:custGeom>
              <a:avLst/>
              <a:gdLst/>
              <a:ahLst/>
              <a:cxnLst/>
              <a:rect l="l" t="t" r="r" b="b"/>
              <a:pathLst>
                <a:path w="14821" h="15901" extrusionOk="0">
                  <a:moveTo>
                    <a:pt x="4661" y="1"/>
                  </a:moveTo>
                  <a:cubicBezTo>
                    <a:pt x="4219" y="1"/>
                    <a:pt x="3836" y="289"/>
                    <a:pt x="3704" y="699"/>
                  </a:cubicBezTo>
                  <a:cubicBezTo>
                    <a:pt x="4266" y="716"/>
                    <a:pt x="14548" y="1132"/>
                    <a:pt x="13732" y="9188"/>
                  </a:cubicBezTo>
                  <a:cubicBezTo>
                    <a:pt x="13337" y="11384"/>
                    <a:pt x="12717" y="15024"/>
                    <a:pt x="8377" y="15024"/>
                  </a:cubicBezTo>
                  <a:cubicBezTo>
                    <a:pt x="6839" y="15024"/>
                    <a:pt x="4834" y="14567"/>
                    <a:pt x="2206" y="13426"/>
                  </a:cubicBezTo>
                  <a:cubicBezTo>
                    <a:pt x="1667" y="13192"/>
                    <a:pt x="1414" y="12578"/>
                    <a:pt x="1611" y="12023"/>
                  </a:cubicBezTo>
                  <a:cubicBezTo>
                    <a:pt x="1631" y="11969"/>
                    <a:pt x="1649" y="11916"/>
                    <a:pt x="1664" y="11864"/>
                  </a:cubicBezTo>
                  <a:cubicBezTo>
                    <a:pt x="1422" y="11738"/>
                    <a:pt x="1199" y="11616"/>
                    <a:pt x="998" y="11502"/>
                  </a:cubicBezTo>
                  <a:cubicBezTo>
                    <a:pt x="993" y="11549"/>
                    <a:pt x="987" y="11596"/>
                    <a:pt x="976" y="11644"/>
                  </a:cubicBezTo>
                  <a:lnTo>
                    <a:pt x="976" y="11646"/>
                  </a:lnTo>
                  <a:cubicBezTo>
                    <a:pt x="934" y="11863"/>
                    <a:pt x="849" y="12105"/>
                    <a:pt x="723" y="12350"/>
                  </a:cubicBezTo>
                  <a:cubicBezTo>
                    <a:pt x="707" y="12381"/>
                    <a:pt x="690" y="12412"/>
                    <a:pt x="673" y="12443"/>
                  </a:cubicBezTo>
                  <a:cubicBezTo>
                    <a:pt x="498" y="12761"/>
                    <a:pt x="284" y="13021"/>
                    <a:pt x="75" y="13194"/>
                  </a:cubicBezTo>
                  <a:cubicBezTo>
                    <a:pt x="49" y="13214"/>
                    <a:pt x="25" y="13233"/>
                    <a:pt x="1" y="13250"/>
                  </a:cubicBezTo>
                  <a:cubicBezTo>
                    <a:pt x="455" y="13506"/>
                    <a:pt x="1135" y="13870"/>
                    <a:pt x="1958" y="14245"/>
                  </a:cubicBezTo>
                  <a:cubicBezTo>
                    <a:pt x="2100" y="14310"/>
                    <a:pt x="2246" y="14375"/>
                    <a:pt x="2396" y="14441"/>
                  </a:cubicBezTo>
                  <a:cubicBezTo>
                    <a:pt x="2733" y="14588"/>
                    <a:pt x="3091" y="14733"/>
                    <a:pt x="3464" y="14874"/>
                  </a:cubicBezTo>
                  <a:cubicBezTo>
                    <a:pt x="3832" y="15012"/>
                    <a:pt x="4191" y="15136"/>
                    <a:pt x="4542" y="15246"/>
                  </a:cubicBezTo>
                  <a:cubicBezTo>
                    <a:pt x="4743" y="15309"/>
                    <a:pt x="4943" y="15368"/>
                    <a:pt x="5139" y="15422"/>
                  </a:cubicBezTo>
                  <a:cubicBezTo>
                    <a:pt x="6298" y="15742"/>
                    <a:pt x="7367" y="15901"/>
                    <a:pt x="8339" y="15901"/>
                  </a:cubicBezTo>
                  <a:cubicBezTo>
                    <a:pt x="8392" y="15901"/>
                    <a:pt x="8445" y="15901"/>
                    <a:pt x="8498" y="15899"/>
                  </a:cubicBezTo>
                  <a:cubicBezTo>
                    <a:pt x="8683" y="15896"/>
                    <a:pt x="8866" y="15887"/>
                    <a:pt x="9044" y="15870"/>
                  </a:cubicBezTo>
                  <a:cubicBezTo>
                    <a:pt x="9833" y="15805"/>
                    <a:pt x="10552" y="15622"/>
                    <a:pt x="11201" y="15324"/>
                  </a:cubicBezTo>
                  <a:cubicBezTo>
                    <a:pt x="11557" y="15160"/>
                    <a:pt x="11888" y="14963"/>
                    <a:pt x="12193" y="14734"/>
                  </a:cubicBezTo>
                  <a:cubicBezTo>
                    <a:pt x="12368" y="14603"/>
                    <a:pt x="12535" y="14460"/>
                    <a:pt x="12693" y="14307"/>
                  </a:cubicBezTo>
                  <a:cubicBezTo>
                    <a:pt x="13361" y="13664"/>
                    <a:pt x="13876" y="12827"/>
                    <a:pt x="14233" y="11808"/>
                  </a:cubicBezTo>
                  <a:cubicBezTo>
                    <a:pt x="14297" y="11629"/>
                    <a:pt x="14354" y="11446"/>
                    <a:pt x="14407" y="11257"/>
                  </a:cubicBezTo>
                  <a:cubicBezTo>
                    <a:pt x="14527" y="10833"/>
                    <a:pt x="14621" y="10378"/>
                    <a:pt x="14692" y="9896"/>
                  </a:cubicBezTo>
                  <a:cubicBezTo>
                    <a:pt x="14792" y="9210"/>
                    <a:pt x="14821" y="8553"/>
                    <a:pt x="14775" y="7924"/>
                  </a:cubicBezTo>
                  <a:cubicBezTo>
                    <a:pt x="14763" y="7740"/>
                    <a:pt x="14744" y="7558"/>
                    <a:pt x="14718" y="7378"/>
                  </a:cubicBezTo>
                  <a:cubicBezTo>
                    <a:pt x="14539" y="6128"/>
                    <a:pt x="14056" y="5001"/>
                    <a:pt x="13276" y="4007"/>
                  </a:cubicBezTo>
                  <a:cubicBezTo>
                    <a:pt x="13265" y="3994"/>
                    <a:pt x="13256" y="3982"/>
                    <a:pt x="13246" y="3968"/>
                  </a:cubicBezTo>
                  <a:cubicBezTo>
                    <a:pt x="13141" y="3838"/>
                    <a:pt x="13032" y="3710"/>
                    <a:pt x="12920" y="3588"/>
                  </a:cubicBezTo>
                  <a:cubicBezTo>
                    <a:pt x="12219" y="2817"/>
                    <a:pt x="11379" y="2211"/>
                    <a:pt x="10511" y="1734"/>
                  </a:cubicBezTo>
                  <a:cubicBezTo>
                    <a:pt x="10377" y="1658"/>
                    <a:pt x="10240" y="1587"/>
                    <a:pt x="10104" y="1517"/>
                  </a:cubicBezTo>
                  <a:lnTo>
                    <a:pt x="10102" y="1517"/>
                  </a:lnTo>
                  <a:cubicBezTo>
                    <a:pt x="9015" y="973"/>
                    <a:pt x="7908" y="620"/>
                    <a:pt x="6984" y="392"/>
                  </a:cubicBezTo>
                  <a:cubicBezTo>
                    <a:pt x="6813" y="351"/>
                    <a:pt x="6647" y="313"/>
                    <a:pt x="6490" y="280"/>
                  </a:cubicBezTo>
                  <a:cubicBezTo>
                    <a:pt x="5508" y="68"/>
                    <a:pt x="4821" y="10"/>
                    <a:pt x="4742" y="4"/>
                  </a:cubicBezTo>
                  <a:cubicBezTo>
                    <a:pt x="4715" y="2"/>
                    <a:pt x="4688" y="1"/>
                    <a:pt x="4661"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 name="Google Shape;152;p21"/>
          <p:cNvGrpSpPr/>
          <p:nvPr/>
        </p:nvGrpSpPr>
        <p:grpSpPr>
          <a:xfrm>
            <a:off x="6710076" y="961685"/>
            <a:ext cx="1718823" cy="935599"/>
            <a:chOff x="238125" y="2409350"/>
            <a:chExt cx="760575" cy="414000"/>
          </a:xfrm>
        </p:grpSpPr>
        <p:sp>
          <p:nvSpPr>
            <p:cNvPr id="153" name="Google Shape;153;p21"/>
            <p:cNvSpPr/>
            <p:nvPr/>
          </p:nvSpPr>
          <p:spPr>
            <a:xfrm>
              <a:off x="238125" y="2409350"/>
              <a:ext cx="760575" cy="414000"/>
            </a:xfrm>
            <a:custGeom>
              <a:avLst/>
              <a:gdLst/>
              <a:ahLst/>
              <a:cxnLst/>
              <a:rect l="l" t="t" r="r" b="b"/>
              <a:pathLst>
                <a:path w="30423" h="16560" extrusionOk="0">
                  <a:moveTo>
                    <a:pt x="0" y="1"/>
                  </a:moveTo>
                  <a:lnTo>
                    <a:pt x="0" y="16560"/>
                  </a:lnTo>
                  <a:lnTo>
                    <a:pt x="2330" y="14045"/>
                  </a:lnTo>
                  <a:lnTo>
                    <a:pt x="30423" y="14045"/>
                  </a:lnTo>
                  <a:lnTo>
                    <a:pt x="304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1"/>
            <p:cNvSpPr/>
            <p:nvPr/>
          </p:nvSpPr>
          <p:spPr>
            <a:xfrm>
              <a:off x="782450" y="2485325"/>
              <a:ext cx="180850" cy="180850"/>
            </a:xfrm>
            <a:custGeom>
              <a:avLst/>
              <a:gdLst/>
              <a:ahLst/>
              <a:cxnLst/>
              <a:rect l="l" t="t" r="r" b="b"/>
              <a:pathLst>
                <a:path w="7234" h="7234" extrusionOk="0">
                  <a:moveTo>
                    <a:pt x="3618" y="0"/>
                  </a:moveTo>
                  <a:cubicBezTo>
                    <a:pt x="1620" y="0"/>
                    <a:pt x="1" y="1620"/>
                    <a:pt x="1" y="3618"/>
                  </a:cubicBezTo>
                  <a:cubicBezTo>
                    <a:pt x="1" y="5614"/>
                    <a:pt x="1620" y="7233"/>
                    <a:pt x="3618" y="7233"/>
                  </a:cubicBezTo>
                  <a:cubicBezTo>
                    <a:pt x="5614" y="7233"/>
                    <a:pt x="7234" y="5614"/>
                    <a:pt x="7234" y="3618"/>
                  </a:cubicBezTo>
                  <a:cubicBezTo>
                    <a:pt x="7234" y="1620"/>
                    <a:pt x="5614" y="0"/>
                    <a:pt x="36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1"/>
            <p:cNvSpPr/>
            <p:nvPr/>
          </p:nvSpPr>
          <p:spPr>
            <a:xfrm>
              <a:off x="277200" y="2506650"/>
              <a:ext cx="457150" cy="14700"/>
            </a:xfrm>
            <a:custGeom>
              <a:avLst/>
              <a:gdLst/>
              <a:ahLst/>
              <a:cxnLst/>
              <a:rect l="l" t="t" r="r" b="b"/>
              <a:pathLst>
                <a:path w="18286" h="588" extrusionOk="0">
                  <a:moveTo>
                    <a:pt x="294" y="0"/>
                  </a:moveTo>
                  <a:cubicBezTo>
                    <a:pt x="132" y="0"/>
                    <a:pt x="0" y="132"/>
                    <a:pt x="0" y="294"/>
                  </a:cubicBezTo>
                  <a:cubicBezTo>
                    <a:pt x="0" y="458"/>
                    <a:pt x="132" y="588"/>
                    <a:pt x="294" y="588"/>
                  </a:cubicBezTo>
                  <a:lnTo>
                    <a:pt x="17992" y="588"/>
                  </a:lnTo>
                  <a:cubicBezTo>
                    <a:pt x="18154" y="588"/>
                    <a:pt x="18286" y="458"/>
                    <a:pt x="18286" y="294"/>
                  </a:cubicBezTo>
                  <a:cubicBezTo>
                    <a:pt x="18286" y="132"/>
                    <a:pt x="18154" y="0"/>
                    <a:pt x="179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1"/>
            <p:cNvSpPr/>
            <p:nvPr/>
          </p:nvSpPr>
          <p:spPr>
            <a:xfrm>
              <a:off x="563575" y="2561025"/>
              <a:ext cx="170775" cy="14750"/>
            </a:xfrm>
            <a:custGeom>
              <a:avLst/>
              <a:gdLst/>
              <a:ahLst/>
              <a:cxnLst/>
              <a:rect l="l" t="t" r="r" b="b"/>
              <a:pathLst>
                <a:path w="6831" h="590" extrusionOk="0">
                  <a:moveTo>
                    <a:pt x="295" y="0"/>
                  </a:moveTo>
                  <a:cubicBezTo>
                    <a:pt x="131" y="0"/>
                    <a:pt x="1" y="132"/>
                    <a:pt x="1" y="294"/>
                  </a:cubicBezTo>
                  <a:cubicBezTo>
                    <a:pt x="1" y="458"/>
                    <a:pt x="133" y="590"/>
                    <a:pt x="295" y="590"/>
                  </a:cubicBezTo>
                  <a:lnTo>
                    <a:pt x="6537" y="590"/>
                  </a:lnTo>
                  <a:cubicBezTo>
                    <a:pt x="6699" y="590"/>
                    <a:pt x="6831" y="458"/>
                    <a:pt x="6831" y="294"/>
                  </a:cubicBezTo>
                  <a:cubicBezTo>
                    <a:pt x="6831" y="132"/>
                    <a:pt x="6699" y="0"/>
                    <a:pt x="65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1"/>
            <p:cNvSpPr/>
            <p:nvPr/>
          </p:nvSpPr>
          <p:spPr>
            <a:xfrm>
              <a:off x="273525" y="2561025"/>
              <a:ext cx="265250" cy="14750"/>
            </a:xfrm>
            <a:custGeom>
              <a:avLst/>
              <a:gdLst/>
              <a:ahLst/>
              <a:cxnLst/>
              <a:rect l="l" t="t" r="r" b="b"/>
              <a:pathLst>
                <a:path w="10610" h="590" extrusionOk="0">
                  <a:moveTo>
                    <a:pt x="294" y="0"/>
                  </a:moveTo>
                  <a:cubicBezTo>
                    <a:pt x="132" y="0"/>
                    <a:pt x="0" y="132"/>
                    <a:pt x="0" y="294"/>
                  </a:cubicBezTo>
                  <a:cubicBezTo>
                    <a:pt x="0" y="458"/>
                    <a:pt x="132" y="590"/>
                    <a:pt x="294" y="590"/>
                  </a:cubicBezTo>
                  <a:lnTo>
                    <a:pt x="10314" y="590"/>
                  </a:lnTo>
                  <a:cubicBezTo>
                    <a:pt x="10478" y="590"/>
                    <a:pt x="10609" y="458"/>
                    <a:pt x="10609" y="294"/>
                  </a:cubicBezTo>
                  <a:cubicBezTo>
                    <a:pt x="10609" y="132"/>
                    <a:pt x="10478" y="0"/>
                    <a:pt x="103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1"/>
            <p:cNvSpPr/>
            <p:nvPr/>
          </p:nvSpPr>
          <p:spPr>
            <a:xfrm>
              <a:off x="277200" y="2615400"/>
              <a:ext cx="457150" cy="14725"/>
            </a:xfrm>
            <a:custGeom>
              <a:avLst/>
              <a:gdLst/>
              <a:ahLst/>
              <a:cxnLst/>
              <a:rect l="l" t="t" r="r" b="b"/>
              <a:pathLst>
                <a:path w="18286" h="589" extrusionOk="0">
                  <a:moveTo>
                    <a:pt x="294" y="0"/>
                  </a:moveTo>
                  <a:cubicBezTo>
                    <a:pt x="132" y="0"/>
                    <a:pt x="0" y="132"/>
                    <a:pt x="0" y="294"/>
                  </a:cubicBezTo>
                  <a:cubicBezTo>
                    <a:pt x="0" y="456"/>
                    <a:pt x="132" y="588"/>
                    <a:pt x="294" y="588"/>
                  </a:cubicBezTo>
                  <a:lnTo>
                    <a:pt x="17992" y="588"/>
                  </a:lnTo>
                  <a:cubicBezTo>
                    <a:pt x="18154" y="588"/>
                    <a:pt x="18286" y="456"/>
                    <a:pt x="18286" y="294"/>
                  </a:cubicBezTo>
                  <a:cubicBezTo>
                    <a:pt x="18286" y="132"/>
                    <a:pt x="18154" y="0"/>
                    <a:pt x="179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1"/>
            <p:cNvSpPr/>
            <p:nvPr/>
          </p:nvSpPr>
          <p:spPr>
            <a:xfrm>
              <a:off x="594675" y="2669775"/>
              <a:ext cx="139675" cy="14725"/>
            </a:xfrm>
            <a:custGeom>
              <a:avLst/>
              <a:gdLst/>
              <a:ahLst/>
              <a:cxnLst/>
              <a:rect l="l" t="t" r="r" b="b"/>
              <a:pathLst>
                <a:path w="5587" h="589" extrusionOk="0">
                  <a:moveTo>
                    <a:pt x="294" y="1"/>
                  </a:moveTo>
                  <a:cubicBezTo>
                    <a:pt x="132" y="1"/>
                    <a:pt x="1" y="132"/>
                    <a:pt x="1" y="294"/>
                  </a:cubicBezTo>
                  <a:cubicBezTo>
                    <a:pt x="1" y="457"/>
                    <a:pt x="132" y="588"/>
                    <a:pt x="294" y="588"/>
                  </a:cubicBezTo>
                  <a:lnTo>
                    <a:pt x="5293" y="588"/>
                  </a:lnTo>
                  <a:cubicBezTo>
                    <a:pt x="5455" y="588"/>
                    <a:pt x="5587" y="457"/>
                    <a:pt x="5587" y="294"/>
                  </a:cubicBezTo>
                  <a:cubicBezTo>
                    <a:pt x="5587" y="132"/>
                    <a:pt x="5455" y="1"/>
                    <a:pt x="52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1"/>
            <p:cNvSpPr/>
            <p:nvPr/>
          </p:nvSpPr>
          <p:spPr>
            <a:xfrm>
              <a:off x="385300" y="2669775"/>
              <a:ext cx="185775" cy="14725"/>
            </a:xfrm>
            <a:custGeom>
              <a:avLst/>
              <a:gdLst/>
              <a:ahLst/>
              <a:cxnLst/>
              <a:rect l="l" t="t" r="r" b="b"/>
              <a:pathLst>
                <a:path w="7431" h="589" extrusionOk="0">
                  <a:moveTo>
                    <a:pt x="295" y="1"/>
                  </a:moveTo>
                  <a:cubicBezTo>
                    <a:pt x="132" y="1"/>
                    <a:pt x="1" y="132"/>
                    <a:pt x="1" y="294"/>
                  </a:cubicBezTo>
                  <a:cubicBezTo>
                    <a:pt x="1" y="457"/>
                    <a:pt x="132" y="588"/>
                    <a:pt x="295" y="588"/>
                  </a:cubicBezTo>
                  <a:lnTo>
                    <a:pt x="7135" y="588"/>
                  </a:lnTo>
                  <a:cubicBezTo>
                    <a:pt x="7299" y="588"/>
                    <a:pt x="7430" y="457"/>
                    <a:pt x="7430" y="294"/>
                  </a:cubicBezTo>
                  <a:cubicBezTo>
                    <a:pt x="7430" y="132"/>
                    <a:pt x="7299"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1"/>
            <p:cNvSpPr/>
            <p:nvPr/>
          </p:nvSpPr>
          <p:spPr>
            <a:xfrm>
              <a:off x="779775" y="2543150"/>
              <a:ext cx="189050" cy="65425"/>
            </a:xfrm>
            <a:custGeom>
              <a:avLst/>
              <a:gdLst/>
              <a:ahLst/>
              <a:cxnLst/>
              <a:rect l="l" t="t" r="r" b="b"/>
              <a:pathLst>
                <a:path w="7562" h="2617" extrusionOk="0">
                  <a:moveTo>
                    <a:pt x="673" y="0"/>
                  </a:moveTo>
                  <a:cubicBezTo>
                    <a:pt x="302" y="0"/>
                    <a:pt x="0" y="302"/>
                    <a:pt x="0" y="673"/>
                  </a:cubicBezTo>
                  <a:lnTo>
                    <a:pt x="0" y="1944"/>
                  </a:lnTo>
                  <a:cubicBezTo>
                    <a:pt x="0" y="2315"/>
                    <a:pt x="302" y="2616"/>
                    <a:pt x="673" y="2616"/>
                  </a:cubicBezTo>
                  <a:lnTo>
                    <a:pt x="6889" y="2616"/>
                  </a:lnTo>
                  <a:cubicBezTo>
                    <a:pt x="7260" y="2616"/>
                    <a:pt x="7562" y="2315"/>
                    <a:pt x="7562" y="1944"/>
                  </a:cubicBezTo>
                  <a:lnTo>
                    <a:pt x="7562" y="673"/>
                  </a:lnTo>
                  <a:cubicBezTo>
                    <a:pt x="7562" y="302"/>
                    <a:pt x="7260" y="0"/>
                    <a:pt x="6889"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1"/>
            <p:cNvSpPr/>
            <p:nvPr/>
          </p:nvSpPr>
          <p:spPr>
            <a:xfrm>
              <a:off x="786050" y="2549475"/>
              <a:ext cx="176500" cy="52800"/>
            </a:xfrm>
            <a:custGeom>
              <a:avLst/>
              <a:gdLst/>
              <a:ahLst/>
              <a:cxnLst/>
              <a:rect l="l" t="t" r="r" b="b"/>
              <a:pathLst>
                <a:path w="7060" h="2112" extrusionOk="0">
                  <a:moveTo>
                    <a:pt x="422" y="0"/>
                  </a:moveTo>
                  <a:cubicBezTo>
                    <a:pt x="190" y="0"/>
                    <a:pt x="1" y="188"/>
                    <a:pt x="1" y="421"/>
                  </a:cubicBezTo>
                  <a:lnTo>
                    <a:pt x="1" y="1691"/>
                  </a:lnTo>
                  <a:cubicBezTo>
                    <a:pt x="1" y="1923"/>
                    <a:pt x="190" y="2112"/>
                    <a:pt x="422" y="2112"/>
                  </a:cubicBezTo>
                  <a:lnTo>
                    <a:pt x="6638" y="2112"/>
                  </a:lnTo>
                  <a:cubicBezTo>
                    <a:pt x="6872" y="2112"/>
                    <a:pt x="7059" y="1923"/>
                    <a:pt x="7059" y="1691"/>
                  </a:cubicBezTo>
                  <a:lnTo>
                    <a:pt x="7059" y="420"/>
                  </a:lnTo>
                  <a:cubicBezTo>
                    <a:pt x="7059" y="188"/>
                    <a:pt x="6872" y="0"/>
                    <a:pt x="6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1"/>
            <p:cNvSpPr/>
            <p:nvPr/>
          </p:nvSpPr>
          <p:spPr>
            <a:xfrm>
              <a:off x="897475" y="2569000"/>
              <a:ext cx="45300" cy="18125"/>
            </a:xfrm>
            <a:custGeom>
              <a:avLst/>
              <a:gdLst/>
              <a:ahLst/>
              <a:cxnLst/>
              <a:rect l="l" t="t" r="r" b="b"/>
              <a:pathLst>
                <a:path w="1812" h="725" extrusionOk="0">
                  <a:moveTo>
                    <a:pt x="885" y="1"/>
                  </a:moveTo>
                  <a:cubicBezTo>
                    <a:pt x="567" y="1"/>
                    <a:pt x="268" y="140"/>
                    <a:pt x="64" y="383"/>
                  </a:cubicBezTo>
                  <a:cubicBezTo>
                    <a:pt x="0" y="457"/>
                    <a:pt x="9" y="567"/>
                    <a:pt x="83" y="631"/>
                  </a:cubicBezTo>
                  <a:cubicBezTo>
                    <a:pt x="116" y="659"/>
                    <a:pt x="157" y="672"/>
                    <a:pt x="197" y="672"/>
                  </a:cubicBezTo>
                  <a:cubicBezTo>
                    <a:pt x="247" y="672"/>
                    <a:pt x="297" y="651"/>
                    <a:pt x="332" y="610"/>
                  </a:cubicBezTo>
                  <a:cubicBezTo>
                    <a:pt x="470" y="446"/>
                    <a:pt x="671" y="354"/>
                    <a:pt x="885" y="354"/>
                  </a:cubicBezTo>
                  <a:cubicBezTo>
                    <a:pt x="1115" y="354"/>
                    <a:pt x="1333" y="464"/>
                    <a:pt x="1469" y="652"/>
                  </a:cubicBezTo>
                  <a:cubicBezTo>
                    <a:pt x="1504" y="699"/>
                    <a:pt x="1557" y="725"/>
                    <a:pt x="1612" y="725"/>
                  </a:cubicBezTo>
                  <a:cubicBezTo>
                    <a:pt x="1648" y="725"/>
                    <a:pt x="1684" y="714"/>
                    <a:pt x="1715" y="692"/>
                  </a:cubicBezTo>
                  <a:cubicBezTo>
                    <a:pt x="1794" y="634"/>
                    <a:pt x="1812" y="524"/>
                    <a:pt x="1754" y="445"/>
                  </a:cubicBezTo>
                  <a:cubicBezTo>
                    <a:pt x="1553" y="168"/>
                    <a:pt x="1227" y="1"/>
                    <a:pt x="8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1"/>
            <p:cNvSpPr/>
            <p:nvPr/>
          </p:nvSpPr>
          <p:spPr>
            <a:xfrm>
              <a:off x="805875" y="2569000"/>
              <a:ext cx="45275" cy="18125"/>
            </a:xfrm>
            <a:custGeom>
              <a:avLst/>
              <a:gdLst/>
              <a:ahLst/>
              <a:cxnLst/>
              <a:rect l="l" t="t" r="r" b="b"/>
              <a:pathLst>
                <a:path w="1811" h="725" extrusionOk="0">
                  <a:moveTo>
                    <a:pt x="927" y="1"/>
                  </a:moveTo>
                  <a:cubicBezTo>
                    <a:pt x="583" y="1"/>
                    <a:pt x="259" y="168"/>
                    <a:pt x="56" y="445"/>
                  </a:cubicBezTo>
                  <a:cubicBezTo>
                    <a:pt x="0" y="524"/>
                    <a:pt x="17" y="634"/>
                    <a:pt x="95" y="692"/>
                  </a:cubicBezTo>
                  <a:cubicBezTo>
                    <a:pt x="127" y="714"/>
                    <a:pt x="164" y="725"/>
                    <a:pt x="200" y="725"/>
                  </a:cubicBezTo>
                  <a:cubicBezTo>
                    <a:pt x="255" y="725"/>
                    <a:pt x="308" y="699"/>
                    <a:pt x="342" y="652"/>
                  </a:cubicBezTo>
                  <a:cubicBezTo>
                    <a:pt x="477" y="464"/>
                    <a:pt x="697" y="354"/>
                    <a:pt x="927" y="354"/>
                  </a:cubicBezTo>
                  <a:cubicBezTo>
                    <a:pt x="1141" y="354"/>
                    <a:pt x="1341" y="446"/>
                    <a:pt x="1478" y="610"/>
                  </a:cubicBezTo>
                  <a:cubicBezTo>
                    <a:pt x="1514" y="651"/>
                    <a:pt x="1564" y="672"/>
                    <a:pt x="1614" y="672"/>
                  </a:cubicBezTo>
                  <a:cubicBezTo>
                    <a:pt x="1654" y="672"/>
                    <a:pt x="1694" y="659"/>
                    <a:pt x="1727" y="631"/>
                  </a:cubicBezTo>
                  <a:cubicBezTo>
                    <a:pt x="1801" y="567"/>
                    <a:pt x="1810" y="457"/>
                    <a:pt x="1748" y="383"/>
                  </a:cubicBezTo>
                  <a:cubicBezTo>
                    <a:pt x="1544" y="140"/>
                    <a:pt x="1244" y="1"/>
                    <a:pt x="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21"/>
          <p:cNvGrpSpPr/>
          <p:nvPr/>
        </p:nvGrpSpPr>
        <p:grpSpPr>
          <a:xfrm>
            <a:off x="5464073" y="2460613"/>
            <a:ext cx="1147199" cy="637372"/>
            <a:chOff x="315275" y="3124950"/>
            <a:chExt cx="658175" cy="365675"/>
          </a:xfrm>
        </p:grpSpPr>
        <p:sp>
          <p:nvSpPr>
            <p:cNvPr id="166" name="Google Shape;166;p21"/>
            <p:cNvSpPr/>
            <p:nvPr/>
          </p:nvSpPr>
          <p:spPr>
            <a:xfrm>
              <a:off x="315275" y="3124950"/>
              <a:ext cx="634175" cy="365675"/>
            </a:xfrm>
            <a:custGeom>
              <a:avLst/>
              <a:gdLst/>
              <a:ahLst/>
              <a:cxnLst/>
              <a:rect l="l" t="t" r="r" b="b"/>
              <a:pathLst>
                <a:path w="25367" h="14627" extrusionOk="0">
                  <a:moveTo>
                    <a:pt x="763" y="0"/>
                  </a:moveTo>
                  <a:cubicBezTo>
                    <a:pt x="342" y="0"/>
                    <a:pt x="1" y="341"/>
                    <a:pt x="1" y="762"/>
                  </a:cubicBezTo>
                  <a:lnTo>
                    <a:pt x="1" y="11111"/>
                  </a:lnTo>
                  <a:cubicBezTo>
                    <a:pt x="1" y="11532"/>
                    <a:pt x="342" y="11873"/>
                    <a:pt x="763" y="11873"/>
                  </a:cubicBezTo>
                  <a:lnTo>
                    <a:pt x="22394" y="11873"/>
                  </a:lnTo>
                  <a:lnTo>
                    <a:pt x="25366" y="14626"/>
                  </a:lnTo>
                  <a:lnTo>
                    <a:pt x="25366" y="762"/>
                  </a:lnTo>
                  <a:cubicBezTo>
                    <a:pt x="25366" y="341"/>
                    <a:pt x="25026" y="0"/>
                    <a:pt x="246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1"/>
            <p:cNvSpPr/>
            <p:nvPr/>
          </p:nvSpPr>
          <p:spPr>
            <a:xfrm>
              <a:off x="875125" y="3421750"/>
              <a:ext cx="98325" cy="68875"/>
            </a:xfrm>
            <a:custGeom>
              <a:avLst/>
              <a:gdLst/>
              <a:ahLst/>
              <a:cxnLst/>
              <a:rect l="l" t="t" r="r" b="b"/>
              <a:pathLst>
                <a:path w="3933" h="2755" extrusionOk="0">
                  <a:moveTo>
                    <a:pt x="0" y="1"/>
                  </a:moveTo>
                  <a:lnTo>
                    <a:pt x="2972" y="2754"/>
                  </a:lnTo>
                  <a:lnTo>
                    <a:pt x="3933" y="2754"/>
                  </a:lnTo>
                  <a:lnTo>
                    <a:pt x="96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1"/>
            <p:cNvSpPr/>
            <p:nvPr/>
          </p:nvSpPr>
          <p:spPr>
            <a:xfrm>
              <a:off x="339300" y="3124950"/>
              <a:ext cx="634150" cy="365675"/>
            </a:xfrm>
            <a:custGeom>
              <a:avLst/>
              <a:gdLst/>
              <a:ahLst/>
              <a:cxnLst/>
              <a:rect l="l" t="t" r="r" b="b"/>
              <a:pathLst>
                <a:path w="25366" h="14627" extrusionOk="0">
                  <a:moveTo>
                    <a:pt x="764" y="0"/>
                  </a:moveTo>
                  <a:cubicBezTo>
                    <a:pt x="343" y="0"/>
                    <a:pt x="0" y="341"/>
                    <a:pt x="0" y="762"/>
                  </a:cubicBezTo>
                  <a:lnTo>
                    <a:pt x="0" y="11111"/>
                  </a:lnTo>
                  <a:cubicBezTo>
                    <a:pt x="0" y="11532"/>
                    <a:pt x="343" y="11873"/>
                    <a:pt x="764" y="11873"/>
                  </a:cubicBezTo>
                  <a:lnTo>
                    <a:pt x="22394" y="11873"/>
                  </a:lnTo>
                  <a:lnTo>
                    <a:pt x="25366" y="14626"/>
                  </a:lnTo>
                  <a:lnTo>
                    <a:pt x="25366" y="762"/>
                  </a:lnTo>
                  <a:cubicBezTo>
                    <a:pt x="25366" y="341"/>
                    <a:pt x="25025" y="0"/>
                    <a:pt x="246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1"/>
            <p:cNvSpPr/>
            <p:nvPr/>
          </p:nvSpPr>
          <p:spPr>
            <a:xfrm>
              <a:off x="792825" y="3237950"/>
              <a:ext cx="73725" cy="73700"/>
            </a:xfrm>
            <a:custGeom>
              <a:avLst/>
              <a:gdLst/>
              <a:ahLst/>
              <a:cxnLst/>
              <a:rect l="l" t="t" r="r" b="b"/>
              <a:pathLst>
                <a:path w="2949" h="2948" extrusionOk="0">
                  <a:moveTo>
                    <a:pt x="1475" y="0"/>
                  </a:moveTo>
                  <a:cubicBezTo>
                    <a:pt x="661" y="0"/>
                    <a:pt x="1" y="661"/>
                    <a:pt x="1" y="1474"/>
                  </a:cubicBezTo>
                  <a:cubicBezTo>
                    <a:pt x="1" y="2288"/>
                    <a:pt x="661" y="2948"/>
                    <a:pt x="1475" y="2948"/>
                  </a:cubicBezTo>
                  <a:cubicBezTo>
                    <a:pt x="2288" y="2948"/>
                    <a:pt x="2949" y="2288"/>
                    <a:pt x="2949" y="1474"/>
                  </a:cubicBezTo>
                  <a:cubicBezTo>
                    <a:pt x="2949" y="661"/>
                    <a:pt x="2288" y="0"/>
                    <a:pt x="14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1"/>
            <p:cNvSpPr/>
            <p:nvPr/>
          </p:nvSpPr>
          <p:spPr>
            <a:xfrm>
              <a:off x="619550" y="3237950"/>
              <a:ext cx="73675" cy="73700"/>
            </a:xfrm>
            <a:custGeom>
              <a:avLst/>
              <a:gdLst/>
              <a:ahLst/>
              <a:cxnLst/>
              <a:rect l="l" t="t" r="r" b="b"/>
              <a:pathLst>
                <a:path w="2947" h="2948" extrusionOk="0">
                  <a:moveTo>
                    <a:pt x="1473" y="0"/>
                  </a:moveTo>
                  <a:cubicBezTo>
                    <a:pt x="660" y="0"/>
                    <a:pt x="1" y="661"/>
                    <a:pt x="1" y="1474"/>
                  </a:cubicBezTo>
                  <a:cubicBezTo>
                    <a:pt x="1" y="2288"/>
                    <a:pt x="660" y="2948"/>
                    <a:pt x="1473" y="2948"/>
                  </a:cubicBezTo>
                  <a:cubicBezTo>
                    <a:pt x="2286" y="2948"/>
                    <a:pt x="2947" y="2288"/>
                    <a:pt x="2947" y="1474"/>
                  </a:cubicBezTo>
                  <a:cubicBezTo>
                    <a:pt x="2947" y="661"/>
                    <a:pt x="2286" y="0"/>
                    <a:pt x="14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1"/>
            <p:cNvSpPr/>
            <p:nvPr/>
          </p:nvSpPr>
          <p:spPr>
            <a:xfrm>
              <a:off x="446225" y="3237950"/>
              <a:ext cx="73675" cy="73700"/>
            </a:xfrm>
            <a:custGeom>
              <a:avLst/>
              <a:gdLst/>
              <a:ahLst/>
              <a:cxnLst/>
              <a:rect l="l" t="t" r="r" b="b"/>
              <a:pathLst>
                <a:path w="2947" h="2948" extrusionOk="0">
                  <a:moveTo>
                    <a:pt x="1475" y="0"/>
                  </a:moveTo>
                  <a:cubicBezTo>
                    <a:pt x="660" y="0"/>
                    <a:pt x="1" y="661"/>
                    <a:pt x="1" y="1474"/>
                  </a:cubicBezTo>
                  <a:cubicBezTo>
                    <a:pt x="1" y="2288"/>
                    <a:pt x="660" y="2948"/>
                    <a:pt x="1475" y="2948"/>
                  </a:cubicBezTo>
                  <a:cubicBezTo>
                    <a:pt x="2288" y="2948"/>
                    <a:pt x="2947" y="2288"/>
                    <a:pt x="2947" y="1474"/>
                  </a:cubicBezTo>
                  <a:cubicBezTo>
                    <a:pt x="2947" y="661"/>
                    <a:pt x="2288" y="0"/>
                    <a:pt x="14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 name="Google Shape;172;p21"/>
          <p:cNvGrpSpPr/>
          <p:nvPr/>
        </p:nvGrpSpPr>
        <p:grpSpPr>
          <a:xfrm flipH="1">
            <a:off x="6333399" y="714161"/>
            <a:ext cx="744001" cy="413322"/>
            <a:chOff x="315275" y="3124950"/>
            <a:chExt cx="658175" cy="365675"/>
          </a:xfrm>
        </p:grpSpPr>
        <p:sp>
          <p:nvSpPr>
            <p:cNvPr id="173" name="Google Shape;173;p21"/>
            <p:cNvSpPr/>
            <p:nvPr/>
          </p:nvSpPr>
          <p:spPr>
            <a:xfrm>
              <a:off x="315275" y="3124950"/>
              <a:ext cx="634175" cy="365675"/>
            </a:xfrm>
            <a:custGeom>
              <a:avLst/>
              <a:gdLst/>
              <a:ahLst/>
              <a:cxnLst/>
              <a:rect l="l" t="t" r="r" b="b"/>
              <a:pathLst>
                <a:path w="25367" h="14627" extrusionOk="0">
                  <a:moveTo>
                    <a:pt x="763" y="0"/>
                  </a:moveTo>
                  <a:cubicBezTo>
                    <a:pt x="342" y="0"/>
                    <a:pt x="1" y="341"/>
                    <a:pt x="1" y="762"/>
                  </a:cubicBezTo>
                  <a:lnTo>
                    <a:pt x="1" y="11111"/>
                  </a:lnTo>
                  <a:cubicBezTo>
                    <a:pt x="1" y="11532"/>
                    <a:pt x="342" y="11873"/>
                    <a:pt x="763" y="11873"/>
                  </a:cubicBezTo>
                  <a:lnTo>
                    <a:pt x="22394" y="11873"/>
                  </a:lnTo>
                  <a:lnTo>
                    <a:pt x="25366" y="14626"/>
                  </a:lnTo>
                  <a:lnTo>
                    <a:pt x="25366" y="762"/>
                  </a:lnTo>
                  <a:cubicBezTo>
                    <a:pt x="25366" y="341"/>
                    <a:pt x="25026" y="0"/>
                    <a:pt x="24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1"/>
            <p:cNvSpPr/>
            <p:nvPr/>
          </p:nvSpPr>
          <p:spPr>
            <a:xfrm>
              <a:off x="875125" y="3421750"/>
              <a:ext cx="98325" cy="68875"/>
            </a:xfrm>
            <a:custGeom>
              <a:avLst/>
              <a:gdLst/>
              <a:ahLst/>
              <a:cxnLst/>
              <a:rect l="l" t="t" r="r" b="b"/>
              <a:pathLst>
                <a:path w="3933" h="2755" extrusionOk="0">
                  <a:moveTo>
                    <a:pt x="0" y="1"/>
                  </a:moveTo>
                  <a:lnTo>
                    <a:pt x="2972" y="2754"/>
                  </a:lnTo>
                  <a:lnTo>
                    <a:pt x="3933" y="2754"/>
                  </a:lnTo>
                  <a:lnTo>
                    <a:pt x="9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1"/>
            <p:cNvSpPr/>
            <p:nvPr/>
          </p:nvSpPr>
          <p:spPr>
            <a:xfrm>
              <a:off x="339300" y="3124950"/>
              <a:ext cx="634150" cy="365675"/>
            </a:xfrm>
            <a:custGeom>
              <a:avLst/>
              <a:gdLst/>
              <a:ahLst/>
              <a:cxnLst/>
              <a:rect l="l" t="t" r="r" b="b"/>
              <a:pathLst>
                <a:path w="25366" h="14627" extrusionOk="0">
                  <a:moveTo>
                    <a:pt x="764" y="0"/>
                  </a:moveTo>
                  <a:cubicBezTo>
                    <a:pt x="343" y="0"/>
                    <a:pt x="0" y="341"/>
                    <a:pt x="0" y="762"/>
                  </a:cubicBezTo>
                  <a:lnTo>
                    <a:pt x="0" y="11111"/>
                  </a:lnTo>
                  <a:cubicBezTo>
                    <a:pt x="0" y="11532"/>
                    <a:pt x="343" y="11873"/>
                    <a:pt x="764" y="11873"/>
                  </a:cubicBezTo>
                  <a:lnTo>
                    <a:pt x="22394" y="11873"/>
                  </a:lnTo>
                  <a:lnTo>
                    <a:pt x="25366" y="14626"/>
                  </a:lnTo>
                  <a:lnTo>
                    <a:pt x="25366" y="762"/>
                  </a:lnTo>
                  <a:cubicBezTo>
                    <a:pt x="25366" y="341"/>
                    <a:pt x="25025" y="0"/>
                    <a:pt x="246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1"/>
            <p:cNvSpPr/>
            <p:nvPr/>
          </p:nvSpPr>
          <p:spPr>
            <a:xfrm>
              <a:off x="792825" y="3237950"/>
              <a:ext cx="73725" cy="73700"/>
            </a:xfrm>
            <a:custGeom>
              <a:avLst/>
              <a:gdLst/>
              <a:ahLst/>
              <a:cxnLst/>
              <a:rect l="l" t="t" r="r" b="b"/>
              <a:pathLst>
                <a:path w="2949" h="2948" extrusionOk="0">
                  <a:moveTo>
                    <a:pt x="1475" y="0"/>
                  </a:moveTo>
                  <a:cubicBezTo>
                    <a:pt x="661" y="0"/>
                    <a:pt x="1" y="661"/>
                    <a:pt x="1" y="1474"/>
                  </a:cubicBezTo>
                  <a:cubicBezTo>
                    <a:pt x="1" y="2288"/>
                    <a:pt x="661" y="2948"/>
                    <a:pt x="1475" y="2948"/>
                  </a:cubicBezTo>
                  <a:cubicBezTo>
                    <a:pt x="2288" y="2948"/>
                    <a:pt x="2949" y="2288"/>
                    <a:pt x="2949" y="1474"/>
                  </a:cubicBezTo>
                  <a:cubicBezTo>
                    <a:pt x="2949" y="661"/>
                    <a:pt x="2288" y="0"/>
                    <a:pt x="14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1"/>
            <p:cNvSpPr/>
            <p:nvPr/>
          </p:nvSpPr>
          <p:spPr>
            <a:xfrm>
              <a:off x="619550" y="3237950"/>
              <a:ext cx="73675" cy="73700"/>
            </a:xfrm>
            <a:custGeom>
              <a:avLst/>
              <a:gdLst/>
              <a:ahLst/>
              <a:cxnLst/>
              <a:rect l="l" t="t" r="r" b="b"/>
              <a:pathLst>
                <a:path w="2947" h="2948" extrusionOk="0">
                  <a:moveTo>
                    <a:pt x="1473" y="0"/>
                  </a:moveTo>
                  <a:cubicBezTo>
                    <a:pt x="660" y="0"/>
                    <a:pt x="1" y="661"/>
                    <a:pt x="1" y="1474"/>
                  </a:cubicBezTo>
                  <a:cubicBezTo>
                    <a:pt x="1" y="2288"/>
                    <a:pt x="660" y="2948"/>
                    <a:pt x="1473" y="2948"/>
                  </a:cubicBezTo>
                  <a:cubicBezTo>
                    <a:pt x="2286" y="2948"/>
                    <a:pt x="2947" y="2288"/>
                    <a:pt x="2947" y="1474"/>
                  </a:cubicBezTo>
                  <a:cubicBezTo>
                    <a:pt x="2947" y="661"/>
                    <a:pt x="2286" y="0"/>
                    <a:pt x="14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1"/>
            <p:cNvSpPr/>
            <p:nvPr/>
          </p:nvSpPr>
          <p:spPr>
            <a:xfrm>
              <a:off x="446225" y="3237950"/>
              <a:ext cx="73675" cy="73700"/>
            </a:xfrm>
            <a:custGeom>
              <a:avLst/>
              <a:gdLst/>
              <a:ahLst/>
              <a:cxnLst/>
              <a:rect l="l" t="t" r="r" b="b"/>
              <a:pathLst>
                <a:path w="2947" h="2948" extrusionOk="0">
                  <a:moveTo>
                    <a:pt x="1475" y="0"/>
                  </a:moveTo>
                  <a:cubicBezTo>
                    <a:pt x="660" y="0"/>
                    <a:pt x="1" y="661"/>
                    <a:pt x="1" y="1474"/>
                  </a:cubicBezTo>
                  <a:cubicBezTo>
                    <a:pt x="1" y="2288"/>
                    <a:pt x="660" y="2948"/>
                    <a:pt x="1475" y="2948"/>
                  </a:cubicBezTo>
                  <a:cubicBezTo>
                    <a:pt x="2288" y="2948"/>
                    <a:pt x="2947" y="2288"/>
                    <a:pt x="2947" y="1474"/>
                  </a:cubicBezTo>
                  <a:cubicBezTo>
                    <a:pt x="2947" y="661"/>
                    <a:pt x="2288" y="0"/>
                    <a:pt x="14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 name="Google Shape;447;p26">
            <a:extLst>
              <a:ext uri="{FF2B5EF4-FFF2-40B4-BE49-F238E27FC236}">
                <a16:creationId xmlns:a16="http://schemas.microsoft.com/office/drawing/2014/main" id="{BBC7966A-B0F5-FC90-B436-08D6D51F8AF2}"/>
              </a:ext>
            </a:extLst>
          </p:cNvPr>
          <p:cNvCxnSpPr/>
          <p:nvPr/>
        </p:nvCxnSpPr>
        <p:spPr>
          <a:xfrm>
            <a:off x="162500" y="1648633"/>
            <a:ext cx="552600" cy="0"/>
          </a:xfrm>
          <a:prstGeom prst="straightConnector1">
            <a:avLst/>
          </a:prstGeom>
          <a:noFill/>
          <a:ln w="19050" cap="flat" cmpd="sng">
            <a:solidFill>
              <a:schemeClr val="dk1"/>
            </a:solidFill>
            <a:prstDash val="solid"/>
            <a:round/>
            <a:headEnd type="none" w="med" len="med"/>
            <a:tailEnd type="stealth"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7" name="Google Shape;661;p39">
            <a:extLst>
              <a:ext uri="{FF2B5EF4-FFF2-40B4-BE49-F238E27FC236}">
                <a16:creationId xmlns:a16="http://schemas.microsoft.com/office/drawing/2014/main" id="{872AABED-0E05-1C71-8871-964F6058F238}"/>
              </a:ext>
            </a:extLst>
          </p:cNvPr>
          <p:cNvSpPr txBox="1">
            <a:spLocks noGrp="1"/>
          </p:cNvSpPr>
          <p:nvPr>
            <p:ph type="title"/>
          </p:nvPr>
        </p:nvSpPr>
        <p:spPr>
          <a:xfrm>
            <a:off x="720000" y="445025"/>
            <a:ext cx="1693591"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3200" b="1" dirty="0">
                <a:solidFill>
                  <a:schemeClr val="bg1"/>
                </a:solidFill>
                <a:latin typeface="+mn-lt"/>
              </a:rPr>
              <a:t>Outline</a:t>
            </a:r>
            <a:endParaRPr sz="3200" b="1" dirty="0">
              <a:solidFill>
                <a:schemeClr val="bg1"/>
              </a:solidFill>
              <a:latin typeface="+mn-lt"/>
            </a:endParaRPr>
          </a:p>
        </p:txBody>
      </p:sp>
      <p:sp>
        <p:nvSpPr>
          <p:cNvPr id="212" name="Google Shape;666;p39">
            <a:extLst>
              <a:ext uri="{FF2B5EF4-FFF2-40B4-BE49-F238E27FC236}">
                <a16:creationId xmlns:a16="http://schemas.microsoft.com/office/drawing/2014/main" id="{D95AB9C7-AA01-12D4-C48F-15AD4C736F18}"/>
              </a:ext>
            </a:extLst>
          </p:cNvPr>
          <p:cNvSpPr txBox="1">
            <a:spLocks/>
          </p:cNvSpPr>
          <p:nvPr/>
        </p:nvSpPr>
        <p:spPr>
          <a:xfrm>
            <a:off x="888710" y="1245075"/>
            <a:ext cx="734700" cy="63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000"/>
              <a:buFont typeface="Golos Text Medium"/>
              <a:buNone/>
              <a:defRPr sz="2000" b="0" i="0" u="none" strike="noStrike" cap="none">
                <a:solidFill>
                  <a:schemeClr val="accent3"/>
                </a:solidFill>
                <a:latin typeface="Golos Text Medium"/>
                <a:ea typeface="Golos Text Medium"/>
                <a:cs typeface="Golos Text Medium"/>
                <a:sym typeface="Golos Text Medium"/>
              </a:defRPr>
            </a:lvl1pPr>
            <a:lvl2pPr marR="0" lvl="1"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2pPr>
            <a:lvl3pPr marR="0" lvl="2"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3pPr>
            <a:lvl4pPr marR="0" lvl="3"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4pPr>
            <a:lvl5pPr marR="0" lvl="4"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5pPr>
            <a:lvl6pPr marR="0" lvl="5"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6pPr>
            <a:lvl7pPr marR="0" lvl="6"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7pPr>
            <a:lvl8pPr marR="0" lvl="7"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8pPr>
            <a:lvl9pPr marR="0" lvl="8"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9pPr>
          </a:lstStyle>
          <a:p>
            <a:pPr algn="ctr"/>
            <a:r>
              <a:rPr lang="en" sz="1800" b="1" dirty="0">
                <a:solidFill>
                  <a:schemeClr val="bg1"/>
                </a:solidFill>
                <a:latin typeface="+mn-lt"/>
              </a:rPr>
              <a:t>01</a:t>
            </a:r>
          </a:p>
        </p:txBody>
      </p:sp>
      <p:sp>
        <p:nvSpPr>
          <p:cNvPr id="213" name="Google Shape;667;p39">
            <a:extLst>
              <a:ext uri="{FF2B5EF4-FFF2-40B4-BE49-F238E27FC236}">
                <a16:creationId xmlns:a16="http://schemas.microsoft.com/office/drawing/2014/main" id="{BD505711-66BF-0C31-5738-314F2AC3371C}"/>
              </a:ext>
            </a:extLst>
          </p:cNvPr>
          <p:cNvSpPr txBox="1">
            <a:spLocks/>
          </p:cNvSpPr>
          <p:nvPr/>
        </p:nvSpPr>
        <p:spPr>
          <a:xfrm>
            <a:off x="521015" y="3066797"/>
            <a:ext cx="734700" cy="63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000" b="0" i="0" u="none" strike="noStrike" cap="none">
                <a:solidFill>
                  <a:schemeClr val="dk1"/>
                </a:solidFill>
                <a:latin typeface="Golos Text Medium"/>
                <a:ea typeface="Golos Text Medium"/>
                <a:cs typeface="Golos Text Medium"/>
                <a:sym typeface="Golos Text Medium"/>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gn="ctr"/>
            <a:r>
              <a:rPr lang="en" sz="1800" b="1" dirty="0">
                <a:solidFill>
                  <a:schemeClr val="bg1"/>
                </a:solidFill>
                <a:latin typeface="+mn-lt"/>
              </a:rPr>
              <a:t>04</a:t>
            </a:r>
          </a:p>
        </p:txBody>
      </p:sp>
      <p:sp>
        <p:nvSpPr>
          <p:cNvPr id="214" name="Google Shape;668;p39">
            <a:extLst>
              <a:ext uri="{FF2B5EF4-FFF2-40B4-BE49-F238E27FC236}">
                <a16:creationId xmlns:a16="http://schemas.microsoft.com/office/drawing/2014/main" id="{8D84F5FB-6AE6-3801-F508-3BA2FF13E65C}"/>
              </a:ext>
            </a:extLst>
          </p:cNvPr>
          <p:cNvSpPr txBox="1">
            <a:spLocks/>
          </p:cNvSpPr>
          <p:nvPr/>
        </p:nvSpPr>
        <p:spPr>
          <a:xfrm>
            <a:off x="3981020" y="1250918"/>
            <a:ext cx="734700" cy="63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000"/>
              <a:buFont typeface="Golos Text Medium"/>
              <a:buNone/>
              <a:defRPr sz="2000" b="0" i="0" u="none" strike="noStrike" cap="none">
                <a:solidFill>
                  <a:schemeClr val="accent3"/>
                </a:solidFill>
                <a:latin typeface="Golos Text Medium"/>
                <a:ea typeface="Golos Text Medium"/>
                <a:cs typeface="Golos Text Medium"/>
                <a:sym typeface="Golos Text Medium"/>
              </a:defRPr>
            </a:lvl1pPr>
            <a:lvl2pPr marR="0" lvl="1"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2pPr>
            <a:lvl3pPr marR="0" lvl="2"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3pPr>
            <a:lvl4pPr marR="0" lvl="3"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4pPr>
            <a:lvl5pPr marR="0" lvl="4"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5pPr>
            <a:lvl6pPr marR="0" lvl="5"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6pPr>
            <a:lvl7pPr marR="0" lvl="6"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7pPr>
            <a:lvl8pPr marR="0" lvl="7"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8pPr>
            <a:lvl9pPr marR="0" lvl="8" algn="l" rtl="0">
              <a:lnSpc>
                <a:spcPct val="115000"/>
              </a:lnSpc>
              <a:spcBef>
                <a:spcPts val="0"/>
              </a:spcBef>
              <a:spcAft>
                <a:spcPts val="0"/>
              </a:spcAft>
              <a:buClr>
                <a:schemeClr val="dk1"/>
              </a:buClr>
              <a:buSzPts val="3000"/>
              <a:buFont typeface="Golos Text Medium"/>
              <a:buNone/>
              <a:defRPr sz="3000" b="0" i="0" u="none" strike="noStrike" cap="none">
                <a:solidFill>
                  <a:schemeClr val="dk1"/>
                </a:solidFill>
                <a:latin typeface="Golos Text Medium"/>
                <a:ea typeface="Golos Text Medium"/>
                <a:cs typeface="Golos Text Medium"/>
                <a:sym typeface="Golos Text Medium"/>
              </a:defRPr>
            </a:lvl9pPr>
          </a:lstStyle>
          <a:p>
            <a:pPr algn="ctr"/>
            <a:r>
              <a:rPr lang="en" sz="1800" b="1" dirty="0">
                <a:solidFill>
                  <a:schemeClr val="bg1"/>
                </a:solidFill>
                <a:latin typeface="+mn-lt"/>
              </a:rPr>
              <a:t>02</a:t>
            </a:r>
          </a:p>
        </p:txBody>
      </p:sp>
      <p:sp>
        <p:nvSpPr>
          <p:cNvPr id="215" name="Google Shape;669;p39">
            <a:extLst>
              <a:ext uri="{FF2B5EF4-FFF2-40B4-BE49-F238E27FC236}">
                <a16:creationId xmlns:a16="http://schemas.microsoft.com/office/drawing/2014/main" id="{4CB5EC69-BFFE-728D-147E-63F56452C613}"/>
              </a:ext>
            </a:extLst>
          </p:cNvPr>
          <p:cNvSpPr txBox="1">
            <a:spLocks/>
          </p:cNvSpPr>
          <p:nvPr/>
        </p:nvSpPr>
        <p:spPr>
          <a:xfrm>
            <a:off x="2801165" y="3066797"/>
            <a:ext cx="734700" cy="63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000" b="0" i="0" u="none" strike="noStrike" cap="none">
                <a:solidFill>
                  <a:schemeClr val="dk1"/>
                </a:solidFill>
                <a:latin typeface="Golos Text Medium"/>
                <a:ea typeface="Golos Text Medium"/>
                <a:cs typeface="Golos Text Medium"/>
                <a:sym typeface="Golos Text Medium"/>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gn="ctr"/>
            <a:r>
              <a:rPr lang="en" sz="1800" b="1" dirty="0">
                <a:solidFill>
                  <a:schemeClr val="bg1"/>
                </a:solidFill>
                <a:latin typeface="+mn-lt"/>
              </a:rPr>
              <a:t>05</a:t>
            </a:r>
          </a:p>
        </p:txBody>
      </p:sp>
      <p:sp>
        <p:nvSpPr>
          <p:cNvPr id="216" name="Google Shape;670;p39">
            <a:extLst>
              <a:ext uri="{FF2B5EF4-FFF2-40B4-BE49-F238E27FC236}">
                <a16:creationId xmlns:a16="http://schemas.microsoft.com/office/drawing/2014/main" id="{D284BD0D-D5A7-1202-3F91-462FE9FB40E1}"/>
              </a:ext>
            </a:extLst>
          </p:cNvPr>
          <p:cNvSpPr txBox="1">
            <a:spLocks/>
          </p:cNvSpPr>
          <p:nvPr/>
        </p:nvSpPr>
        <p:spPr>
          <a:xfrm>
            <a:off x="103310" y="1877312"/>
            <a:ext cx="2305500" cy="484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dirty="0">
                <a:solidFill>
                  <a:schemeClr val="bg1"/>
                </a:solidFill>
                <a:latin typeface="+mn-lt"/>
              </a:rPr>
              <a:t>Introduction</a:t>
            </a:r>
          </a:p>
        </p:txBody>
      </p:sp>
      <p:sp>
        <p:nvSpPr>
          <p:cNvPr id="217" name="Google Shape;671;p39">
            <a:extLst>
              <a:ext uri="{FF2B5EF4-FFF2-40B4-BE49-F238E27FC236}">
                <a16:creationId xmlns:a16="http://schemas.microsoft.com/office/drawing/2014/main" id="{F49B657E-D910-816B-536E-298FECEAD9B4}"/>
              </a:ext>
            </a:extLst>
          </p:cNvPr>
          <p:cNvSpPr txBox="1">
            <a:spLocks/>
          </p:cNvSpPr>
          <p:nvPr/>
        </p:nvSpPr>
        <p:spPr>
          <a:xfrm>
            <a:off x="3206620" y="1877312"/>
            <a:ext cx="2305500" cy="484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dirty="0">
                <a:solidFill>
                  <a:schemeClr val="bg1"/>
                </a:solidFill>
                <a:latin typeface="+mn-lt"/>
              </a:rPr>
              <a:t>Tools &amp; Technologies</a:t>
            </a:r>
          </a:p>
        </p:txBody>
      </p:sp>
      <p:sp>
        <p:nvSpPr>
          <p:cNvPr id="218" name="Google Shape;672;p39">
            <a:extLst>
              <a:ext uri="{FF2B5EF4-FFF2-40B4-BE49-F238E27FC236}">
                <a16:creationId xmlns:a16="http://schemas.microsoft.com/office/drawing/2014/main" id="{E7E178DD-4425-8A57-3619-54B9354441F3}"/>
              </a:ext>
            </a:extLst>
          </p:cNvPr>
          <p:cNvSpPr txBox="1">
            <a:spLocks/>
          </p:cNvSpPr>
          <p:nvPr/>
        </p:nvSpPr>
        <p:spPr>
          <a:xfrm>
            <a:off x="-194039" y="3698900"/>
            <a:ext cx="2305500" cy="484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dirty="0">
                <a:solidFill>
                  <a:schemeClr val="bg1"/>
                </a:solidFill>
                <a:latin typeface="+mn-lt"/>
              </a:rPr>
              <a:t>Sample Outputs</a:t>
            </a:r>
          </a:p>
        </p:txBody>
      </p:sp>
      <p:sp>
        <p:nvSpPr>
          <p:cNvPr id="219" name="Google Shape;673;p39">
            <a:extLst>
              <a:ext uri="{FF2B5EF4-FFF2-40B4-BE49-F238E27FC236}">
                <a16:creationId xmlns:a16="http://schemas.microsoft.com/office/drawing/2014/main" id="{C98CA630-45DD-EBD9-4C85-2ED634722257}"/>
              </a:ext>
            </a:extLst>
          </p:cNvPr>
          <p:cNvSpPr txBox="1">
            <a:spLocks/>
          </p:cNvSpPr>
          <p:nvPr/>
        </p:nvSpPr>
        <p:spPr>
          <a:xfrm>
            <a:off x="2015765" y="3698900"/>
            <a:ext cx="2305500" cy="484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dirty="0">
                <a:solidFill>
                  <a:schemeClr val="bg1"/>
                </a:solidFill>
                <a:latin typeface="+mn-lt"/>
              </a:rPr>
              <a:t>Challenges</a:t>
            </a:r>
          </a:p>
        </p:txBody>
      </p:sp>
      <p:sp>
        <p:nvSpPr>
          <p:cNvPr id="222" name="Google Shape;676;p39">
            <a:extLst>
              <a:ext uri="{FF2B5EF4-FFF2-40B4-BE49-F238E27FC236}">
                <a16:creationId xmlns:a16="http://schemas.microsoft.com/office/drawing/2014/main" id="{76DC504A-037F-5E2E-E18C-F1754337279C}"/>
              </a:ext>
            </a:extLst>
          </p:cNvPr>
          <p:cNvSpPr txBox="1">
            <a:spLocks/>
          </p:cNvSpPr>
          <p:nvPr/>
        </p:nvSpPr>
        <p:spPr>
          <a:xfrm>
            <a:off x="7265446" y="1245074"/>
            <a:ext cx="734700" cy="6321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800" b="1" dirty="0">
                <a:solidFill>
                  <a:schemeClr val="bg1"/>
                </a:solidFill>
                <a:latin typeface="+mn-lt"/>
              </a:rPr>
              <a:t>03</a:t>
            </a:r>
          </a:p>
        </p:txBody>
      </p:sp>
      <p:sp>
        <p:nvSpPr>
          <p:cNvPr id="223" name="Google Shape;677;p39">
            <a:extLst>
              <a:ext uri="{FF2B5EF4-FFF2-40B4-BE49-F238E27FC236}">
                <a16:creationId xmlns:a16="http://schemas.microsoft.com/office/drawing/2014/main" id="{E94576BE-A9EF-02D3-2B6C-5E32B8D33892}"/>
              </a:ext>
            </a:extLst>
          </p:cNvPr>
          <p:cNvSpPr txBox="1">
            <a:spLocks/>
          </p:cNvSpPr>
          <p:nvPr/>
        </p:nvSpPr>
        <p:spPr>
          <a:xfrm>
            <a:off x="5245258" y="3066800"/>
            <a:ext cx="734700" cy="6321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800" b="1" dirty="0">
                <a:solidFill>
                  <a:schemeClr val="bg1"/>
                </a:solidFill>
                <a:latin typeface="+mn-lt"/>
              </a:rPr>
              <a:t>06</a:t>
            </a:r>
          </a:p>
        </p:txBody>
      </p:sp>
      <p:sp>
        <p:nvSpPr>
          <p:cNvPr id="224" name="Google Shape;678;p39">
            <a:extLst>
              <a:ext uri="{FF2B5EF4-FFF2-40B4-BE49-F238E27FC236}">
                <a16:creationId xmlns:a16="http://schemas.microsoft.com/office/drawing/2014/main" id="{7C3F8023-B130-D65E-F534-863A59A4C619}"/>
              </a:ext>
            </a:extLst>
          </p:cNvPr>
          <p:cNvSpPr txBox="1">
            <a:spLocks/>
          </p:cNvSpPr>
          <p:nvPr/>
        </p:nvSpPr>
        <p:spPr>
          <a:xfrm>
            <a:off x="6480046" y="1877312"/>
            <a:ext cx="2305500" cy="484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dirty="0">
                <a:solidFill>
                  <a:schemeClr val="bg1"/>
                </a:solidFill>
                <a:latin typeface="+mn-lt"/>
              </a:rPr>
              <a:t>Methodology</a:t>
            </a:r>
          </a:p>
        </p:txBody>
      </p:sp>
      <p:sp>
        <p:nvSpPr>
          <p:cNvPr id="225" name="Google Shape;679;p39">
            <a:extLst>
              <a:ext uri="{FF2B5EF4-FFF2-40B4-BE49-F238E27FC236}">
                <a16:creationId xmlns:a16="http://schemas.microsoft.com/office/drawing/2014/main" id="{80F45533-A65C-2CD6-0EAB-B1FC005B9D4D}"/>
              </a:ext>
            </a:extLst>
          </p:cNvPr>
          <p:cNvSpPr txBox="1">
            <a:spLocks/>
          </p:cNvSpPr>
          <p:nvPr/>
        </p:nvSpPr>
        <p:spPr>
          <a:xfrm>
            <a:off x="4459858" y="3698900"/>
            <a:ext cx="2305500" cy="484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dirty="0">
                <a:solidFill>
                  <a:schemeClr val="bg1"/>
                </a:solidFill>
                <a:latin typeface="+mn-lt"/>
              </a:rPr>
              <a:t>Future Work</a:t>
            </a:r>
          </a:p>
        </p:txBody>
      </p:sp>
      <p:sp>
        <p:nvSpPr>
          <p:cNvPr id="231" name="Google Shape;677;p39">
            <a:extLst>
              <a:ext uri="{FF2B5EF4-FFF2-40B4-BE49-F238E27FC236}">
                <a16:creationId xmlns:a16="http://schemas.microsoft.com/office/drawing/2014/main" id="{45CB5C12-93EF-CBDD-1A44-698D4C811F71}"/>
              </a:ext>
            </a:extLst>
          </p:cNvPr>
          <p:cNvSpPr txBox="1">
            <a:spLocks/>
          </p:cNvSpPr>
          <p:nvPr/>
        </p:nvSpPr>
        <p:spPr>
          <a:xfrm>
            <a:off x="7630501" y="3070338"/>
            <a:ext cx="734700" cy="6321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800" b="1" dirty="0">
                <a:solidFill>
                  <a:schemeClr val="bg1"/>
                </a:solidFill>
                <a:latin typeface="+mn-lt"/>
              </a:rPr>
              <a:t>07</a:t>
            </a:r>
          </a:p>
        </p:txBody>
      </p:sp>
      <p:sp>
        <p:nvSpPr>
          <p:cNvPr id="233" name="Google Shape;679;p39">
            <a:extLst>
              <a:ext uri="{FF2B5EF4-FFF2-40B4-BE49-F238E27FC236}">
                <a16:creationId xmlns:a16="http://schemas.microsoft.com/office/drawing/2014/main" id="{E6147722-896D-86F4-DAE3-233234503897}"/>
              </a:ext>
            </a:extLst>
          </p:cNvPr>
          <p:cNvSpPr txBox="1">
            <a:spLocks/>
          </p:cNvSpPr>
          <p:nvPr/>
        </p:nvSpPr>
        <p:spPr>
          <a:xfrm>
            <a:off x="6845101" y="3702438"/>
            <a:ext cx="2305500" cy="4848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800" dirty="0">
                <a:solidFill>
                  <a:schemeClr val="bg1"/>
                </a:solidFill>
                <a:latin typeface="+mn-lt"/>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3"/>
          <p:cNvSpPr txBox="1">
            <a:spLocks noGrp="1"/>
          </p:cNvSpPr>
          <p:nvPr>
            <p:ph type="title"/>
          </p:nvPr>
        </p:nvSpPr>
        <p:spPr>
          <a:xfrm>
            <a:off x="715100" y="2542537"/>
            <a:ext cx="7713900" cy="10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dirty="0">
                <a:solidFill>
                  <a:schemeClr val="bg1"/>
                </a:solidFill>
                <a:latin typeface="+mn-lt"/>
              </a:rPr>
              <a:t>Introduction</a:t>
            </a:r>
            <a:endParaRPr sz="4800" dirty="0">
              <a:solidFill>
                <a:schemeClr val="bg1"/>
              </a:solidFill>
              <a:latin typeface="+mn-lt"/>
            </a:endParaRPr>
          </a:p>
        </p:txBody>
      </p:sp>
      <p:sp>
        <p:nvSpPr>
          <p:cNvPr id="202" name="Google Shape;202;p23"/>
          <p:cNvSpPr txBox="1">
            <a:spLocks noGrp="1"/>
          </p:cNvSpPr>
          <p:nvPr>
            <p:ph type="title" idx="2"/>
          </p:nvPr>
        </p:nvSpPr>
        <p:spPr>
          <a:xfrm>
            <a:off x="715100" y="1382334"/>
            <a:ext cx="2035200" cy="10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grpSp>
        <p:nvGrpSpPr>
          <p:cNvPr id="2" name="Google Shape;529;p36">
            <a:extLst>
              <a:ext uri="{FF2B5EF4-FFF2-40B4-BE49-F238E27FC236}">
                <a16:creationId xmlns:a16="http://schemas.microsoft.com/office/drawing/2014/main" id="{AA1DB246-9BDB-58E0-24FB-A3258D92E0E3}"/>
              </a:ext>
            </a:extLst>
          </p:cNvPr>
          <p:cNvGrpSpPr/>
          <p:nvPr/>
        </p:nvGrpSpPr>
        <p:grpSpPr>
          <a:xfrm flipH="1">
            <a:off x="5583962" y="2593416"/>
            <a:ext cx="3706695" cy="2550084"/>
            <a:chOff x="4388650" y="2224200"/>
            <a:chExt cx="1707525" cy="1174775"/>
          </a:xfrm>
        </p:grpSpPr>
        <p:sp>
          <p:nvSpPr>
            <p:cNvPr id="3" name="Google Shape;530;p36">
              <a:extLst>
                <a:ext uri="{FF2B5EF4-FFF2-40B4-BE49-F238E27FC236}">
                  <a16:creationId xmlns:a16="http://schemas.microsoft.com/office/drawing/2014/main" id="{EAF072BC-781D-B0A1-A0BE-FDB3D21CF2FC}"/>
                </a:ext>
              </a:extLst>
            </p:cNvPr>
            <p:cNvSpPr/>
            <p:nvPr/>
          </p:nvSpPr>
          <p:spPr>
            <a:xfrm>
              <a:off x="4422875" y="3236475"/>
              <a:ext cx="284875" cy="162500"/>
            </a:xfrm>
            <a:custGeom>
              <a:avLst/>
              <a:gdLst/>
              <a:ahLst/>
              <a:cxnLst/>
              <a:rect l="l" t="t" r="r" b="b"/>
              <a:pathLst>
                <a:path w="11395" h="6500" extrusionOk="0">
                  <a:moveTo>
                    <a:pt x="440" y="0"/>
                  </a:moveTo>
                  <a:cubicBezTo>
                    <a:pt x="352" y="135"/>
                    <a:pt x="270" y="274"/>
                    <a:pt x="193" y="415"/>
                  </a:cubicBezTo>
                  <a:lnTo>
                    <a:pt x="191" y="415"/>
                  </a:lnTo>
                  <a:cubicBezTo>
                    <a:pt x="1" y="767"/>
                    <a:pt x="2303" y="2396"/>
                    <a:pt x="5337" y="4058"/>
                  </a:cubicBezTo>
                  <a:cubicBezTo>
                    <a:pt x="7981" y="5506"/>
                    <a:pt x="10305" y="6500"/>
                    <a:pt x="10986" y="6500"/>
                  </a:cubicBezTo>
                  <a:cubicBezTo>
                    <a:pt x="11087" y="6500"/>
                    <a:pt x="11151" y="6478"/>
                    <a:pt x="11176" y="6433"/>
                  </a:cubicBezTo>
                  <a:cubicBezTo>
                    <a:pt x="11255" y="6291"/>
                    <a:pt x="11326" y="6147"/>
                    <a:pt x="11394" y="6000"/>
                  </a:cubicBezTo>
                  <a:lnTo>
                    <a:pt x="11394" y="6000"/>
                  </a:lnTo>
                  <a:cubicBezTo>
                    <a:pt x="11360" y="6019"/>
                    <a:pt x="11310" y="6028"/>
                    <a:pt x="11244" y="6028"/>
                  </a:cubicBezTo>
                  <a:cubicBezTo>
                    <a:pt x="10562" y="6028"/>
                    <a:pt x="8237" y="5036"/>
                    <a:pt x="5594" y="3587"/>
                  </a:cubicBezTo>
                  <a:cubicBezTo>
                    <a:pt x="2697" y="2000"/>
                    <a:pt x="464" y="441"/>
                    <a:pt x="4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31;p36">
              <a:extLst>
                <a:ext uri="{FF2B5EF4-FFF2-40B4-BE49-F238E27FC236}">
                  <a16:creationId xmlns:a16="http://schemas.microsoft.com/office/drawing/2014/main" id="{795C21A9-6873-59E0-A6B3-E66D3BAB5195}"/>
                </a:ext>
              </a:extLst>
            </p:cNvPr>
            <p:cNvSpPr/>
            <p:nvPr/>
          </p:nvSpPr>
          <p:spPr>
            <a:xfrm>
              <a:off x="4433850" y="3137400"/>
              <a:ext cx="302375" cy="249825"/>
            </a:xfrm>
            <a:custGeom>
              <a:avLst/>
              <a:gdLst/>
              <a:ahLst/>
              <a:cxnLst/>
              <a:rect l="l" t="t" r="r" b="b"/>
              <a:pathLst>
                <a:path w="12095" h="9993" extrusionOk="0">
                  <a:moveTo>
                    <a:pt x="4816" y="1"/>
                  </a:moveTo>
                  <a:cubicBezTo>
                    <a:pt x="4816" y="1"/>
                    <a:pt x="3750" y="461"/>
                    <a:pt x="2529" y="1359"/>
                  </a:cubicBezTo>
                  <a:cubicBezTo>
                    <a:pt x="2453" y="1415"/>
                    <a:pt x="2377" y="1473"/>
                    <a:pt x="2300" y="1532"/>
                  </a:cubicBezTo>
                  <a:cubicBezTo>
                    <a:pt x="1488" y="2156"/>
                    <a:pt x="636" y="2970"/>
                    <a:pt x="1" y="3963"/>
                  </a:cubicBezTo>
                  <a:cubicBezTo>
                    <a:pt x="25" y="4404"/>
                    <a:pt x="2258" y="5963"/>
                    <a:pt x="5155" y="7552"/>
                  </a:cubicBezTo>
                  <a:cubicBezTo>
                    <a:pt x="7800" y="9000"/>
                    <a:pt x="10126" y="9993"/>
                    <a:pt x="10806" y="9993"/>
                  </a:cubicBezTo>
                  <a:cubicBezTo>
                    <a:pt x="10871" y="9993"/>
                    <a:pt x="10921" y="9983"/>
                    <a:pt x="10955" y="9964"/>
                  </a:cubicBezTo>
                  <a:cubicBezTo>
                    <a:pt x="11116" y="9616"/>
                    <a:pt x="11249" y="9257"/>
                    <a:pt x="11358" y="8900"/>
                  </a:cubicBezTo>
                  <a:cubicBezTo>
                    <a:pt x="11385" y="8809"/>
                    <a:pt x="11411" y="8718"/>
                    <a:pt x="11435" y="8627"/>
                  </a:cubicBezTo>
                  <a:cubicBezTo>
                    <a:pt x="12094" y="6188"/>
                    <a:pt x="11700" y="3772"/>
                    <a:pt x="11700" y="3772"/>
                  </a:cubicBezTo>
                  <a:lnTo>
                    <a:pt x="48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32;p36">
              <a:extLst>
                <a:ext uri="{FF2B5EF4-FFF2-40B4-BE49-F238E27FC236}">
                  <a16:creationId xmlns:a16="http://schemas.microsoft.com/office/drawing/2014/main" id="{B2B2B729-8307-67A3-7951-FFC38FEAAB3D}"/>
                </a:ext>
              </a:extLst>
            </p:cNvPr>
            <p:cNvSpPr/>
            <p:nvPr/>
          </p:nvSpPr>
          <p:spPr>
            <a:xfrm>
              <a:off x="5008550" y="2646000"/>
              <a:ext cx="577200" cy="331650"/>
            </a:xfrm>
            <a:custGeom>
              <a:avLst/>
              <a:gdLst/>
              <a:ahLst/>
              <a:cxnLst/>
              <a:rect l="l" t="t" r="r" b="b"/>
              <a:pathLst>
                <a:path w="23088" h="13266" extrusionOk="0">
                  <a:moveTo>
                    <a:pt x="21874" y="0"/>
                  </a:moveTo>
                  <a:cubicBezTo>
                    <a:pt x="21472" y="0"/>
                    <a:pt x="21087" y="228"/>
                    <a:pt x="20908" y="617"/>
                  </a:cubicBezTo>
                  <a:lnTo>
                    <a:pt x="19853" y="2890"/>
                  </a:lnTo>
                  <a:lnTo>
                    <a:pt x="19244" y="4204"/>
                  </a:lnTo>
                  <a:lnTo>
                    <a:pt x="18984" y="4767"/>
                  </a:lnTo>
                  <a:lnTo>
                    <a:pt x="18851" y="5055"/>
                  </a:lnTo>
                  <a:lnTo>
                    <a:pt x="18411" y="6003"/>
                  </a:lnTo>
                  <a:cubicBezTo>
                    <a:pt x="18074" y="6732"/>
                    <a:pt x="17645" y="7395"/>
                    <a:pt x="17147" y="7983"/>
                  </a:cubicBezTo>
                  <a:cubicBezTo>
                    <a:pt x="17086" y="8057"/>
                    <a:pt x="17021" y="8131"/>
                    <a:pt x="16956" y="8203"/>
                  </a:cubicBezTo>
                  <a:cubicBezTo>
                    <a:pt x="16301" y="8927"/>
                    <a:pt x="15538" y="9528"/>
                    <a:pt x="14703" y="9994"/>
                  </a:cubicBezTo>
                  <a:cubicBezTo>
                    <a:pt x="14622" y="10040"/>
                    <a:pt x="14538" y="10084"/>
                    <a:pt x="14455" y="10126"/>
                  </a:cubicBezTo>
                  <a:cubicBezTo>
                    <a:pt x="13584" y="10579"/>
                    <a:pt x="12642" y="10885"/>
                    <a:pt x="11666" y="11032"/>
                  </a:cubicBezTo>
                  <a:cubicBezTo>
                    <a:pt x="11574" y="11047"/>
                    <a:pt x="11480" y="11059"/>
                    <a:pt x="11385" y="11070"/>
                  </a:cubicBezTo>
                  <a:cubicBezTo>
                    <a:pt x="11043" y="11110"/>
                    <a:pt x="10699" y="11130"/>
                    <a:pt x="10353" y="11130"/>
                  </a:cubicBezTo>
                  <a:cubicBezTo>
                    <a:pt x="9477" y="11130"/>
                    <a:pt x="8591" y="11000"/>
                    <a:pt x="7722" y="10726"/>
                  </a:cubicBezTo>
                  <a:cubicBezTo>
                    <a:pt x="7633" y="10699"/>
                    <a:pt x="7542" y="10668"/>
                    <a:pt x="7452" y="10637"/>
                  </a:cubicBezTo>
                  <a:cubicBezTo>
                    <a:pt x="7380" y="10611"/>
                    <a:pt x="7307" y="10585"/>
                    <a:pt x="7234" y="10556"/>
                  </a:cubicBezTo>
                  <a:lnTo>
                    <a:pt x="1563" y="8402"/>
                  </a:lnTo>
                  <a:cubicBezTo>
                    <a:pt x="1439" y="8355"/>
                    <a:pt x="1312" y="8333"/>
                    <a:pt x="1186" y="8333"/>
                  </a:cubicBezTo>
                  <a:cubicBezTo>
                    <a:pt x="758" y="8333"/>
                    <a:pt x="353" y="8595"/>
                    <a:pt x="191" y="9020"/>
                  </a:cubicBezTo>
                  <a:cubicBezTo>
                    <a:pt x="0" y="9522"/>
                    <a:pt x="214" y="10079"/>
                    <a:pt x="673" y="10331"/>
                  </a:cubicBezTo>
                  <a:cubicBezTo>
                    <a:pt x="715" y="10355"/>
                    <a:pt x="760" y="10375"/>
                    <a:pt x="807" y="10393"/>
                  </a:cubicBezTo>
                  <a:lnTo>
                    <a:pt x="1842" y="10787"/>
                  </a:lnTo>
                  <a:lnTo>
                    <a:pt x="6479" y="12547"/>
                  </a:lnTo>
                  <a:cubicBezTo>
                    <a:pt x="6900" y="12707"/>
                    <a:pt x="7328" y="12841"/>
                    <a:pt x="7761" y="12948"/>
                  </a:cubicBezTo>
                  <a:cubicBezTo>
                    <a:pt x="7895" y="12980"/>
                    <a:pt x="8027" y="13010"/>
                    <a:pt x="8160" y="13037"/>
                  </a:cubicBezTo>
                  <a:cubicBezTo>
                    <a:pt x="8892" y="13189"/>
                    <a:pt x="9636" y="13265"/>
                    <a:pt x="10379" y="13265"/>
                  </a:cubicBezTo>
                  <a:cubicBezTo>
                    <a:pt x="10999" y="13265"/>
                    <a:pt x="11618" y="13213"/>
                    <a:pt x="12231" y="13107"/>
                  </a:cubicBezTo>
                  <a:cubicBezTo>
                    <a:pt x="12346" y="13089"/>
                    <a:pt x="12462" y="13066"/>
                    <a:pt x="12577" y="13042"/>
                  </a:cubicBezTo>
                  <a:cubicBezTo>
                    <a:pt x="13237" y="12907"/>
                    <a:pt x="13887" y="12710"/>
                    <a:pt x="14522" y="12451"/>
                  </a:cubicBezTo>
                  <a:cubicBezTo>
                    <a:pt x="15006" y="12254"/>
                    <a:pt x="15473" y="12024"/>
                    <a:pt x="15918" y="11765"/>
                  </a:cubicBezTo>
                  <a:cubicBezTo>
                    <a:pt x="16008" y="11712"/>
                    <a:pt x="16097" y="11659"/>
                    <a:pt x="16185" y="11603"/>
                  </a:cubicBezTo>
                  <a:cubicBezTo>
                    <a:pt x="17116" y="11026"/>
                    <a:pt x="17951" y="10314"/>
                    <a:pt x="18666" y="9492"/>
                  </a:cubicBezTo>
                  <a:cubicBezTo>
                    <a:pt x="18733" y="9416"/>
                    <a:pt x="18796" y="9339"/>
                    <a:pt x="18860" y="9261"/>
                  </a:cubicBezTo>
                  <a:cubicBezTo>
                    <a:pt x="19447" y="8548"/>
                    <a:pt x="19947" y="7756"/>
                    <a:pt x="20343" y="6900"/>
                  </a:cubicBezTo>
                  <a:lnTo>
                    <a:pt x="20733" y="6056"/>
                  </a:lnTo>
                  <a:lnTo>
                    <a:pt x="20862" y="5782"/>
                  </a:lnTo>
                  <a:lnTo>
                    <a:pt x="21751" y="3864"/>
                  </a:lnTo>
                  <a:lnTo>
                    <a:pt x="22840" y="1512"/>
                  </a:lnTo>
                  <a:cubicBezTo>
                    <a:pt x="23087" y="979"/>
                    <a:pt x="22856" y="346"/>
                    <a:pt x="22321" y="99"/>
                  </a:cubicBezTo>
                  <a:cubicBezTo>
                    <a:pt x="22176" y="32"/>
                    <a:pt x="22024" y="0"/>
                    <a:pt x="21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33;p36">
              <a:extLst>
                <a:ext uri="{FF2B5EF4-FFF2-40B4-BE49-F238E27FC236}">
                  <a16:creationId xmlns:a16="http://schemas.microsoft.com/office/drawing/2014/main" id="{01C78E7B-7903-F3AB-F016-118F96BBD188}"/>
                </a:ext>
              </a:extLst>
            </p:cNvPr>
            <p:cNvSpPr/>
            <p:nvPr/>
          </p:nvSpPr>
          <p:spPr>
            <a:xfrm>
              <a:off x="4444500" y="2590075"/>
              <a:ext cx="711075" cy="698300"/>
            </a:xfrm>
            <a:custGeom>
              <a:avLst/>
              <a:gdLst/>
              <a:ahLst/>
              <a:cxnLst/>
              <a:rect l="l" t="t" r="r" b="b"/>
              <a:pathLst>
                <a:path w="28443" h="27932" extrusionOk="0">
                  <a:moveTo>
                    <a:pt x="5556" y="0"/>
                  </a:moveTo>
                  <a:lnTo>
                    <a:pt x="1502" y="12131"/>
                  </a:lnTo>
                  <a:cubicBezTo>
                    <a:pt x="0" y="16623"/>
                    <a:pt x="1321" y="21379"/>
                    <a:pt x="4507" y="24475"/>
                  </a:cubicBezTo>
                  <a:cubicBezTo>
                    <a:pt x="4575" y="24541"/>
                    <a:pt x="4645" y="24608"/>
                    <a:pt x="4714" y="24672"/>
                  </a:cubicBezTo>
                  <a:cubicBezTo>
                    <a:pt x="5905" y="25774"/>
                    <a:pt x="7339" y="26651"/>
                    <a:pt x="8972" y="27209"/>
                  </a:cubicBezTo>
                  <a:cubicBezTo>
                    <a:pt x="9036" y="27230"/>
                    <a:pt x="9099" y="27251"/>
                    <a:pt x="9163" y="27272"/>
                  </a:cubicBezTo>
                  <a:cubicBezTo>
                    <a:pt x="9227" y="27294"/>
                    <a:pt x="9289" y="27315"/>
                    <a:pt x="9352" y="27335"/>
                  </a:cubicBezTo>
                  <a:cubicBezTo>
                    <a:pt x="9548" y="27400"/>
                    <a:pt x="9743" y="27457"/>
                    <a:pt x="9940" y="27512"/>
                  </a:cubicBezTo>
                  <a:cubicBezTo>
                    <a:pt x="10982" y="27795"/>
                    <a:pt x="12033" y="27931"/>
                    <a:pt x="13070" y="27931"/>
                  </a:cubicBezTo>
                  <a:cubicBezTo>
                    <a:pt x="18065" y="27931"/>
                    <a:pt x="22718" y="24773"/>
                    <a:pt x="24387" y="19779"/>
                  </a:cubicBezTo>
                  <a:lnTo>
                    <a:pt x="27146" y="11527"/>
                  </a:lnTo>
                  <a:lnTo>
                    <a:pt x="28442" y="7648"/>
                  </a:lnTo>
                  <a:lnTo>
                    <a:pt x="55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4;p36">
              <a:extLst>
                <a:ext uri="{FF2B5EF4-FFF2-40B4-BE49-F238E27FC236}">
                  <a16:creationId xmlns:a16="http://schemas.microsoft.com/office/drawing/2014/main" id="{604B18E0-46D7-AE6E-628C-0D02A7D6EC1D}"/>
                </a:ext>
              </a:extLst>
            </p:cNvPr>
            <p:cNvSpPr/>
            <p:nvPr/>
          </p:nvSpPr>
          <p:spPr>
            <a:xfrm>
              <a:off x="4574225" y="2577925"/>
              <a:ext cx="590500" cy="215475"/>
            </a:xfrm>
            <a:custGeom>
              <a:avLst/>
              <a:gdLst/>
              <a:ahLst/>
              <a:cxnLst/>
              <a:rect l="l" t="t" r="r" b="b"/>
              <a:pathLst>
                <a:path w="23620" h="8619" extrusionOk="0">
                  <a:moveTo>
                    <a:pt x="1951" y="0"/>
                  </a:moveTo>
                  <a:cubicBezTo>
                    <a:pt x="1043" y="0"/>
                    <a:pt x="477" y="156"/>
                    <a:pt x="367" y="485"/>
                  </a:cubicBezTo>
                  <a:cubicBezTo>
                    <a:pt x="1" y="1581"/>
                    <a:pt x="4828" y="4181"/>
                    <a:pt x="11148" y="6294"/>
                  </a:cubicBezTo>
                  <a:cubicBezTo>
                    <a:pt x="15570" y="7771"/>
                    <a:pt x="19552" y="8618"/>
                    <a:pt x="21670" y="8618"/>
                  </a:cubicBezTo>
                  <a:cubicBezTo>
                    <a:pt x="22578" y="8618"/>
                    <a:pt x="23143" y="8463"/>
                    <a:pt x="23253" y="8134"/>
                  </a:cubicBezTo>
                  <a:cubicBezTo>
                    <a:pt x="23620" y="7037"/>
                    <a:pt x="18792" y="4436"/>
                    <a:pt x="12473" y="2325"/>
                  </a:cubicBezTo>
                  <a:cubicBezTo>
                    <a:pt x="8050" y="847"/>
                    <a:pt x="4068" y="0"/>
                    <a:pt x="19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35;p36">
              <a:extLst>
                <a:ext uri="{FF2B5EF4-FFF2-40B4-BE49-F238E27FC236}">
                  <a16:creationId xmlns:a16="http://schemas.microsoft.com/office/drawing/2014/main" id="{CDC948EB-9B6B-2445-0068-927CAEB92A75}"/>
                </a:ext>
              </a:extLst>
            </p:cNvPr>
            <p:cNvSpPr/>
            <p:nvPr/>
          </p:nvSpPr>
          <p:spPr>
            <a:xfrm>
              <a:off x="4590900" y="2586800"/>
              <a:ext cx="557175" cy="197700"/>
            </a:xfrm>
            <a:custGeom>
              <a:avLst/>
              <a:gdLst/>
              <a:ahLst/>
              <a:cxnLst/>
              <a:rect l="l" t="t" r="r" b="b"/>
              <a:pathLst>
                <a:path w="22287" h="7908" extrusionOk="0">
                  <a:moveTo>
                    <a:pt x="1289" y="1"/>
                  </a:moveTo>
                  <a:cubicBezTo>
                    <a:pt x="358" y="1"/>
                    <a:pt x="61" y="168"/>
                    <a:pt x="37" y="242"/>
                  </a:cubicBezTo>
                  <a:cubicBezTo>
                    <a:pt x="0" y="351"/>
                    <a:pt x="329" y="1014"/>
                    <a:pt x="2601" y="2258"/>
                  </a:cubicBezTo>
                  <a:lnTo>
                    <a:pt x="2600" y="2258"/>
                  </a:lnTo>
                  <a:cubicBezTo>
                    <a:pt x="4629" y="3370"/>
                    <a:pt x="7468" y="4557"/>
                    <a:pt x="10593" y="5601"/>
                  </a:cubicBezTo>
                  <a:cubicBezTo>
                    <a:pt x="13631" y="6617"/>
                    <a:pt x="16552" y="7365"/>
                    <a:pt x="18819" y="7711"/>
                  </a:cubicBezTo>
                  <a:cubicBezTo>
                    <a:pt x="19779" y="7857"/>
                    <a:pt x="20485" y="7908"/>
                    <a:pt x="20998" y="7908"/>
                  </a:cubicBezTo>
                  <a:cubicBezTo>
                    <a:pt x="21929" y="7908"/>
                    <a:pt x="22226" y="7740"/>
                    <a:pt x="22250" y="7667"/>
                  </a:cubicBezTo>
                  <a:cubicBezTo>
                    <a:pt x="22286" y="7558"/>
                    <a:pt x="21958" y="6894"/>
                    <a:pt x="19686" y="5649"/>
                  </a:cubicBezTo>
                  <a:cubicBezTo>
                    <a:pt x="17656" y="4537"/>
                    <a:pt x="14817" y="3351"/>
                    <a:pt x="11694" y="2306"/>
                  </a:cubicBezTo>
                  <a:cubicBezTo>
                    <a:pt x="8657" y="1291"/>
                    <a:pt x="5735" y="542"/>
                    <a:pt x="3468" y="198"/>
                  </a:cubicBezTo>
                  <a:cubicBezTo>
                    <a:pt x="2508" y="52"/>
                    <a:pt x="1802" y="1"/>
                    <a:pt x="12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6;p36">
              <a:extLst>
                <a:ext uri="{FF2B5EF4-FFF2-40B4-BE49-F238E27FC236}">
                  <a16:creationId xmlns:a16="http://schemas.microsoft.com/office/drawing/2014/main" id="{8704B1D2-9698-6F1C-2BD9-337F48777FC9}"/>
                </a:ext>
              </a:extLst>
            </p:cNvPr>
            <p:cNvSpPr/>
            <p:nvPr/>
          </p:nvSpPr>
          <p:spPr>
            <a:xfrm>
              <a:off x="4590825" y="2520000"/>
              <a:ext cx="586625" cy="223800"/>
            </a:xfrm>
            <a:custGeom>
              <a:avLst/>
              <a:gdLst/>
              <a:ahLst/>
              <a:cxnLst/>
              <a:rect l="l" t="t" r="r" b="b"/>
              <a:pathLst>
                <a:path w="23465" h="8952" extrusionOk="0">
                  <a:moveTo>
                    <a:pt x="644" y="1"/>
                  </a:moveTo>
                  <a:cubicBezTo>
                    <a:pt x="608" y="102"/>
                    <a:pt x="571" y="204"/>
                    <a:pt x="538" y="307"/>
                  </a:cubicBezTo>
                  <a:lnTo>
                    <a:pt x="367" y="817"/>
                  </a:lnTo>
                  <a:cubicBezTo>
                    <a:pt x="0" y="1914"/>
                    <a:pt x="4826" y="4513"/>
                    <a:pt x="11147" y="6626"/>
                  </a:cubicBezTo>
                  <a:cubicBezTo>
                    <a:pt x="15570" y="8104"/>
                    <a:pt x="19551" y="8952"/>
                    <a:pt x="21668" y="8952"/>
                  </a:cubicBezTo>
                  <a:cubicBezTo>
                    <a:pt x="22577" y="8952"/>
                    <a:pt x="23142" y="8796"/>
                    <a:pt x="23251" y="8467"/>
                  </a:cubicBezTo>
                  <a:lnTo>
                    <a:pt x="23422" y="7955"/>
                  </a:lnTo>
                  <a:cubicBezTo>
                    <a:pt x="23437" y="7912"/>
                    <a:pt x="23450" y="7871"/>
                    <a:pt x="23465" y="7829"/>
                  </a:cubicBezTo>
                  <a:lnTo>
                    <a:pt x="23465" y="7829"/>
                  </a:lnTo>
                  <a:cubicBezTo>
                    <a:pt x="23188" y="7920"/>
                    <a:pt x="22797" y="7965"/>
                    <a:pt x="22308" y="7965"/>
                  </a:cubicBezTo>
                  <a:cubicBezTo>
                    <a:pt x="20153" y="7965"/>
                    <a:pt x="16101" y="7102"/>
                    <a:pt x="11598" y="5598"/>
                  </a:cubicBezTo>
                  <a:cubicBezTo>
                    <a:pt x="5712" y="3630"/>
                    <a:pt x="1097" y="1246"/>
                    <a:pt x="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7;p36">
              <a:extLst>
                <a:ext uri="{FF2B5EF4-FFF2-40B4-BE49-F238E27FC236}">
                  <a16:creationId xmlns:a16="http://schemas.microsoft.com/office/drawing/2014/main" id="{2C6C6E78-BA04-61D5-6F99-269D48D82DB7}"/>
                </a:ext>
              </a:extLst>
            </p:cNvPr>
            <p:cNvSpPr/>
            <p:nvPr/>
          </p:nvSpPr>
          <p:spPr>
            <a:xfrm>
              <a:off x="4606925" y="2321525"/>
              <a:ext cx="621150" cy="397600"/>
            </a:xfrm>
            <a:custGeom>
              <a:avLst/>
              <a:gdLst/>
              <a:ahLst/>
              <a:cxnLst/>
              <a:rect l="l" t="t" r="r" b="b"/>
              <a:pathLst>
                <a:path w="24846" h="15904" extrusionOk="0">
                  <a:moveTo>
                    <a:pt x="11335" y="1"/>
                  </a:moveTo>
                  <a:cubicBezTo>
                    <a:pt x="9445" y="1"/>
                    <a:pt x="7603" y="449"/>
                    <a:pt x="5948" y="1274"/>
                  </a:cubicBezTo>
                  <a:cubicBezTo>
                    <a:pt x="3276" y="2607"/>
                    <a:pt x="1095" y="4929"/>
                    <a:pt x="0" y="7940"/>
                  </a:cubicBezTo>
                  <a:cubicBezTo>
                    <a:pt x="453" y="9185"/>
                    <a:pt x="5068" y="11569"/>
                    <a:pt x="10954" y="13537"/>
                  </a:cubicBezTo>
                  <a:cubicBezTo>
                    <a:pt x="15457" y="15041"/>
                    <a:pt x="19509" y="15904"/>
                    <a:pt x="21664" y="15904"/>
                  </a:cubicBezTo>
                  <a:cubicBezTo>
                    <a:pt x="22153" y="15904"/>
                    <a:pt x="22544" y="15859"/>
                    <a:pt x="22821" y="15768"/>
                  </a:cubicBezTo>
                  <a:cubicBezTo>
                    <a:pt x="24846" y="9483"/>
                    <a:pt x="21439" y="2725"/>
                    <a:pt x="15161" y="627"/>
                  </a:cubicBezTo>
                  <a:cubicBezTo>
                    <a:pt x="13892" y="202"/>
                    <a:pt x="12603" y="1"/>
                    <a:pt x="113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38;p36">
              <a:extLst>
                <a:ext uri="{FF2B5EF4-FFF2-40B4-BE49-F238E27FC236}">
                  <a16:creationId xmlns:a16="http://schemas.microsoft.com/office/drawing/2014/main" id="{CB3C55A8-7F06-F1AA-F2E5-62EDC3333E01}"/>
                </a:ext>
              </a:extLst>
            </p:cNvPr>
            <p:cNvSpPr/>
            <p:nvPr/>
          </p:nvSpPr>
          <p:spPr>
            <a:xfrm>
              <a:off x="4719000" y="2826275"/>
              <a:ext cx="401475" cy="462100"/>
            </a:xfrm>
            <a:custGeom>
              <a:avLst/>
              <a:gdLst/>
              <a:ahLst/>
              <a:cxnLst/>
              <a:rect l="l" t="t" r="r" b="b"/>
              <a:pathLst>
                <a:path w="16059" h="18484" extrusionOk="0">
                  <a:moveTo>
                    <a:pt x="11689" y="0"/>
                  </a:moveTo>
                  <a:cubicBezTo>
                    <a:pt x="9277" y="0"/>
                    <a:pt x="6932" y="1498"/>
                    <a:pt x="6117" y="4063"/>
                  </a:cubicBezTo>
                  <a:cubicBezTo>
                    <a:pt x="5037" y="7462"/>
                    <a:pt x="3225" y="12146"/>
                    <a:pt x="585" y="15808"/>
                  </a:cubicBezTo>
                  <a:cubicBezTo>
                    <a:pt x="578" y="15816"/>
                    <a:pt x="573" y="15825"/>
                    <a:pt x="566" y="15833"/>
                  </a:cubicBezTo>
                  <a:cubicBezTo>
                    <a:pt x="1" y="16617"/>
                    <a:pt x="234" y="17632"/>
                    <a:pt x="911" y="18149"/>
                  </a:cubicBezTo>
                  <a:cubicBezTo>
                    <a:pt x="1175" y="18349"/>
                    <a:pt x="1506" y="18474"/>
                    <a:pt x="1882" y="18482"/>
                  </a:cubicBezTo>
                  <a:cubicBezTo>
                    <a:pt x="1950" y="18483"/>
                    <a:pt x="2019" y="18484"/>
                    <a:pt x="2087" y="18484"/>
                  </a:cubicBezTo>
                  <a:cubicBezTo>
                    <a:pt x="7084" y="18484"/>
                    <a:pt x="11738" y="15327"/>
                    <a:pt x="13407" y="10331"/>
                  </a:cubicBezTo>
                  <a:lnTo>
                    <a:pt x="15413" y="4330"/>
                  </a:lnTo>
                  <a:lnTo>
                    <a:pt x="15532" y="3972"/>
                  </a:lnTo>
                  <a:lnTo>
                    <a:pt x="15861" y="2988"/>
                  </a:lnTo>
                  <a:cubicBezTo>
                    <a:pt x="16058" y="2402"/>
                    <a:pt x="15875" y="1756"/>
                    <a:pt x="15402" y="1360"/>
                  </a:cubicBezTo>
                  <a:cubicBezTo>
                    <a:pt x="15098" y="1102"/>
                    <a:pt x="14777" y="885"/>
                    <a:pt x="14445" y="704"/>
                  </a:cubicBezTo>
                  <a:cubicBezTo>
                    <a:pt x="14375" y="666"/>
                    <a:pt x="14304" y="628"/>
                    <a:pt x="14233" y="593"/>
                  </a:cubicBezTo>
                  <a:cubicBezTo>
                    <a:pt x="13421" y="191"/>
                    <a:pt x="12550" y="0"/>
                    <a:pt x="116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39;p36">
              <a:extLst>
                <a:ext uri="{FF2B5EF4-FFF2-40B4-BE49-F238E27FC236}">
                  <a16:creationId xmlns:a16="http://schemas.microsoft.com/office/drawing/2014/main" id="{EC07F606-CB88-36A3-6CF6-09999030A740}"/>
                </a:ext>
              </a:extLst>
            </p:cNvPr>
            <p:cNvSpPr/>
            <p:nvPr/>
          </p:nvSpPr>
          <p:spPr>
            <a:xfrm>
              <a:off x="4705700" y="2820425"/>
              <a:ext cx="369125" cy="459575"/>
            </a:xfrm>
            <a:custGeom>
              <a:avLst/>
              <a:gdLst/>
              <a:ahLst/>
              <a:cxnLst/>
              <a:rect l="l" t="t" r="r" b="b"/>
              <a:pathLst>
                <a:path w="14765" h="18383" extrusionOk="0">
                  <a:moveTo>
                    <a:pt x="11794" y="1"/>
                  </a:moveTo>
                  <a:cubicBezTo>
                    <a:pt x="9383" y="1"/>
                    <a:pt x="7038" y="1497"/>
                    <a:pt x="6222" y="4063"/>
                  </a:cubicBezTo>
                  <a:lnTo>
                    <a:pt x="6223" y="4063"/>
                  </a:lnTo>
                  <a:cubicBezTo>
                    <a:pt x="5142" y="7463"/>
                    <a:pt x="3330" y="12145"/>
                    <a:pt x="690" y="15808"/>
                  </a:cubicBezTo>
                  <a:cubicBezTo>
                    <a:pt x="684" y="15817"/>
                    <a:pt x="678" y="15824"/>
                    <a:pt x="672" y="15833"/>
                  </a:cubicBezTo>
                  <a:cubicBezTo>
                    <a:pt x="1" y="16765"/>
                    <a:pt x="457" y="18022"/>
                    <a:pt x="1443" y="18383"/>
                  </a:cubicBezTo>
                  <a:cubicBezTo>
                    <a:pt x="766" y="17866"/>
                    <a:pt x="533" y="16851"/>
                    <a:pt x="1098" y="16067"/>
                  </a:cubicBezTo>
                  <a:cubicBezTo>
                    <a:pt x="1104" y="16059"/>
                    <a:pt x="1111" y="16050"/>
                    <a:pt x="1117" y="16041"/>
                  </a:cubicBezTo>
                  <a:cubicBezTo>
                    <a:pt x="3757" y="12378"/>
                    <a:pt x="5568" y="7696"/>
                    <a:pt x="6649" y="4296"/>
                  </a:cubicBezTo>
                  <a:cubicBezTo>
                    <a:pt x="7465" y="1731"/>
                    <a:pt x="9810" y="234"/>
                    <a:pt x="12221" y="234"/>
                  </a:cubicBezTo>
                  <a:cubicBezTo>
                    <a:pt x="13083" y="234"/>
                    <a:pt x="13953" y="425"/>
                    <a:pt x="14765" y="827"/>
                  </a:cubicBezTo>
                  <a:cubicBezTo>
                    <a:pt x="14694" y="785"/>
                    <a:pt x="14622" y="744"/>
                    <a:pt x="14551" y="704"/>
                  </a:cubicBezTo>
                  <a:cubicBezTo>
                    <a:pt x="13679" y="227"/>
                    <a:pt x="12732" y="1"/>
                    <a:pt x="117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0;p36">
              <a:extLst>
                <a:ext uri="{FF2B5EF4-FFF2-40B4-BE49-F238E27FC236}">
                  <a16:creationId xmlns:a16="http://schemas.microsoft.com/office/drawing/2014/main" id="{C60687DE-750A-BDA9-7758-0EC6E957B53C}"/>
                </a:ext>
              </a:extLst>
            </p:cNvPr>
            <p:cNvSpPr/>
            <p:nvPr/>
          </p:nvSpPr>
          <p:spPr>
            <a:xfrm>
              <a:off x="5487750" y="2687725"/>
              <a:ext cx="86000" cy="65025"/>
            </a:xfrm>
            <a:custGeom>
              <a:avLst/>
              <a:gdLst/>
              <a:ahLst/>
              <a:cxnLst/>
              <a:rect l="l" t="t" r="r" b="b"/>
              <a:pathLst>
                <a:path w="3440" h="2601" extrusionOk="0">
                  <a:moveTo>
                    <a:pt x="546" y="1"/>
                  </a:moveTo>
                  <a:lnTo>
                    <a:pt x="83" y="1126"/>
                  </a:lnTo>
                  <a:cubicBezTo>
                    <a:pt x="1" y="1326"/>
                    <a:pt x="129" y="1588"/>
                    <a:pt x="401" y="1838"/>
                  </a:cubicBezTo>
                  <a:cubicBezTo>
                    <a:pt x="613" y="2035"/>
                    <a:pt x="911" y="2223"/>
                    <a:pt x="1264" y="2368"/>
                  </a:cubicBezTo>
                  <a:cubicBezTo>
                    <a:pt x="1642" y="2524"/>
                    <a:pt x="2013" y="2600"/>
                    <a:pt x="2315" y="2600"/>
                  </a:cubicBezTo>
                  <a:cubicBezTo>
                    <a:pt x="2342" y="2600"/>
                    <a:pt x="2369" y="2600"/>
                    <a:pt x="2395" y="2598"/>
                  </a:cubicBezTo>
                  <a:cubicBezTo>
                    <a:pt x="2689" y="2583"/>
                    <a:pt x="2906" y="2489"/>
                    <a:pt x="2976" y="2317"/>
                  </a:cubicBezTo>
                  <a:lnTo>
                    <a:pt x="3439" y="1191"/>
                  </a:lnTo>
                  <a:lnTo>
                    <a:pt x="5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41;p36">
              <a:extLst>
                <a:ext uri="{FF2B5EF4-FFF2-40B4-BE49-F238E27FC236}">
                  <a16:creationId xmlns:a16="http://schemas.microsoft.com/office/drawing/2014/main" id="{9241DADA-E581-5EF3-E0E2-55080DF22EE6}"/>
                </a:ext>
              </a:extLst>
            </p:cNvPr>
            <p:cNvSpPr/>
            <p:nvPr/>
          </p:nvSpPr>
          <p:spPr>
            <a:xfrm>
              <a:off x="5491475" y="2634400"/>
              <a:ext cx="118875" cy="90200"/>
            </a:xfrm>
            <a:custGeom>
              <a:avLst/>
              <a:gdLst/>
              <a:ahLst/>
              <a:cxnLst/>
              <a:rect l="l" t="t" r="r" b="b"/>
              <a:pathLst>
                <a:path w="4755" h="3608" extrusionOk="0">
                  <a:moveTo>
                    <a:pt x="488" y="1"/>
                  </a:moveTo>
                  <a:cubicBezTo>
                    <a:pt x="488" y="1"/>
                    <a:pt x="0" y="902"/>
                    <a:pt x="397" y="2134"/>
                  </a:cubicBezTo>
                  <a:cubicBezTo>
                    <a:pt x="250" y="2491"/>
                    <a:pt x="779" y="3047"/>
                    <a:pt x="1577" y="3376"/>
                  </a:cubicBezTo>
                  <a:cubicBezTo>
                    <a:pt x="1955" y="3530"/>
                    <a:pt x="2325" y="3607"/>
                    <a:pt x="2626" y="3607"/>
                  </a:cubicBezTo>
                  <a:cubicBezTo>
                    <a:pt x="2947" y="3607"/>
                    <a:pt x="3189" y="3520"/>
                    <a:pt x="3278" y="3348"/>
                  </a:cubicBezTo>
                  <a:lnTo>
                    <a:pt x="3290" y="3354"/>
                  </a:lnTo>
                  <a:cubicBezTo>
                    <a:pt x="4449" y="2779"/>
                    <a:pt x="4755" y="1802"/>
                    <a:pt x="4755" y="1802"/>
                  </a:cubicBezTo>
                  <a:lnTo>
                    <a:pt x="4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42;p36">
              <a:extLst>
                <a:ext uri="{FF2B5EF4-FFF2-40B4-BE49-F238E27FC236}">
                  <a16:creationId xmlns:a16="http://schemas.microsoft.com/office/drawing/2014/main" id="{11108686-FBFF-93CF-CAAE-9804EE24B0F1}"/>
                </a:ext>
              </a:extLst>
            </p:cNvPr>
            <p:cNvSpPr/>
            <p:nvPr/>
          </p:nvSpPr>
          <p:spPr>
            <a:xfrm>
              <a:off x="5498250" y="2623925"/>
              <a:ext cx="117675" cy="64950"/>
            </a:xfrm>
            <a:custGeom>
              <a:avLst/>
              <a:gdLst/>
              <a:ahLst/>
              <a:cxnLst/>
              <a:rect l="l" t="t" r="r" b="b"/>
              <a:pathLst>
                <a:path w="4707" h="2598" extrusionOk="0">
                  <a:moveTo>
                    <a:pt x="1198" y="1"/>
                  </a:moveTo>
                  <a:cubicBezTo>
                    <a:pt x="701" y="1"/>
                    <a:pt x="331" y="142"/>
                    <a:pt x="217" y="420"/>
                  </a:cubicBezTo>
                  <a:cubicBezTo>
                    <a:pt x="0" y="947"/>
                    <a:pt x="780" y="1769"/>
                    <a:pt x="1960" y="2254"/>
                  </a:cubicBezTo>
                  <a:cubicBezTo>
                    <a:pt x="2517" y="2484"/>
                    <a:pt x="3064" y="2597"/>
                    <a:pt x="3509" y="2597"/>
                  </a:cubicBezTo>
                  <a:cubicBezTo>
                    <a:pt x="4006" y="2597"/>
                    <a:pt x="4375" y="2456"/>
                    <a:pt x="4490" y="2178"/>
                  </a:cubicBezTo>
                  <a:cubicBezTo>
                    <a:pt x="4707" y="1650"/>
                    <a:pt x="3926" y="829"/>
                    <a:pt x="2746" y="343"/>
                  </a:cubicBezTo>
                  <a:cubicBezTo>
                    <a:pt x="2189" y="114"/>
                    <a:pt x="1642" y="1"/>
                    <a:pt x="1198" y="1"/>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3;p36">
              <a:extLst>
                <a:ext uri="{FF2B5EF4-FFF2-40B4-BE49-F238E27FC236}">
                  <a16:creationId xmlns:a16="http://schemas.microsoft.com/office/drawing/2014/main" id="{92EF0FEF-17E7-645D-1F4F-9F7F21C6C583}"/>
                </a:ext>
              </a:extLst>
            </p:cNvPr>
            <p:cNvSpPr/>
            <p:nvPr/>
          </p:nvSpPr>
          <p:spPr>
            <a:xfrm>
              <a:off x="4786400" y="2462150"/>
              <a:ext cx="360800" cy="211625"/>
            </a:xfrm>
            <a:custGeom>
              <a:avLst/>
              <a:gdLst/>
              <a:ahLst/>
              <a:cxnLst/>
              <a:rect l="l" t="t" r="r" b="b"/>
              <a:pathLst>
                <a:path w="14432" h="8465" extrusionOk="0">
                  <a:moveTo>
                    <a:pt x="2547" y="0"/>
                  </a:moveTo>
                  <a:cubicBezTo>
                    <a:pt x="1724" y="0"/>
                    <a:pt x="984" y="572"/>
                    <a:pt x="804" y="1409"/>
                  </a:cubicBezTo>
                  <a:lnTo>
                    <a:pt x="210" y="4152"/>
                  </a:lnTo>
                  <a:cubicBezTo>
                    <a:pt x="1" y="5117"/>
                    <a:pt x="614" y="6068"/>
                    <a:pt x="1578" y="6276"/>
                  </a:cubicBezTo>
                  <a:lnTo>
                    <a:pt x="11505" y="8424"/>
                  </a:lnTo>
                  <a:cubicBezTo>
                    <a:pt x="11633" y="8451"/>
                    <a:pt x="11760" y="8465"/>
                    <a:pt x="11885" y="8465"/>
                  </a:cubicBezTo>
                  <a:cubicBezTo>
                    <a:pt x="12708" y="8465"/>
                    <a:pt x="13447" y="7893"/>
                    <a:pt x="13629" y="7056"/>
                  </a:cubicBezTo>
                  <a:lnTo>
                    <a:pt x="14222" y="4313"/>
                  </a:lnTo>
                  <a:cubicBezTo>
                    <a:pt x="14431" y="3348"/>
                    <a:pt x="13818" y="2397"/>
                    <a:pt x="12855" y="2189"/>
                  </a:cubicBezTo>
                  <a:lnTo>
                    <a:pt x="2927" y="41"/>
                  </a:lnTo>
                  <a:cubicBezTo>
                    <a:pt x="2800" y="14"/>
                    <a:pt x="2672" y="0"/>
                    <a:pt x="2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44;p36">
              <a:extLst>
                <a:ext uri="{FF2B5EF4-FFF2-40B4-BE49-F238E27FC236}">
                  <a16:creationId xmlns:a16="http://schemas.microsoft.com/office/drawing/2014/main" id="{3353E304-D436-4727-3DC8-18AE6E58D850}"/>
                </a:ext>
              </a:extLst>
            </p:cNvPr>
            <p:cNvSpPr/>
            <p:nvPr/>
          </p:nvSpPr>
          <p:spPr>
            <a:xfrm>
              <a:off x="4841500" y="2474075"/>
              <a:ext cx="360800" cy="211625"/>
            </a:xfrm>
            <a:custGeom>
              <a:avLst/>
              <a:gdLst/>
              <a:ahLst/>
              <a:cxnLst/>
              <a:rect l="l" t="t" r="r" b="b"/>
              <a:pathLst>
                <a:path w="14432" h="8465" extrusionOk="0">
                  <a:moveTo>
                    <a:pt x="2547" y="1"/>
                  </a:moveTo>
                  <a:cubicBezTo>
                    <a:pt x="1724" y="1"/>
                    <a:pt x="985" y="572"/>
                    <a:pt x="803" y="1409"/>
                  </a:cubicBezTo>
                  <a:lnTo>
                    <a:pt x="210" y="4152"/>
                  </a:lnTo>
                  <a:cubicBezTo>
                    <a:pt x="1" y="5117"/>
                    <a:pt x="614" y="6067"/>
                    <a:pt x="1578" y="6276"/>
                  </a:cubicBezTo>
                  <a:lnTo>
                    <a:pt x="11505" y="8424"/>
                  </a:lnTo>
                  <a:cubicBezTo>
                    <a:pt x="11632" y="8451"/>
                    <a:pt x="11759" y="8465"/>
                    <a:pt x="11884" y="8465"/>
                  </a:cubicBezTo>
                  <a:cubicBezTo>
                    <a:pt x="12707" y="8465"/>
                    <a:pt x="13447" y="7892"/>
                    <a:pt x="13629" y="7056"/>
                  </a:cubicBezTo>
                  <a:lnTo>
                    <a:pt x="14222" y="4313"/>
                  </a:lnTo>
                  <a:cubicBezTo>
                    <a:pt x="14431" y="3348"/>
                    <a:pt x="13818" y="2397"/>
                    <a:pt x="12855" y="2189"/>
                  </a:cubicBezTo>
                  <a:lnTo>
                    <a:pt x="2927" y="41"/>
                  </a:lnTo>
                  <a:cubicBezTo>
                    <a:pt x="2799" y="14"/>
                    <a:pt x="2672" y="1"/>
                    <a:pt x="2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45;p36">
              <a:extLst>
                <a:ext uri="{FF2B5EF4-FFF2-40B4-BE49-F238E27FC236}">
                  <a16:creationId xmlns:a16="http://schemas.microsoft.com/office/drawing/2014/main" id="{EBDDA9C2-5D2B-A8F0-802F-449B0477C76A}"/>
                </a:ext>
              </a:extLst>
            </p:cNvPr>
            <p:cNvSpPr/>
            <p:nvPr/>
          </p:nvSpPr>
          <p:spPr>
            <a:xfrm>
              <a:off x="4852100" y="2482925"/>
              <a:ext cx="339600" cy="193900"/>
            </a:xfrm>
            <a:custGeom>
              <a:avLst/>
              <a:gdLst/>
              <a:ahLst/>
              <a:cxnLst/>
              <a:rect l="l" t="t" r="r" b="b"/>
              <a:pathLst>
                <a:path w="13584" h="7756" extrusionOk="0">
                  <a:moveTo>
                    <a:pt x="2125" y="0"/>
                  </a:moveTo>
                  <a:cubicBezTo>
                    <a:pt x="1466" y="0"/>
                    <a:pt x="871" y="460"/>
                    <a:pt x="726" y="1129"/>
                  </a:cubicBezTo>
                  <a:lnTo>
                    <a:pt x="133" y="3874"/>
                  </a:lnTo>
                  <a:cubicBezTo>
                    <a:pt x="1" y="4485"/>
                    <a:pt x="275" y="5106"/>
                    <a:pt x="816" y="5416"/>
                  </a:cubicBezTo>
                  <a:cubicBezTo>
                    <a:pt x="944" y="5490"/>
                    <a:pt x="1082" y="5543"/>
                    <a:pt x="1229" y="5575"/>
                  </a:cubicBezTo>
                  <a:lnTo>
                    <a:pt x="11155" y="7723"/>
                  </a:lnTo>
                  <a:cubicBezTo>
                    <a:pt x="11257" y="7745"/>
                    <a:pt x="11358" y="7755"/>
                    <a:pt x="11459" y="7755"/>
                  </a:cubicBezTo>
                  <a:cubicBezTo>
                    <a:pt x="12118" y="7755"/>
                    <a:pt x="12713" y="7297"/>
                    <a:pt x="12858" y="6626"/>
                  </a:cubicBezTo>
                  <a:lnTo>
                    <a:pt x="13451" y="3883"/>
                  </a:lnTo>
                  <a:cubicBezTo>
                    <a:pt x="13583" y="3271"/>
                    <a:pt x="13309" y="2652"/>
                    <a:pt x="12767" y="2340"/>
                  </a:cubicBezTo>
                  <a:cubicBezTo>
                    <a:pt x="12640" y="2266"/>
                    <a:pt x="12500" y="2212"/>
                    <a:pt x="12355" y="2181"/>
                  </a:cubicBezTo>
                  <a:lnTo>
                    <a:pt x="2427" y="33"/>
                  </a:lnTo>
                  <a:cubicBezTo>
                    <a:pt x="2326" y="11"/>
                    <a:pt x="2225" y="0"/>
                    <a:pt x="2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46;p36">
              <a:extLst>
                <a:ext uri="{FF2B5EF4-FFF2-40B4-BE49-F238E27FC236}">
                  <a16:creationId xmlns:a16="http://schemas.microsoft.com/office/drawing/2014/main" id="{2FC0D41E-7A6B-9172-4735-2F7DF39EDFE1}"/>
                </a:ext>
              </a:extLst>
            </p:cNvPr>
            <p:cNvSpPr/>
            <p:nvPr/>
          </p:nvSpPr>
          <p:spPr>
            <a:xfrm>
              <a:off x="5110550" y="2563175"/>
              <a:ext cx="51225" cy="89100"/>
            </a:xfrm>
            <a:custGeom>
              <a:avLst/>
              <a:gdLst/>
              <a:ahLst/>
              <a:cxnLst/>
              <a:rect l="l" t="t" r="r" b="b"/>
              <a:pathLst>
                <a:path w="2049" h="3564" extrusionOk="0">
                  <a:moveTo>
                    <a:pt x="1252" y="1"/>
                  </a:moveTo>
                  <a:cubicBezTo>
                    <a:pt x="916" y="1"/>
                    <a:pt x="615" y="234"/>
                    <a:pt x="540" y="575"/>
                  </a:cubicBezTo>
                  <a:lnTo>
                    <a:pt x="86" y="2680"/>
                  </a:lnTo>
                  <a:cubicBezTo>
                    <a:pt x="1" y="3074"/>
                    <a:pt x="249" y="3462"/>
                    <a:pt x="643" y="3547"/>
                  </a:cubicBezTo>
                  <a:cubicBezTo>
                    <a:pt x="695" y="3558"/>
                    <a:pt x="746" y="3563"/>
                    <a:pt x="797" y="3563"/>
                  </a:cubicBezTo>
                  <a:cubicBezTo>
                    <a:pt x="1132" y="3563"/>
                    <a:pt x="1434" y="3330"/>
                    <a:pt x="1508" y="2988"/>
                  </a:cubicBezTo>
                  <a:lnTo>
                    <a:pt x="1964" y="882"/>
                  </a:lnTo>
                  <a:cubicBezTo>
                    <a:pt x="2049" y="490"/>
                    <a:pt x="1799" y="102"/>
                    <a:pt x="1406" y="17"/>
                  </a:cubicBezTo>
                  <a:cubicBezTo>
                    <a:pt x="1355" y="6"/>
                    <a:pt x="1303" y="1"/>
                    <a:pt x="12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47;p36">
              <a:extLst>
                <a:ext uri="{FF2B5EF4-FFF2-40B4-BE49-F238E27FC236}">
                  <a16:creationId xmlns:a16="http://schemas.microsoft.com/office/drawing/2014/main" id="{4FD6580C-ABB5-8B8F-A229-7180161AC459}"/>
                </a:ext>
              </a:extLst>
            </p:cNvPr>
            <p:cNvSpPr/>
            <p:nvPr/>
          </p:nvSpPr>
          <p:spPr>
            <a:xfrm>
              <a:off x="4967900" y="2531650"/>
              <a:ext cx="51275" cy="89075"/>
            </a:xfrm>
            <a:custGeom>
              <a:avLst/>
              <a:gdLst/>
              <a:ahLst/>
              <a:cxnLst/>
              <a:rect l="l" t="t" r="r" b="b"/>
              <a:pathLst>
                <a:path w="2051" h="3563" extrusionOk="0">
                  <a:moveTo>
                    <a:pt x="1253" y="0"/>
                  </a:moveTo>
                  <a:cubicBezTo>
                    <a:pt x="917" y="0"/>
                    <a:pt x="615" y="233"/>
                    <a:pt x="542" y="574"/>
                  </a:cubicBezTo>
                  <a:lnTo>
                    <a:pt x="87" y="2679"/>
                  </a:lnTo>
                  <a:cubicBezTo>
                    <a:pt x="1" y="3073"/>
                    <a:pt x="251" y="3461"/>
                    <a:pt x="645" y="3546"/>
                  </a:cubicBezTo>
                  <a:cubicBezTo>
                    <a:pt x="696" y="3557"/>
                    <a:pt x="748" y="3562"/>
                    <a:pt x="799" y="3562"/>
                  </a:cubicBezTo>
                  <a:cubicBezTo>
                    <a:pt x="1134" y="3562"/>
                    <a:pt x="1436" y="3329"/>
                    <a:pt x="1509" y="2988"/>
                  </a:cubicBezTo>
                  <a:lnTo>
                    <a:pt x="1965" y="883"/>
                  </a:lnTo>
                  <a:cubicBezTo>
                    <a:pt x="2050" y="489"/>
                    <a:pt x="1800" y="101"/>
                    <a:pt x="1408" y="17"/>
                  </a:cubicBezTo>
                  <a:cubicBezTo>
                    <a:pt x="1356" y="5"/>
                    <a:pt x="1304"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48;p36">
              <a:extLst>
                <a:ext uri="{FF2B5EF4-FFF2-40B4-BE49-F238E27FC236}">
                  <a16:creationId xmlns:a16="http://schemas.microsoft.com/office/drawing/2014/main" id="{A93DD33B-1D6E-B307-9595-EE8DA6EB0D22}"/>
                </a:ext>
              </a:extLst>
            </p:cNvPr>
            <p:cNvSpPr/>
            <p:nvPr/>
          </p:nvSpPr>
          <p:spPr>
            <a:xfrm>
              <a:off x="5563000" y="2623925"/>
              <a:ext cx="144650" cy="69950"/>
            </a:xfrm>
            <a:custGeom>
              <a:avLst/>
              <a:gdLst/>
              <a:ahLst/>
              <a:cxnLst/>
              <a:rect l="l" t="t" r="r" b="b"/>
              <a:pathLst>
                <a:path w="5786" h="2798" extrusionOk="0">
                  <a:moveTo>
                    <a:pt x="5180" y="1"/>
                  </a:moveTo>
                  <a:cubicBezTo>
                    <a:pt x="4976" y="1"/>
                    <a:pt x="4781" y="119"/>
                    <a:pt x="4693" y="318"/>
                  </a:cubicBezTo>
                  <a:cubicBezTo>
                    <a:pt x="4307" y="1189"/>
                    <a:pt x="3451" y="1732"/>
                    <a:pt x="2525" y="1732"/>
                  </a:cubicBezTo>
                  <a:cubicBezTo>
                    <a:pt x="2390" y="1732"/>
                    <a:pt x="2252" y="1721"/>
                    <a:pt x="2115" y="1697"/>
                  </a:cubicBezTo>
                  <a:lnTo>
                    <a:pt x="662" y="1444"/>
                  </a:lnTo>
                  <a:cubicBezTo>
                    <a:pt x="632" y="1439"/>
                    <a:pt x="601" y="1436"/>
                    <a:pt x="571" y="1436"/>
                  </a:cubicBezTo>
                  <a:cubicBezTo>
                    <a:pt x="317" y="1436"/>
                    <a:pt x="92" y="1618"/>
                    <a:pt x="47" y="1877"/>
                  </a:cubicBezTo>
                  <a:cubicBezTo>
                    <a:pt x="0" y="2141"/>
                    <a:pt x="158" y="2394"/>
                    <a:pt x="405" y="2474"/>
                  </a:cubicBezTo>
                  <a:cubicBezTo>
                    <a:pt x="429" y="2483"/>
                    <a:pt x="453" y="2489"/>
                    <a:pt x="479" y="2493"/>
                  </a:cubicBezTo>
                  <a:lnTo>
                    <a:pt x="1932" y="2746"/>
                  </a:lnTo>
                  <a:cubicBezTo>
                    <a:pt x="2131" y="2781"/>
                    <a:pt x="2329" y="2798"/>
                    <a:pt x="2525" y="2798"/>
                  </a:cubicBezTo>
                  <a:cubicBezTo>
                    <a:pt x="3868" y="2798"/>
                    <a:pt x="5108" y="2011"/>
                    <a:pt x="5667" y="749"/>
                  </a:cubicBezTo>
                  <a:cubicBezTo>
                    <a:pt x="5785" y="479"/>
                    <a:pt x="5664" y="165"/>
                    <a:pt x="5394" y="46"/>
                  </a:cubicBezTo>
                  <a:cubicBezTo>
                    <a:pt x="5325" y="15"/>
                    <a:pt x="5252" y="1"/>
                    <a:pt x="5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49;p36">
              <a:extLst>
                <a:ext uri="{FF2B5EF4-FFF2-40B4-BE49-F238E27FC236}">
                  <a16:creationId xmlns:a16="http://schemas.microsoft.com/office/drawing/2014/main" id="{88219D11-6E3B-EE51-5764-81979E6D0B8A}"/>
                </a:ext>
              </a:extLst>
            </p:cNvPr>
            <p:cNvSpPr/>
            <p:nvPr/>
          </p:nvSpPr>
          <p:spPr>
            <a:xfrm>
              <a:off x="5560725" y="2556250"/>
              <a:ext cx="98475" cy="106000"/>
            </a:xfrm>
            <a:custGeom>
              <a:avLst/>
              <a:gdLst/>
              <a:ahLst/>
              <a:cxnLst/>
              <a:rect l="l" t="t" r="r" b="b"/>
              <a:pathLst>
                <a:path w="3939" h="4240" extrusionOk="0">
                  <a:moveTo>
                    <a:pt x="3307" y="1"/>
                  </a:moveTo>
                  <a:cubicBezTo>
                    <a:pt x="3296" y="1"/>
                    <a:pt x="3285" y="1"/>
                    <a:pt x="3274" y="2"/>
                  </a:cubicBezTo>
                  <a:cubicBezTo>
                    <a:pt x="2980" y="20"/>
                    <a:pt x="2757" y="273"/>
                    <a:pt x="2777" y="567"/>
                  </a:cubicBezTo>
                  <a:cubicBezTo>
                    <a:pt x="2847" y="1658"/>
                    <a:pt x="2167" y="2650"/>
                    <a:pt x="1126" y="2980"/>
                  </a:cubicBezTo>
                  <a:lnTo>
                    <a:pt x="435" y="3200"/>
                  </a:lnTo>
                  <a:cubicBezTo>
                    <a:pt x="155" y="3289"/>
                    <a:pt x="1" y="3587"/>
                    <a:pt x="88" y="3868"/>
                  </a:cubicBezTo>
                  <a:cubicBezTo>
                    <a:pt x="148" y="4051"/>
                    <a:pt x="296" y="4181"/>
                    <a:pt x="472" y="4224"/>
                  </a:cubicBezTo>
                  <a:cubicBezTo>
                    <a:pt x="513" y="4234"/>
                    <a:pt x="555" y="4239"/>
                    <a:pt x="598" y="4239"/>
                  </a:cubicBezTo>
                  <a:cubicBezTo>
                    <a:pt x="651" y="4239"/>
                    <a:pt x="705" y="4231"/>
                    <a:pt x="758" y="4214"/>
                  </a:cubicBezTo>
                  <a:lnTo>
                    <a:pt x="1447" y="3995"/>
                  </a:lnTo>
                  <a:cubicBezTo>
                    <a:pt x="2956" y="3516"/>
                    <a:pt x="3939" y="2079"/>
                    <a:pt x="3839" y="499"/>
                  </a:cubicBezTo>
                  <a:cubicBezTo>
                    <a:pt x="3821" y="218"/>
                    <a:pt x="3587" y="1"/>
                    <a:pt x="3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50;p36">
              <a:extLst>
                <a:ext uri="{FF2B5EF4-FFF2-40B4-BE49-F238E27FC236}">
                  <a16:creationId xmlns:a16="http://schemas.microsoft.com/office/drawing/2014/main" id="{3BB975E5-FE32-DB90-C686-091E5173FDC1}"/>
                </a:ext>
              </a:extLst>
            </p:cNvPr>
            <p:cNvSpPr/>
            <p:nvPr/>
          </p:nvSpPr>
          <p:spPr>
            <a:xfrm>
              <a:off x="4873700" y="2352750"/>
              <a:ext cx="192300" cy="110800"/>
            </a:xfrm>
            <a:custGeom>
              <a:avLst/>
              <a:gdLst/>
              <a:ahLst/>
              <a:cxnLst/>
              <a:rect l="l" t="t" r="r" b="b"/>
              <a:pathLst>
                <a:path w="7692" h="4432" extrusionOk="0">
                  <a:moveTo>
                    <a:pt x="2638" y="0"/>
                  </a:moveTo>
                  <a:cubicBezTo>
                    <a:pt x="1529" y="0"/>
                    <a:pt x="620" y="328"/>
                    <a:pt x="229" y="900"/>
                  </a:cubicBezTo>
                  <a:cubicBezTo>
                    <a:pt x="150" y="1015"/>
                    <a:pt x="93" y="1141"/>
                    <a:pt x="58" y="1274"/>
                  </a:cubicBezTo>
                  <a:lnTo>
                    <a:pt x="58" y="1276"/>
                  </a:lnTo>
                  <a:cubicBezTo>
                    <a:pt x="0" y="1498"/>
                    <a:pt x="11" y="1729"/>
                    <a:pt x="84" y="1960"/>
                  </a:cubicBezTo>
                  <a:cubicBezTo>
                    <a:pt x="368" y="2881"/>
                    <a:pt x="1598" y="3807"/>
                    <a:pt x="3219" y="4220"/>
                  </a:cubicBezTo>
                  <a:cubicBezTo>
                    <a:pt x="3777" y="4364"/>
                    <a:pt x="4324" y="4431"/>
                    <a:pt x="4829" y="4431"/>
                  </a:cubicBezTo>
                  <a:cubicBezTo>
                    <a:pt x="6161" y="4431"/>
                    <a:pt x="7203" y="3960"/>
                    <a:pt x="7409" y="3157"/>
                  </a:cubicBezTo>
                  <a:cubicBezTo>
                    <a:pt x="7692" y="2048"/>
                    <a:pt x="6277" y="731"/>
                    <a:pt x="4246" y="211"/>
                  </a:cubicBezTo>
                  <a:cubicBezTo>
                    <a:pt x="3688" y="68"/>
                    <a:pt x="3142" y="0"/>
                    <a:pt x="26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51;p36">
              <a:extLst>
                <a:ext uri="{FF2B5EF4-FFF2-40B4-BE49-F238E27FC236}">
                  <a16:creationId xmlns:a16="http://schemas.microsoft.com/office/drawing/2014/main" id="{8ECA40DE-B0D3-4029-3420-6A069E8EDC40}"/>
                </a:ext>
              </a:extLst>
            </p:cNvPr>
            <p:cNvSpPr/>
            <p:nvPr/>
          </p:nvSpPr>
          <p:spPr>
            <a:xfrm>
              <a:off x="4873700" y="2375275"/>
              <a:ext cx="16175" cy="26500"/>
            </a:xfrm>
            <a:custGeom>
              <a:avLst/>
              <a:gdLst/>
              <a:ahLst/>
              <a:cxnLst/>
              <a:rect l="l" t="t" r="r" b="b"/>
              <a:pathLst>
                <a:path w="647" h="1060" extrusionOk="0">
                  <a:moveTo>
                    <a:pt x="227" y="1"/>
                  </a:moveTo>
                  <a:cubicBezTo>
                    <a:pt x="149" y="114"/>
                    <a:pt x="91" y="240"/>
                    <a:pt x="58" y="375"/>
                  </a:cubicBezTo>
                  <a:cubicBezTo>
                    <a:pt x="0" y="597"/>
                    <a:pt x="11" y="828"/>
                    <a:pt x="84" y="1059"/>
                  </a:cubicBezTo>
                  <a:cubicBezTo>
                    <a:pt x="330" y="1020"/>
                    <a:pt x="529" y="875"/>
                    <a:pt x="583" y="661"/>
                  </a:cubicBezTo>
                  <a:cubicBezTo>
                    <a:pt x="647" y="413"/>
                    <a:pt x="496" y="149"/>
                    <a:pt x="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52;p36">
              <a:extLst>
                <a:ext uri="{FF2B5EF4-FFF2-40B4-BE49-F238E27FC236}">
                  <a16:creationId xmlns:a16="http://schemas.microsoft.com/office/drawing/2014/main" id="{5B020747-5FC4-40D5-8EE3-1E8FE7E84300}"/>
                </a:ext>
              </a:extLst>
            </p:cNvPr>
            <p:cNvSpPr/>
            <p:nvPr/>
          </p:nvSpPr>
          <p:spPr>
            <a:xfrm>
              <a:off x="4801900" y="2507750"/>
              <a:ext cx="50225" cy="71325"/>
            </a:xfrm>
            <a:custGeom>
              <a:avLst/>
              <a:gdLst/>
              <a:ahLst/>
              <a:cxnLst/>
              <a:rect l="l" t="t" r="r" b="b"/>
              <a:pathLst>
                <a:path w="2009" h="2853" extrusionOk="0">
                  <a:moveTo>
                    <a:pt x="1036" y="0"/>
                  </a:moveTo>
                  <a:cubicBezTo>
                    <a:pt x="887" y="0"/>
                    <a:pt x="753" y="104"/>
                    <a:pt x="720" y="255"/>
                  </a:cubicBezTo>
                  <a:lnTo>
                    <a:pt x="271" y="2327"/>
                  </a:lnTo>
                  <a:cubicBezTo>
                    <a:pt x="234" y="2501"/>
                    <a:pt x="0" y="2598"/>
                    <a:pt x="176" y="2636"/>
                  </a:cubicBezTo>
                  <a:lnTo>
                    <a:pt x="1139" y="2845"/>
                  </a:lnTo>
                  <a:cubicBezTo>
                    <a:pt x="1162" y="2850"/>
                    <a:pt x="1186" y="2852"/>
                    <a:pt x="1208" y="2852"/>
                  </a:cubicBezTo>
                  <a:cubicBezTo>
                    <a:pt x="1357" y="2852"/>
                    <a:pt x="1491" y="2749"/>
                    <a:pt x="1524" y="2596"/>
                  </a:cubicBezTo>
                  <a:lnTo>
                    <a:pt x="1971" y="526"/>
                  </a:lnTo>
                  <a:cubicBezTo>
                    <a:pt x="2009" y="352"/>
                    <a:pt x="1898" y="179"/>
                    <a:pt x="1724" y="141"/>
                  </a:cubicBezTo>
                  <a:lnTo>
                    <a:pt x="1105" y="8"/>
                  </a:lnTo>
                  <a:cubicBezTo>
                    <a:pt x="1081" y="3"/>
                    <a:pt x="1058" y="0"/>
                    <a:pt x="103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53;p36">
              <a:extLst>
                <a:ext uri="{FF2B5EF4-FFF2-40B4-BE49-F238E27FC236}">
                  <a16:creationId xmlns:a16="http://schemas.microsoft.com/office/drawing/2014/main" id="{3196B474-7C94-8F47-8603-80FDA373A374}"/>
                </a:ext>
              </a:extLst>
            </p:cNvPr>
            <p:cNvSpPr/>
            <p:nvPr/>
          </p:nvSpPr>
          <p:spPr>
            <a:xfrm>
              <a:off x="4799725" y="2506000"/>
              <a:ext cx="39675" cy="70200"/>
            </a:xfrm>
            <a:custGeom>
              <a:avLst/>
              <a:gdLst/>
              <a:ahLst/>
              <a:cxnLst/>
              <a:rect l="l" t="t" r="r" b="b"/>
              <a:pathLst>
                <a:path w="1587" h="2808" extrusionOk="0">
                  <a:moveTo>
                    <a:pt x="802" y="1"/>
                  </a:moveTo>
                  <a:cubicBezTo>
                    <a:pt x="653" y="1"/>
                    <a:pt x="519" y="104"/>
                    <a:pt x="487" y="255"/>
                  </a:cubicBezTo>
                  <a:lnTo>
                    <a:pt x="39" y="2327"/>
                  </a:lnTo>
                  <a:cubicBezTo>
                    <a:pt x="1" y="2501"/>
                    <a:pt x="112" y="2674"/>
                    <a:pt x="286" y="2712"/>
                  </a:cubicBezTo>
                  <a:lnTo>
                    <a:pt x="717" y="2800"/>
                  </a:lnTo>
                  <a:cubicBezTo>
                    <a:pt x="741" y="2805"/>
                    <a:pt x="764" y="2807"/>
                    <a:pt x="786" y="2807"/>
                  </a:cubicBezTo>
                  <a:cubicBezTo>
                    <a:pt x="935" y="2807"/>
                    <a:pt x="1069" y="2704"/>
                    <a:pt x="1102" y="2551"/>
                  </a:cubicBezTo>
                  <a:lnTo>
                    <a:pt x="1549" y="481"/>
                  </a:lnTo>
                  <a:cubicBezTo>
                    <a:pt x="1587" y="306"/>
                    <a:pt x="1476" y="134"/>
                    <a:pt x="1302" y="96"/>
                  </a:cubicBezTo>
                  <a:lnTo>
                    <a:pt x="870" y="8"/>
                  </a:lnTo>
                  <a:cubicBezTo>
                    <a:pt x="847" y="3"/>
                    <a:pt x="824" y="1"/>
                    <a:pt x="8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54;p36">
              <a:extLst>
                <a:ext uri="{FF2B5EF4-FFF2-40B4-BE49-F238E27FC236}">
                  <a16:creationId xmlns:a16="http://schemas.microsoft.com/office/drawing/2014/main" id="{91F67366-1E1A-27FB-1A19-F06300593DA8}"/>
                </a:ext>
              </a:extLst>
            </p:cNvPr>
            <p:cNvSpPr/>
            <p:nvPr/>
          </p:nvSpPr>
          <p:spPr>
            <a:xfrm>
              <a:off x="4812500" y="2313275"/>
              <a:ext cx="60150" cy="225100"/>
            </a:xfrm>
            <a:custGeom>
              <a:avLst/>
              <a:gdLst/>
              <a:ahLst/>
              <a:cxnLst/>
              <a:rect l="l" t="t" r="r" b="b"/>
              <a:pathLst>
                <a:path w="2406" h="9004" extrusionOk="0">
                  <a:moveTo>
                    <a:pt x="2107" y="1"/>
                  </a:moveTo>
                  <a:cubicBezTo>
                    <a:pt x="1980" y="1"/>
                    <a:pt x="1867" y="89"/>
                    <a:pt x="1839" y="216"/>
                  </a:cubicBezTo>
                  <a:lnTo>
                    <a:pt x="32" y="8671"/>
                  </a:lnTo>
                  <a:cubicBezTo>
                    <a:pt x="0" y="8818"/>
                    <a:pt x="94" y="8965"/>
                    <a:pt x="243" y="8997"/>
                  </a:cubicBezTo>
                  <a:cubicBezTo>
                    <a:pt x="262" y="9001"/>
                    <a:pt x="281" y="9003"/>
                    <a:pt x="300" y="9003"/>
                  </a:cubicBezTo>
                  <a:cubicBezTo>
                    <a:pt x="426" y="9003"/>
                    <a:pt x="539" y="8915"/>
                    <a:pt x="567" y="8786"/>
                  </a:cubicBezTo>
                  <a:lnTo>
                    <a:pt x="2374" y="331"/>
                  </a:lnTo>
                  <a:cubicBezTo>
                    <a:pt x="2406" y="184"/>
                    <a:pt x="2312" y="39"/>
                    <a:pt x="2165" y="7"/>
                  </a:cubicBezTo>
                  <a:cubicBezTo>
                    <a:pt x="2145" y="3"/>
                    <a:pt x="2126" y="1"/>
                    <a:pt x="2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55;p36">
              <a:extLst>
                <a:ext uri="{FF2B5EF4-FFF2-40B4-BE49-F238E27FC236}">
                  <a16:creationId xmlns:a16="http://schemas.microsoft.com/office/drawing/2014/main" id="{B513D161-2DDA-51C9-FBA2-90D5DB15366C}"/>
                </a:ext>
              </a:extLst>
            </p:cNvPr>
            <p:cNvSpPr/>
            <p:nvPr/>
          </p:nvSpPr>
          <p:spPr>
            <a:xfrm>
              <a:off x="5479800" y="2765175"/>
              <a:ext cx="50275" cy="32250"/>
            </a:xfrm>
            <a:custGeom>
              <a:avLst/>
              <a:gdLst/>
              <a:ahLst/>
              <a:cxnLst/>
              <a:rect l="l" t="t" r="r" b="b"/>
              <a:pathLst>
                <a:path w="2011" h="1290" extrusionOk="0">
                  <a:moveTo>
                    <a:pt x="134" y="0"/>
                  </a:moveTo>
                  <a:lnTo>
                    <a:pt x="1" y="288"/>
                  </a:lnTo>
                  <a:cubicBezTo>
                    <a:pt x="272" y="609"/>
                    <a:pt x="558" y="832"/>
                    <a:pt x="834" y="983"/>
                  </a:cubicBezTo>
                  <a:cubicBezTo>
                    <a:pt x="1228" y="1198"/>
                    <a:pt x="1602" y="1271"/>
                    <a:pt x="1883" y="1289"/>
                  </a:cubicBezTo>
                  <a:lnTo>
                    <a:pt x="2011" y="1015"/>
                  </a:lnTo>
                  <a:lnTo>
                    <a:pt x="2011" y="1015"/>
                  </a:lnTo>
                  <a:cubicBezTo>
                    <a:pt x="2008" y="1015"/>
                    <a:pt x="2006" y="1015"/>
                    <a:pt x="2004" y="1015"/>
                  </a:cubicBezTo>
                  <a:cubicBezTo>
                    <a:pt x="1583" y="1015"/>
                    <a:pt x="809" y="877"/>
                    <a:pt x="13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56;p36">
              <a:extLst>
                <a:ext uri="{FF2B5EF4-FFF2-40B4-BE49-F238E27FC236}">
                  <a16:creationId xmlns:a16="http://schemas.microsoft.com/office/drawing/2014/main" id="{E508FDAF-DA66-9567-501D-8C9283E95612}"/>
                </a:ext>
              </a:extLst>
            </p:cNvPr>
            <p:cNvSpPr/>
            <p:nvPr/>
          </p:nvSpPr>
          <p:spPr>
            <a:xfrm>
              <a:off x="5432425" y="2845550"/>
              <a:ext cx="47625" cy="37750"/>
            </a:xfrm>
            <a:custGeom>
              <a:avLst/>
              <a:gdLst/>
              <a:ahLst/>
              <a:cxnLst/>
              <a:rect l="l" t="t" r="r" b="b"/>
              <a:pathLst>
                <a:path w="1905" h="1510" extrusionOk="0">
                  <a:moveTo>
                    <a:pt x="192" y="1"/>
                  </a:moveTo>
                  <a:cubicBezTo>
                    <a:pt x="129" y="75"/>
                    <a:pt x="66" y="149"/>
                    <a:pt x="1" y="221"/>
                  </a:cubicBezTo>
                  <a:cubicBezTo>
                    <a:pt x="352" y="726"/>
                    <a:pt x="773" y="1054"/>
                    <a:pt x="1163" y="1267"/>
                  </a:cubicBezTo>
                  <a:cubicBezTo>
                    <a:pt x="1358" y="1375"/>
                    <a:pt x="1546" y="1452"/>
                    <a:pt x="1711" y="1510"/>
                  </a:cubicBezTo>
                  <a:cubicBezTo>
                    <a:pt x="1778" y="1434"/>
                    <a:pt x="1841" y="1357"/>
                    <a:pt x="1905" y="1279"/>
                  </a:cubicBezTo>
                  <a:cubicBezTo>
                    <a:pt x="1440" y="1143"/>
                    <a:pt x="723" y="811"/>
                    <a:pt x="192"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57;p36">
              <a:extLst>
                <a:ext uri="{FF2B5EF4-FFF2-40B4-BE49-F238E27FC236}">
                  <a16:creationId xmlns:a16="http://schemas.microsoft.com/office/drawing/2014/main" id="{20B289F2-F5EA-78BA-8A48-A845624954A8}"/>
                </a:ext>
              </a:extLst>
            </p:cNvPr>
            <p:cNvSpPr/>
            <p:nvPr/>
          </p:nvSpPr>
          <p:spPr>
            <a:xfrm>
              <a:off x="5369900" y="2895850"/>
              <a:ext cx="43275" cy="44300"/>
            </a:xfrm>
            <a:custGeom>
              <a:avLst/>
              <a:gdLst/>
              <a:ahLst/>
              <a:cxnLst/>
              <a:rect l="l" t="t" r="r" b="b"/>
              <a:pathLst>
                <a:path w="1731" h="1772" extrusionOk="0">
                  <a:moveTo>
                    <a:pt x="249" y="0"/>
                  </a:moveTo>
                  <a:cubicBezTo>
                    <a:pt x="168" y="46"/>
                    <a:pt x="84" y="90"/>
                    <a:pt x="1" y="132"/>
                  </a:cubicBezTo>
                  <a:cubicBezTo>
                    <a:pt x="342" y="940"/>
                    <a:pt x="948" y="1456"/>
                    <a:pt x="1464" y="1771"/>
                  </a:cubicBezTo>
                  <a:cubicBezTo>
                    <a:pt x="1554" y="1718"/>
                    <a:pt x="1643" y="1665"/>
                    <a:pt x="1731" y="1609"/>
                  </a:cubicBezTo>
                  <a:cubicBezTo>
                    <a:pt x="1223" y="1330"/>
                    <a:pt x="587" y="835"/>
                    <a:pt x="24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58;p36">
              <a:extLst>
                <a:ext uri="{FF2B5EF4-FFF2-40B4-BE49-F238E27FC236}">
                  <a16:creationId xmlns:a16="http://schemas.microsoft.com/office/drawing/2014/main" id="{5E54C8E8-9B0E-30ED-160D-1205678D17CD}"/>
                </a:ext>
              </a:extLst>
            </p:cNvPr>
            <p:cNvSpPr/>
            <p:nvPr/>
          </p:nvSpPr>
          <p:spPr>
            <a:xfrm>
              <a:off x="5292900" y="2921750"/>
              <a:ext cx="30075" cy="51950"/>
            </a:xfrm>
            <a:custGeom>
              <a:avLst/>
              <a:gdLst/>
              <a:ahLst/>
              <a:cxnLst/>
              <a:rect l="l" t="t" r="r" b="b"/>
              <a:pathLst>
                <a:path w="1203" h="2078" extrusionOk="0">
                  <a:moveTo>
                    <a:pt x="294" y="0"/>
                  </a:moveTo>
                  <a:cubicBezTo>
                    <a:pt x="200" y="16"/>
                    <a:pt x="105" y="28"/>
                    <a:pt x="11" y="40"/>
                  </a:cubicBezTo>
                  <a:cubicBezTo>
                    <a:pt x="0" y="1050"/>
                    <a:pt x="468" y="1706"/>
                    <a:pt x="857" y="2077"/>
                  </a:cubicBezTo>
                  <a:cubicBezTo>
                    <a:pt x="972" y="2057"/>
                    <a:pt x="1088" y="2036"/>
                    <a:pt x="1203" y="2012"/>
                  </a:cubicBezTo>
                  <a:cubicBezTo>
                    <a:pt x="839" y="1724"/>
                    <a:pt x="264" y="1096"/>
                    <a:pt x="29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559;p36">
              <a:extLst>
                <a:ext uri="{FF2B5EF4-FFF2-40B4-BE49-F238E27FC236}">
                  <a16:creationId xmlns:a16="http://schemas.microsoft.com/office/drawing/2014/main" id="{805E56E5-D507-737E-A73D-0A69B461F12B}"/>
                </a:ext>
              </a:extLst>
            </p:cNvPr>
            <p:cNvSpPr/>
            <p:nvPr/>
          </p:nvSpPr>
          <p:spPr>
            <a:xfrm>
              <a:off x="5185875" y="2911900"/>
              <a:ext cx="26675" cy="60050"/>
            </a:xfrm>
            <a:custGeom>
              <a:avLst/>
              <a:gdLst/>
              <a:ahLst/>
              <a:cxnLst/>
              <a:rect l="l" t="t" r="r" b="b"/>
              <a:pathLst>
                <a:path w="1067" h="2402" extrusionOk="0">
                  <a:moveTo>
                    <a:pt x="359" y="1"/>
                  </a:moveTo>
                  <a:lnTo>
                    <a:pt x="359" y="1"/>
                  </a:lnTo>
                  <a:cubicBezTo>
                    <a:pt x="0" y="912"/>
                    <a:pt x="299" y="1732"/>
                    <a:pt x="668" y="2311"/>
                  </a:cubicBezTo>
                  <a:cubicBezTo>
                    <a:pt x="800" y="2344"/>
                    <a:pt x="934" y="2374"/>
                    <a:pt x="1067" y="2401"/>
                  </a:cubicBezTo>
                  <a:cubicBezTo>
                    <a:pt x="665" y="1880"/>
                    <a:pt x="246" y="1043"/>
                    <a:pt x="631" y="90"/>
                  </a:cubicBezTo>
                  <a:cubicBezTo>
                    <a:pt x="540" y="63"/>
                    <a:pt x="450" y="32"/>
                    <a:pt x="35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560;p36">
              <a:extLst>
                <a:ext uri="{FF2B5EF4-FFF2-40B4-BE49-F238E27FC236}">
                  <a16:creationId xmlns:a16="http://schemas.microsoft.com/office/drawing/2014/main" id="{02CC0E8D-F000-2FC3-E8B8-28C671A3F1A8}"/>
                </a:ext>
              </a:extLst>
            </p:cNvPr>
            <p:cNvSpPr/>
            <p:nvPr/>
          </p:nvSpPr>
          <p:spPr>
            <a:xfrm>
              <a:off x="4491350" y="3171375"/>
              <a:ext cx="228400" cy="188525"/>
            </a:xfrm>
            <a:custGeom>
              <a:avLst/>
              <a:gdLst/>
              <a:ahLst/>
              <a:cxnLst/>
              <a:rect l="l" t="t" r="r" b="b"/>
              <a:pathLst>
                <a:path w="9136" h="7541" extrusionOk="0">
                  <a:moveTo>
                    <a:pt x="229" y="0"/>
                  </a:moveTo>
                  <a:cubicBezTo>
                    <a:pt x="153" y="56"/>
                    <a:pt x="77" y="114"/>
                    <a:pt x="0" y="173"/>
                  </a:cubicBezTo>
                  <a:cubicBezTo>
                    <a:pt x="652" y="1229"/>
                    <a:pt x="1609" y="1856"/>
                    <a:pt x="1972" y="2068"/>
                  </a:cubicBezTo>
                  <a:cubicBezTo>
                    <a:pt x="1721" y="2419"/>
                    <a:pt x="1468" y="2810"/>
                    <a:pt x="1224" y="3243"/>
                  </a:cubicBezTo>
                  <a:lnTo>
                    <a:pt x="1165" y="3349"/>
                  </a:lnTo>
                  <a:lnTo>
                    <a:pt x="1260" y="3424"/>
                  </a:lnTo>
                  <a:cubicBezTo>
                    <a:pt x="2589" y="4481"/>
                    <a:pt x="3825" y="5275"/>
                    <a:pt x="4914" y="5871"/>
                  </a:cubicBezTo>
                  <a:cubicBezTo>
                    <a:pt x="6909" y="6964"/>
                    <a:pt x="8405" y="7391"/>
                    <a:pt x="9058" y="7541"/>
                  </a:cubicBezTo>
                  <a:cubicBezTo>
                    <a:pt x="9085" y="7450"/>
                    <a:pt x="9111" y="7359"/>
                    <a:pt x="9135" y="7268"/>
                  </a:cubicBezTo>
                  <a:cubicBezTo>
                    <a:pt x="8187" y="7053"/>
                    <a:pt x="5235" y="6196"/>
                    <a:pt x="1532" y="3278"/>
                  </a:cubicBezTo>
                  <a:cubicBezTo>
                    <a:pt x="1962" y="2528"/>
                    <a:pt x="2425" y="1907"/>
                    <a:pt x="2842" y="1420"/>
                  </a:cubicBezTo>
                  <a:cubicBezTo>
                    <a:pt x="2771" y="1356"/>
                    <a:pt x="2701" y="1289"/>
                    <a:pt x="2633" y="1223"/>
                  </a:cubicBezTo>
                  <a:cubicBezTo>
                    <a:pt x="2475" y="1408"/>
                    <a:pt x="2309" y="1612"/>
                    <a:pt x="2140" y="1838"/>
                  </a:cubicBezTo>
                  <a:cubicBezTo>
                    <a:pt x="1824" y="1653"/>
                    <a:pt x="859" y="1033"/>
                    <a:pt x="2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561;p36">
              <a:extLst>
                <a:ext uri="{FF2B5EF4-FFF2-40B4-BE49-F238E27FC236}">
                  <a16:creationId xmlns:a16="http://schemas.microsoft.com/office/drawing/2014/main" id="{DDE19183-BCED-240E-4C1F-20713AB5D715}"/>
                </a:ext>
              </a:extLst>
            </p:cNvPr>
            <p:cNvSpPr/>
            <p:nvPr/>
          </p:nvSpPr>
          <p:spPr>
            <a:xfrm>
              <a:off x="5269600" y="2224200"/>
              <a:ext cx="826575" cy="449875"/>
            </a:xfrm>
            <a:custGeom>
              <a:avLst/>
              <a:gdLst/>
              <a:ahLst/>
              <a:cxnLst/>
              <a:rect l="l" t="t" r="r" b="b"/>
              <a:pathLst>
                <a:path w="33063" h="17995" extrusionOk="0">
                  <a:moveTo>
                    <a:pt x="0" y="0"/>
                  </a:moveTo>
                  <a:lnTo>
                    <a:pt x="0" y="17995"/>
                  </a:lnTo>
                  <a:lnTo>
                    <a:pt x="2533" y="15262"/>
                  </a:lnTo>
                  <a:lnTo>
                    <a:pt x="33062" y="15262"/>
                  </a:lnTo>
                  <a:lnTo>
                    <a:pt x="330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562;p36">
              <a:extLst>
                <a:ext uri="{FF2B5EF4-FFF2-40B4-BE49-F238E27FC236}">
                  <a16:creationId xmlns:a16="http://schemas.microsoft.com/office/drawing/2014/main" id="{B5BA6AEB-2162-0AE1-187F-A3D4822926B7}"/>
                </a:ext>
              </a:extLst>
            </p:cNvPr>
            <p:cNvSpPr/>
            <p:nvPr/>
          </p:nvSpPr>
          <p:spPr>
            <a:xfrm>
              <a:off x="5851600" y="2306750"/>
              <a:ext cx="215675" cy="196525"/>
            </a:xfrm>
            <a:custGeom>
              <a:avLst/>
              <a:gdLst/>
              <a:ahLst/>
              <a:cxnLst/>
              <a:rect l="l" t="t" r="r" b="b"/>
              <a:pathLst>
                <a:path w="8627" h="7861" extrusionOk="0">
                  <a:moveTo>
                    <a:pt x="4313" y="0"/>
                  </a:moveTo>
                  <a:cubicBezTo>
                    <a:pt x="3307" y="0"/>
                    <a:pt x="2302" y="384"/>
                    <a:pt x="1534" y="1151"/>
                  </a:cubicBezTo>
                  <a:cubicBezTo>
                    <a:pt x="0" y="2687"/>
                    <a:pt x="0" y="5174"/>
                    <a:pt x="1534" y="6709"/>
                  </a:cubicBezTo>
                  <a:cubicBezTo>
                    <a:pt x="2302" y="7477"/>
                    <a:pt x="3307" y="7861"/>
                    <a:pt x="4313" y="7861"/>
                  </a:cubicBezTo>
                  <a:cubicBezTo>
                    <a:pt x="5319" y="7861"/>
                    <a:pt x="6325" y="7477"/>
                    <a:pt x="7092" y="6709"/>
                  </a:cubicBezTo>
                  <a:cubicBezTo>
                    <a:pt x="8626" y="5174"/>
                    <a:pt x="8626" y="2687"/>
                    <a:pt x="7092" y="1151"/>
                  </a:cubicBezTo>
                  <a:cubicBezTo>
                    <a:pt x="6325" y="384"/>
                    <a:pt x="5319" y="0"/>
                    <a:pt x="43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563;p36">
              <a:extLst>
                <a:ext uri="{FF2B5EF4-FFF2-40B4-BE49-F238E27FC236}">
                  <a16:creationId xmlns:a16="http://schemas.microsoft.com/office/drawing/2014/main" id="{F3ADAE05-6C88-E478-9E10-3DA0A34B2492}"/>
                </a:ext>
              </a:extLst>
            </p:cNvPr>
            <p:cNvSpPr/>
            <p:nvPr/>
          </p:nvSpPr>
          <p:spPr>
            <a:xfrm>
              <a:off x="5312100" y="2329950"/>
              <a:ext cx="496750" cy="16000"/>
            </a:xfrm>
            <a:custGeom>
              <a:avLst/>
              <a:gdLst/>
              <a:ahLst/>
              <a:cxnLst/>
              <a:rect l="l" t="t" r="r" b="b"/>
              <a:pathLst>
                <a:path w="19870" h="640" extrusionOk="0">
                  <a:moveTo>
                    <a:pt x="320" y="1"/>
                  </a:moveTo>
                  <a:cubicBezTo>
                    <a:pt x="142" y="1"/>
                    <a:pt x="0" y="143"/>
                    <a:pt x="0" y="320"/>
                  </a:cubicBezTo>
                  <a:cubicBezTo>
                    <a:pt x="0" y="496"/>
                    <a:pt x="142" y="640"/>
                    <a:pt x="320" y="640"/>
                  </a:cubicBezTo>
                  <a:lnTo>
                    <a:pt x="19550" y="640"/>
                  </a:lnTo>
                  <a:cubicBezTo>
                    <a:pt x="19728" y="640"/>
                    <a:pt x="19870" y="496"/>
                    <a:pt x="19870" y="320"/>
                  </a:cubicBezTo>
                  <a:cubicBezTo>
                    <a:pt x="19870" y="143"/>
                    <a:pt x="19728" y="1"/>
                    <a:pt x="195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564;p36">
              <a:extLst>
                <a:ext uri="{FF2B5EF4-FFF2-40B4-BE49-F238E27FC236}">
                  <a16:creationId xmlns:a16="http://schemas.microsoft.com/office/drawing/2014/main" id="{6A0892E1-418D-9BD7-B78E-BB982E8C234C}"/>
                </a:ext>
              </a:extLst>
            </p:cNvPr>
            <p:cNvSpPr/>
            <p:nvPr/>
          </p:nvSpPr>
          <p:spPr>
            <a:xfrm>
              <a:off x="5623275" y="2389025"/>
              <a:ext cx="185575" cy="16000"/>
            </a:xfrm>
            <a:custGeom>
              <a:avLst/>
              <a:gdLst/>
              <a:ahLst/>
              <a:cxnLst/>
              <a:rect l="l" t="t" r="r" b="b"/>
              <a:pathLst>
                <a:path w="7423" h="640" extrusionOk="0">
                  <a:moveTo>
                    <a:pt x="320" y="1"/>
                  </a:moveTo>
                  <a:cubicBezTo>
                    <a:pt x="143" y="1"/>
                    <a:pt x="1" y="143"/>
                    <a:pt x="1" y="320"/>
                  </a:cubicBezTo>
                  <a:cubicBezTo>
                    <a:pt x="1" y="497"/>
                    <a:pt x="143" y="640"/>
                    <a:pt x="320" y="640"/>
                  </a:cubicBezTo>
                  <a:lnTo>
                    <a:pt x="7103" y="640"/>
                  </a:lnTo>
                  <a:cubicBezTo>
                    <a:pt x="7281" y="640"/>
                    <a:pt x="7423" y="497"/>
                    <a:pt x="7423" y="320"/>
                  </a:cubicBezTo>
                  <a:cubicBezTo>
                    <a:pt x="7423" y="143"/>
                    <a:pt x="7281" y="1"/>
                    <a:pt x="7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565;p36">
              <a:extLst>
                <a:ext uri="{FF2B5EF4-FFF2-40B4-BE49-F238E27FC236}">
                  <a16:creationId xmlns:a16="http://schemas.microsoft.com/office/drawing/2014/main" id="{597FB2DF-9D73-1E98-B363-07B7E2953967}"/>
                </a:ext>
              </a:extLst>
            </p:cNvPr>
            <p:cNvSpPr/>
            <p:nvPr/>
          </p:nvSpPr>
          <p:spPr>
            <a:xfrm>
              <a:off x="5308075" y="2389025"/>
              <a:ext cx="288225" cy="16000"/>
            </a:xfrm>
            <a:custGeom>
              <a:avLst/>
              <a:gdLst/>
              <a:ahLst/>
              <a:cxnLst/>
              <a:rect l="l" t="t" r="r" b="b"/>
              <a:pathLst>
                <a:path w="11529" h="640" extrusionOk="0">
                  <a:moveTo>
                    <a:pt x="320" y="1"/>
                  </a:moveTo>
                  <a:cubicBezTo>
                    <a:pt x="144" y="1"/>
                    <a:pt x="0" y="143"/>
                    <a:pt x="0" y="320"/>
                  </a:cubicBezTo>
                  <a:cubicBezTo>
                    <a:pt x="0" y="496"/>
                    <a:pt x="144" y="640"/>
                    <a:pt x="320" y="640"/>
                  </a:cubicBezTo>
                  <a:lnTo>
                    <a:pt x="11209" y="640"/>
                  </a:lnTo>
                  <a:cubicBezTo>
                    <a:pt x="11387" y="640"/>
                    <a:pt x="11529" y="496"/>
                    <a:pt x="11529" y="320"/>
                  </a:cubicBezTo>
                  <a:cubicBezTo>
                    <a:pt x="11529" y="143"/>
                    <a:pt x="11387" y="1"/>
                    <a:pt x="11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566;p36">
              <a:extLst>
                <a:ext uri="{FF2B5EF4-FFF2-40B4-BE49-F238E27FC236}">
                  <a16:creationId xmlns:a16="http://schemas.microsoft.com/office/drawing/2014/main" id="{2222883D-9D8F-D761-FFF4-5D82E7D2C278}"/>
                </a:ext>
              </a:extLst>
            </p:cNvPr>
            <p:cNvSpPr/>
            <p:nvPr/>
          </p:nvSpPr>
          <p:spPr>
            <a:xfrm>
              <a:off x="5312100" y="2448100"/>
              <a:ext cx="496750" cy="16000"/>
            </a:xfrm>
            <a:custGeom>
              <a:avLst/>
              <a:gdLst/>
              <a:ahLst/>
              <a:cxnLst/>
              <a:rect l="l" t="t" r="r" b="b"/>
              <a:pathLst>
                <a:path w="19870" h="640" extrusionOk="0">
                  <a:moveTo>
                    <a:pt x="320" y="0"/>
                  </a:moveTo>
                  <a:cubicBezTo>
                    <a:pt x="142" y="0"/>
                    <a:pt x="0" y="144"/>
                    <a:pt x="0" y="320"/>
                  </a:cubicBezTo>
                  <a:cubicBezTo>
                    <a:pt x="0" y="497"/>
                    <a:pt x="142" y="640"/>
                    <a:pt x="320" y="640"/>
                  </a:cubicBezTo>
                  <a:lnTo>
                    <a:pt x="19550" y="640"/>
                  </a:lnTo>
                  <a:cubicBezTo>
                    <a:pt x="19728" y="640"/>
                    <a:pt x="19870" y="497"/>
                    <a:pt x="19870" y="320"/>
                  </a:cubicBezTo>
                  <a:cubicBezTo>
                    <a:pt x="19870" y="144"/>
                    <a:pt x="19728" y="0"/>
                    <a:pt x="19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567;p36">
              <a:extLst>
                <a:ext uri="{FF2B5EF4-FFF2-40B4-BE49-F238E27FC236}">
                  <a16:creationId xmlns:a16="http://schemas.microsoft.com/office/drawing/2014/main" id="{6A48C181-39C3-9DB2-8379-F64314A6D734}"/>
                </a:ext>
              </a:extLst>
            </p:cNvPr>
            <p:cNvSpPr/>
            <p:nvPr/>
          </p:nvSpPr>
          <p:spPr>
            <a:xfrm>
              <a:off x="5657100" y="2507200"/>
              <a:ext cx="151750" cy="16025"/>
            </a:xfrm>
            <a:custGeom>
              <a:avLst/>
              <a:gdLst/>
              <a:ahLst/>
              <a:cxnLst/>
              <a:rect l="l" t="t" r="r" b="b"/>
              <a:pathLst>
                <a:path w="6070" h="641" extrusionOk="0">
                  <a:moveTo>
                    <a:pt x="320" y="1"/>
                  </a:moveTo>
                  <a:cubicBezTo>
                    <a:pt x="143" y="1"/>
                    <a:pt x="1" y="143"/>
                    <a:pt x="1" y="321"/>
                  </a:cubicBezTo>
                  <a:cubicBezTo>
                    <a:pt x="1" y="496"/>
                    <a:pt x="143" y="640"/>
                    <a:pt x="320" y="640"/>
                  </a:cubicBezTo>
                  <a:lnTo>
                    <a:pt x="5750" y="640"/>
                  </a:lnTo>
                  <a:cubicBezTo>
                    <a:pt x="5928" y="640"/>
                    <a:pt x="6070" y="496"/>
                    <a:pt x="6070" y="321"/>
                  </a:cubicBezTo>
                  <a:cubicBezTo>
                    <a:pt x="6070" y="143"/>
                    <a:pt x="5928" y="1"/>
                    <a:pt x="57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568;p36">
              <a:extLst>
                <a:ext uri="{FF2B5EF4-FFF2-40B4-BE49-F238E27FC236}">
                  <a16:creationId xmlns:a16="http://schemas.microsoft.com/office/drawing/2014/main" id="{1017DD06-F9FC-4FA8-BD89-D2331860860B}"/>
                </a:ext>
              </a:extLst>
            </p:cNvPr>
            <p:cNvSpPr/>
            <p:nvPr/>
          </p:nvSpPr>
          <p:spPr>
            <a:xfrm>
              <a:off x="5429550" y="2507200"/>
              <a:ext cx="201875" cy="16025"/>
            </a:xfrm>
            <a:custGeom>
              <a:avLst/>
              <a:gdLst/>
              <a:ahLst/>
              <a:cxnLst/>
              <a:rect l="l" t="t" r="r" b="b"/>
              <a:pathLst>
                <a:path w="8075" h="641" extrusionOk="0">
                  <a:moveTo>
                    <a:pt x="320" y="1"/>
                  </a:moveTo>
                  <a:cubicBezTo>
                    <a:pt x="145" y="1"/>
                    <a:pt x="1" y="143"/>
                    <a:pt x="1" y="321"/>
                  </a:cubicBezTo>
                  <a:cubicBezTo>
                    <a:pt x="1" y="496"/>
                    <a:pt x="145" y="640"/>
                    <a:pt x="320" y="640"/>
                  </a:cubicBezTo>
                  <a:lnTo>
                    <a:pt x="7754" y="640"/>
                  </a:lnTo>
                  <a:cubicBezTo>
                    <a:pt x="7932" y="640"/>
                    <a:pt x="8074" y="496"/>
                    <a:pt x="8074" y="321"/>
                  </a:cubicBezTo>
                  <a:cubicBezTo>
                    <a:pt x="8074" y="143"/>
                    <a:pt x="7932" y="1"/>
                    <a:pt x="77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569;p36">
              <a:extLst>
                <a:ext uri="{FF2B5EF4-FFF2-40B4-BE49-F238E27FC236}">
                  <a16:creationId xmlns:a16="http://schemas.microsoft.com/office/drawing/2014/main" id="{3E77BE17-1894-3540-A92F-6E284917BB8B}"/>
                </a:ext>
              </a:extLst>
            </p:cNvPr>
            <p:cNvSpPr/>
            <p:nvPr/>
          </p:nvSpPr>
          <p:spPr>
            <a:xfrm>
              <a:off x="5493200" y="2531950"/>
              <a:ext cx="70325" cy="122725"/>
            </a:xfrm>
            <a:custGeom>
              <a:avLst/>
              <a:gdLst/>
              <a:ahLst/>
              <a:cxnLst/>
              <a:rect l="l" t="t" r="r" b="b"/>
              <a:pathLst>
                <a:path w="2813" h="4909" extrusionOk="0">
                  <a:moveTo>
                    <a:pt x="2207" y="1"/>
                  </a:moveTo>
                  <a:cubicBezTo>
                    <a:pt x="2100" y="1"/>
                    <a:pt x="1992" y="33"/>
                    <a:pt x="1899" y="100"/>
                  </a:cubicBezTo>
                  <a:cubicBezTo>
                    <a:pt x="832" y="859"/>
                    <a:pt x="237" y="1719"/>
                    <a:pt x="134" y="2655"/>
                  </a:cubicBezTo>
                  <a:cubicBezTo>
                    <a:pt x="1" y="3850"/>
                    <a:pt x="743" y="4696"/>
                    <a:pt x="775" y="4730"/>
                  </a:cubicBezTo>
                  <a:cubicBezTo>
                    <a:pt x="816" y="4777"/>
                    <a:pt x="864" y="4815"/>
                    <a:pt x="916" y="4843"/>
                  </a:cubicBezTo>
                  <a:cubicBezTo>
                    <a:pt x="995" y="4886"/>
                    <a:pt x="1084" y="4908"/>
                    <a:pt x="1172" y="4908"/>
                  </a:cubicBezTo>
                  <a:cubicBezTo>
                    <a:pt x="1298" y="4908"/>
                    <a:pt x="1425" y="4864"/>
                    <a:pt x="1526" y="4773"/>
                  </a:cubicBezTo>
                  <a:cubicBezTo>
                    <a:pt x="1744" y="4577"/>
                    <a:pt x="1764" y="4243"/>
                    <a:pt x="1570" y="4023"/>
                  </a:cubicBezTo>
                  <a:cubicBezTo>
                    <a:pt x="1555" y="4006"/>
                    <a:pt x="1108" y="3472"/>
                    <a:pt x="1193" y="2760"/>
                  </a:cubicBezTo>
                  <a:cubicBezTo>
                    <a:pt x="1267" y="2142"/>
                    <a:pt x="1712" y="1539"/>
                    <a:pt x="2515" y="968"/>
                  </a:cubicBezTo>
                  <a:cubicBezTo>
                    <a:pt x="2756" y="797"/>
                    <a:pt x="2812" y="465"/>
                    <a:pt x="2641" y="226"/>
                  </a:cubicBezTo>
                  <a:cubicBezTo>
                    <a:pt x="2538" y="79"/>
                    <a:pt x="2374" y="1"/>
                    <a:pt x="220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570;p36">
              <a:extLst>
                <a:ext uri="{FF2B5EF4-FFF2-40B4-BE49-F238E27FC236}">
                  <a16:creationId xmlns:a16="http://schemas.microsoft.com/office/drawing/2014/main" id="{D7126180-9046-79A1-8DB1-190B5C9CE718}"/>
                </a:ext>
              </a:extLst>
            </p:cNvPr>
            <p:cNvSpPr/>
            <p:nvPr/>
          </p:nvSpPr>
          <p:spPr>
            <a:xfrm>
              <a:off x="5503650" y="2630150"/>
              <a:ext cx="104675" cy="57775"/>
            </a:xfrm>
            <a:custGeom>
              <a:avLst/>
              <a:gdLst/>
              <a:ahLst/>
              <a:cxnLst/>
              <a:rect l="l" t="t" r="r" b="b"/>
              <a:pathLst>
                <a:path w="4187" h="2311" extrusionOk="0">
                  <a:moveTo>
                    <a:pt x="1065" y="1"/>
                  </a:moveTo>
                  <a:cubicBezTo>
                    <a:pt x="624" y="1"/>
                    <a:pt x="296" y="126"/>
                    <a:pt x="193" y="374"/>
                  </a:cubicBezTo>
                  <a:cubicBezTo>
                    <a:pt x="1" y="843"/>
                    <a:pt x="695" y="1573"/>
                    <a:pt x="1744" y="2005"/>
                  </a:cubicBezTo>
                  <a:cubicBezTo>
                    <a:pt x="2240" y="2209"/>
                    <a:pt x="2726" y="2310"/>
                    <a:pt x="3122" y="2310"/>
                  </a:cubicBezTo>
                  <a:cubicBezTo>
                    <a:pt x="3563" y="2310"/>
                    <a:pt x="3891" y="2185"/>
                    <a:pt x="3994" y="1937"/>
                  </a:cubicBezTo>
                  <a:cubicBezTo>
                    <a:pt x="4186" y="1467"/>
                    <a:pt x="3492" y="737"/>
                    <a:pt x="2443" y="306"/>
                  </a:cubicBezTo>
                  <a:cubicBezTo>
                    <a:pt x="1947" y="102"/>
                    <a:pt x="1461" y="1"/>
                    <a:pt x="10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571;p36">
              <a:extLst>
                <a:ext uri="{FF2B5EF4-FFF2-40B4-BE49-F238E27FC236}">
                  <a16:creationId xmlns:a16="http://schemas.microsoft.com/office/drawing/2014/main" id="{F37E2FAE-509C-C928-25E3-3DF2B8BD797C}"/>
                </a:ext>
              </a:extLst>
            </p:cNvPr>
            <p:cNvSpPr/>
            <p:nvPr/>
          </p:nvSpPr>
          <p:spPr>
            <a:xfrm>
              <a:off x="5527175" y="2641900"/>
              <a:ext cx="59900" cy="34300"/>
            </a:xfrm>
            <a:custGeom>
              <a:avLst/>
              <a:gdLst/>
              <a:ahLst/>
              <a:cxnLst/>
              <a:rect l="l" t="t" r="r" b="b"/>
              <a:pathLst>
                <a:path w="2396" h="1372" extrusionOk="0">
                  <a:moveTo>
                    <a:pt x="542" y="0"/>
                  </a:moveTo>
                  <a:cubicBezTo>
                    <a:pt x="280" y="0"/>
                    <a:pt x="85" y="75"/>
                    <a:pt x="25" y="222"/>
                  </a:cubicBezTo>
                  <a:cubicBezTo>
                    <a:pt x="4" y="270"/>
                    <a:pt x="1" y="323"/>
                    <a:pt x="11" y="381"/>
                  </a:cubicBezTo>
                  <a:cubicBezTo>
                    <a:pt x="61" y="646"/>
                    <a:pt x="431" y="979"/>
                    <a:pt x="946" y="1190"/>
                  </a:cubicBezTo>
                  <a:cubicBezTo>
                    <a:pt x="1240" y="1311"/>
                    <a:pt x="1529" y="1371"/>
                    <a:pt x="1764" y="1371"/>
                  </a:cubicBezTo>
                  <a:cubicBezTo>
                    <a:pt x="1907" y="1371"/>
                    <a:pt x="2030" y="1349"/>
                    <a:pt x="2123" y="1305"/>
                  </a:cubicBezTo>
                  <a:cubicBezTo>
                    <a:pt x="2198" y="1269"/>
                    <a:pt x="2253" y="1217"/>
                    <a:pt x="2280" y="1150"/>
                  </a:cubicBezTo>
                  <a:cubicBezTo>
                    <a:pt x="2395" y="872"/>
                    <a:pt x="1983" y="437"/>
                    <a:pt x="1361" y="181"/>
                  </a:cubicBezTo>
                  <a:cubicBezTo>
                    <a:pt x="1066" y="60"/>
                    <a:pt x="777" y="0"/>
                    <a:pt x="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572;p36">
              <a:extLst>
                <a:ext uri="{FF2B5EF4-FFF2-40B4-BE49-F238E27FC236}">
                  <a16:creationId xmlns:a16="http://schemas.microsoft.com/office/drawing/2014/main" id="{8787428B-5FC7-8216-98AD-48CCB8068295}"/>
                </a:ext>
              </a:extLst>
            </p:cNvPr>
            <p:cNvSpPr/>
            <p:nvPr/>
          </p:nvSpPr>
          <p:spPr>
            <a:xfrm>
              <a:off x="5527450" y="2649750"/>
              <a:ext cx="52800" cy="26450"/>
            </a:xfrm>
            <a:custGeom>
              <a:avLst/>
              <a:gdLst/>
              <a:ahLst/>
              <a:cxnLst/>
              <a:rect l="l" t="t" r="r" b="b"/>
              <a:pathLst>
                <a:path w="2112" h="1058" extrusionOk="0">
                  <a:moveTo>
                    <a:pt x="357" y="1"/>
                  </a:moveTo>
                  <a:cubicBezTo>
                    <a:pt x="215" y="1"/>
                    <a:pt x="92" y="23"/>
                    <a:pt x="0" y="67"/>
                  </a:cubicBezTo>
                  <a:cubicBezTo>
                    <a:pt x="50" y="332"/>
                    <a:pt x="420" y="665"/>
                    <a:pt x="935" y="876"/>
                  </a:cubicBezTo>
                  <a:cubicBezTo>
                    <a:pt x="1229" y="997"/>
                    <a:pt x="1518" y="1057"/>
                    <a:pt x="1753" y="1057"/>
                  </a:cubicBezTo>
                  <a:cubicBezTo>
                    <a:pt x="1896" y="1057"/>
                    <a:pt x="2019" y="1035"/>
                    <a:pt x="2112" y="991"/>
                  </a:cubicBezTo>
                  <a:cubicBezTo>
                    <a:pt x="2062" y="724"/>
                    <a:pt x="1691" y="393"/>
                    <a:pt x="1177" y="182"/>
                  </a:cubicBezTo>
                  <a:cubicBezTo>
                    <a:pt x="881" y="61"/>
                    <a:pt x="592" y="1"/>
                    <a:pt x="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573;p36">
              <a:extLst>
                <a:ext uri="{FF2B5EF4-FFF2-40B4-BE49-F238E27FC236}">
                  <a16:creationId xmlns:a16="http://schemas.microsoft.com/office/drawing/2014/main" id="{1E74B510-D5BC-9A4F-7D4A-2E64C42725D6}"/>
                </a:ext>
              </a:extLst>
            </p:cNvPr>
            <p:cNvSpPr/>
            <p:nvPr/>
          </p:nvSpPr>
          <p:spPr>
            <a:xfrm>
              <a:off x="5104300" y="2733650"/>
              <a:ext cx="443350" cy="244000"/>
            </a:xfrm>
            <a:custGeom>
              <a:avLst/>
              <a:gdLst/>
              <a:ahLst/>
              <a:cxnLst/>
              <a:rect l="l" t="t" r="r" b="b"/>
              <a:pathLst>
                <a:path w="17734" h="9760" extrusionOk="0">
                  <a:moveTo>
                    <a:pt x="15739" y="1"/>
                  </a:moveTo>
                  <a:lnTo>
                    <a:pt x="15416" y="698"/>
                  </a:lnTo>
                  <a:cubicBezTo>
                    <a:pt x="15477" y="798"/>
                    <a:pt x="15631" y="958"/>
                    <a:pt x="16025" y="1146"/>
                  </a:cubicBezTo>
                  <a:cubicBezTo>
                    <a:pt x="16588" y="1416"/>
                    <a:pt x="16802" y="2108"/>
                    <a:pt x="16494" y="2650"/>
                  </a:cubicBezTo>
                  <a:cubicBezTo>
                    <a:pt x="15065" y="5155"/>
                    <a:pt x="11958" y="9266"/>
                    <a:pt x="6459" y="9266"/>
                  </a:cubicBezTo>
                  <a:cubicBezTo>
                    <a:pt x="4623" y="9266"/>
                    <a:pt x="2519" y="8808"/>
                    <a:pt x="122" y="7677"/>
                  </a:cubicBezTo>
                  <a:lnTo>
                    <a:pt x="120" y="7677"/>
                  </a:lnTo>
                  <a:lnTo>
                    <a:pt x="1" y="8035"/>
                  </a:lnTo>
                  <a:lnTo>
                    <a:pt x="2649" y="9041"/>
                  </a:lnTo>
                  <a:cubicBezTo>
                    <a:pt x="3070" y="9201"/>
                    <a:pt x="3498" y="9335"/>
                    <a:pt x="3931" y="9441"/>
                  </a:cubicBezTo>
                  <a:cubicBezTo>
                    <a:pt x="4065" y="9474"/>
                    <a:pt x="4197" y="9504"/>
                    <a:pt x="4330" y="9531"/>
                  </a:cubicBezTo>
                  <a:cubicBezTo>
                    <a:pt x="5062" y="9683"/>
                    <a:pt x="5806" y="9759"/>
                    <a:pt x="6549" y="9759"/>
                  </a:cubicBezTo>
                  <a:cubicBezTo>
                    <a:pt x="7169" y="9759"/>
                    <a:pt x="7788" y="9707"/>
                    <a:pt x="8401" y="9601"/>
                  </a:cubicBezTo>
                  <a:cubicBezTo>
                    <a:pt x="8516" y="9581"/>
                    <a:pt x="8632" y="9560"/>
                    <a:pt x="8747" y="9536"/>
                  </a:cubicBezTo>
                  <a:cubicBezTo>
                    <a:pt x="9407" y="9401"/>
                    <a:pt x="10057" y="9204"/>
                    <a:pt x="10692" y="8945"/>
                  </a:cubicBezTo>
                  <a:cubicBezTo>
                    <a:pt x="11176" y="8748"/>
                    <a:pt x="11643" y="8518"/>
                    <a:pt x="12088" y="8258"/>
                  </a:cubicBezTo>
                  <a:cubicBezTo>
                    <a:pt x="12178" y="8206"/>
                    <a:pt x="12267" y="8153"/>
                    <a:pt x="12355" y="8097"/>
                  </a:cubicBezTo>
                  <a:cubicBezTo>
                    <a:pt x="13286" y="7520"/>
                    <a:pt x="14121" y="6806"/>
                    <a:pt x="14836" y="5984"/>
                  </a:cubicBezTo>
                  <a:cubicBezTo>
                    <a:pt x="14903" y="5910"/>
                    <a:pt x="14966" y="5833"/>
                    <a:pt x="15030" y="5755"/>
                  </a:cubicBezTo>
                  <a:cubicBezTo>
                    <a:pt x="15617" y="5042"/>
                    <a:pt x="16117" y="4250"/>
                    <a:pt x="16513" y="3392"/>
                  </a:cubicBezTo>
                  <a:lnTo>
                    <a:pt x="16903" y="2550"/>
                  </a:lnTo>
                  <a:lnTo>
                    <a:pt x="17032" y="2276"/>
                  </a:lnTo>
                  <a:lnTo>
                    <a:pt x="17733" y="761"/>
                  </a:lnTo>
                  <a:lnTo>
                    <a:pt x="17733" y="761"/>
                  </a:lnTo>
                  <a:cubicBezTo>
                    <a:pt x="17707" y="763"/>
                    <a:pt x="17680" y="763"/>
                    <a:pt x="17653" y="763"/>
                  </a:cubicBezTo>
                  <a:cubicBezTo>
                    <a:pt x="17351" y="763"/>
                    <a:pt x="16980" y="687"/>
                    <a:pt x="16602" y="531"/>
                  </a:cubicBezTo>
                  <a:cubicBezTo>
                    <a:pt x="16249" y="386"/>
                    <a:pt x="15951" y="198"/>
                    <a:pt x="1573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574;p36">
              <a:extLst>
                <a:ext uri="{FF2B5EF4-FFF2-40B4-BE49-F238E27FC236}">
                  <a16:creationId xmlns:a16="http://schemas.microsoft.com/office/drawing/2014/main" id="{12A1381C-BA82-F56C-238C-E3FC453C3FD8}"/>
                </a:ext>
              </a:extLst>
            </p:cNvPr>
            <p:cNvSpPr/>
            <p:nvPr/>
          </p:nvSpPr>
          <p:spPr>
            <a:xfrm>
              <a:off x="4549275" y="2667375"/>
              <a:ext cx="142750" cy="163300"/>
            </a:xfrm>
            <a:custGeom>
              <a:avLst/>
              <a:gdLst/>
              <a:ahLst/>
              <a:cxnLst/>
              <a:rect l="l" t="t" r="r" b="b"/>
              <a:pathLst>
                <a:path w="5710" h="6532" extrusionOk="0">
                  <a:moveTo>
                    <a:pt x="3284" y="0"/>
                  </a:moveTo>
                  <a:cubicBezTo>
                    <a:pt x="2143" y="0"/>
                    <a:pt x="978" y="1045"/>
                    <a:pt x="523" y="2573"/>
                  </a:cubicBezTo>
                  <a:cubicBezTo>
                    <a:pt x="1" y="4335"/>
                    <a:pt x="620" y="6074"/>
                    <a:pt x="1908" y="6457"/>
                  </a:cubicBezTo>
                  <a:cubicBezTo>
                    <a:pt x="2078" y="6507"/>
                    <a:pt x="2251" y="6532"/>
                    <a:pt x="2425" y="6532"/>
                  </a:cubicBezTo>
                  <a:cubicBezTo>
                    <a:pt x="3567" y="6532"/>
                    <a:pt x="4732" y="5488"/>
                    <a:pt x="5187" y="3959"/>
                  </a:cubicBezTo>
                  <a:cubicBezTo>
                    <a:pt x="5710" y="2197"/>
                    <a:pt x="5092" y="459"/>
                    <a:pt x="3803" y="75"/>
                  </a:cubicBezTo>
                  <a:cubicBezTo>
                    <a:pt x="3632" y="25"/>
                    <a:pt x="3458" y="0"/>
                    <a:pt x="3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575;p36">
              <a:extLst>
                <a:ext uri="{FF2B5EF4-FFF2-40B4-BE49-F238E27FC236}">
                  <a16:creationId xmlns:a16="http://schemas.microsoft.com/office/drawing/2014/main" id="{5D3871F9-58F8-9A22-ED56-8A7381C74177}"/>
                </a:ext>
              </a:extLst>
            </p:cNvPr>
            <p:cNvSpPr/>
            <p:nvPr/>
          </p:nvSpPr>
          <p:spPr>
            <a:xfrm>
              <a:off x="4539175" y="2681025"/>
              <a:ext cx="125200" cy="130775"/>
            </a:xfrm>
            <a:custGeom>
              <a:avLst/>
              <a:gdLst/>
              <a:ahLst/>
              <a:cxnLst/>
              <a:rect l="l" t="t" r="r" b="b"/>
              <a:pathLst>
                <a:path w="5008" h="5231" extrusionOk="0">
                  <a:moveTo>
                    <a:pt x="2952" y="0"/>
                  </a:moveTo>
                  <a:cubicBezTo>
                    <a:pt x="1968" y="0"/>
                    <a:pt x="770" y="643"/>
                    <a:pt x="420" y="1821"/>
                  </a:cubicBezTo>
                  <a:cubicBezTo>
                    <a:pt x="0" y="3228"/>
                    <a:pt x="951" y="4867"/>
                    <a:pt x="1981" y="5173"/>
                  </a:cubicBezTo>
                  <a:cubicBezTo>
                    <a:pt x="2111" y="5212"/>
                    <a:pt x="2242" y="5230"/>
                    <a:pt x="2374" y="5230"/>
                  </a:cubicBezTo>
                  <a:cubicBezTo>
                    <a:pt x="3290" y="5230"/>
                    <a:pt x="4223" y="4340"/>
                    <a:pt x="4588" y="3110"/>
                  </a:cubicBezTo>
                  <a:cubicBezTo>
                    <a:pt x="5008" y="1701"/>
                    <a:pt x="4525" y="381"/>
                    <a:pt x="3496" y="75"/>
                  </a:cubicBezTo>
                  <a:cubicBezTo>
                    <a:pt x="3328" y="25"/>
                    <a:pt x="3144" y="0"/>
                    <a:pt x="2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576;p36">
              <a:extLst>
                <a:ext uri="{FF2B5EF4-FFF2-40B4-BE49-F238E27FC236}">
                  <a16:creationId xmlns:a16="http://schemas.microsoft.com/office/drawing/2014/main" id="{F988CA21-11C6-EFF7-D1DF-C076E4D3CEE7}"/>
                </a:ext>
              </a:extLst>
            </p:cNvPr>
            <p:cNvSpPr/>
            <p:nvPr/>
          </p:nvSpPr>
          <p:spPr>
            <a:xfrm>
              <a:off x="4558700" y="2709425"/>
              <a:ext cx="52075" cy="56600"/>
            </a:xfrm>
            <a:custGeom>
              <a:avLst/>
              <a:gdLst/>
              <a:ahLst/>
              <a:cxnLst/>
              <a:rect l="l" t="t" r="r" b="b"/>
              <a:pathLst>
                <a:path w="2083" h="2264" extrusionOk="0">
                  <a:moveTo>
                    <a:pt x="1336" y="0"/>
                  </a:moveTo>
                  <a:cubicBezTo>
                    <a:pt x="980" y="0"/>
                    <a:pt x="572" y="282"/>
                    <a:pt x="322" y="738"/>
                  </a:cubicBezTo>
                  <a:cubicBezTo>
                    <a:pt x="1" y="1324"/>
                    <a:pt x="63" y="1976"/>
                    <a:pt x="460" y="2192"/>
                  </a:cubicBezTo>
                  <a:cubicBezTo>
                    <a:pt x="548" y="2241"/>
                    <a:pt x="646" y="2264"/>
                    <a:pt x="747" y="2264"/>
                  </a:cubicBezTo>
                  <a:cubicBezTo>
                    <a:pt x="1104" y="2264"/>
                    <a:pt x="1511" y="1982"/>
                    <a:pt x="1761" y="1526"/>
                  </a:cubicBezTo>
                  <a:cubicBezTo>
                    <a:pt x="2082" y="940"/>
                    <a:pt x="2020" y="288"/>
                    <a:pt x="1623" y="72"/>
                  </a:cubicBezTo>
                  <a:cubicBezTo>
                    <a:pt x="1535" y="23"/>
                    <a:pt x="1438" y="0"/>
                    <a:pt x="13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577;p36">
              <a:extLst>
                <a:ext uri="{FF2B5EF4-FFF2-40B4-BE49-F238E27FC236}">
                  <a16:creationId xmlns:a16="http://schemas.microsoft.com/office/drawing/2014/main" id="{109DBE02-EC10-C23F-0D60-8D93EB92F291}"/>
                </a:ext>
              </a:extLst>
            </p:cNvPr>
            <p:cNvSpPr/>
            <p:nvPr/>
          </p:nvSpPr>
          <p:spPr>
            <a:xfrm>
              <a:off x="4570225" y="2711200"/>
              <a:ext cx="53825" cy="62125"/>
            </a:xfrm>
            <a:custGeom>
              <a:avLst/>
              <a:gdLst/>
              <a:ahLst/>
              <a:cxnLst/>
              <a:rect l="l" t="t" r="r" b="b"/>
              <a:pathLst>
                <a:path w="2153" h="2485" extrusionOk="0">
                  <a:moveTo>
                    <a:pt x="1162" y="1"/>
                  </a:moveTo>
                  <a:lnTo>
                    <a:pt x="1163" y="1"/>
                  </a:lnTo>
                  <a:lnTo>
                    <a:pt x="1163" y="1"/>
                  </a:lnTo>
                  <a:cubicBezTo>
                    <a:pt x="1163" y="1"/>
                    <a:pt x="1162" y="1"/>
                    <a:pt x="1162" y="1"/>
                  </a:cubicBezTo>
                  <a:close/>
                  <a:moveTo>
                    <a:pt x="1163" y="1"/>
                  </a:moveTo>
                  <a:lnTo>
                    <a:pt x="1163" y="1"/>
                  </a:lnTo>
                  <a:cubicBezTo>
                    <a:pt x="1559" y="218"/>
                    <a:pt x="1621" y="869"/>
                    <a:pt x="1300" y="1455"/>
                  </a:cubicBezTo>
                  <a:cubicBezTo>
                    <a:pt x="1050" y="1911"/>
                    <a:pt x="642" y="2193"/>
                    <a:pt x="286" y="2193"/>
                  </a:cubicBezTo>
                  <a:cubicBezTo>
                    <a:pt x="185" y="2193"/>
                    <a:pt x="88" y="2171"/>
                    <a:pt x="0" y="2123"/>
                  </a:cubicBezTo>
                  <a:lnTo>
                    <a:pt x="0" y="2123"/>
                  </a:lnTo>
                  <a:lnTo>
                    <a:pt x="530" y="2414"/>
                  </a:lnTo>
                  <a:cubicBezTo>
                    <a:pt x="619" y="2462"/>
                    <a:pt x="716" y="2485"/>
                    <a:pt x="817" y="2485"/>
                  </a:cubicBezTo>
                  <a:cubicBezTo>
                    <a:pt x="1174" y="2485"/>
                    <a:pt x="1582" y="2202"/>
                    <a:pt x="1832" y="1747"/>
                  </a:cubicBezTo>
                  <a:cubicBezTo>
                    <a:pt x="2153" y="1161"/>
                    <a:pt x="2091" y="510"/>
                    <a:pt x="1694" y="292"/>
                  </a:cubicBez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578;p36">
              <a:extLst>
                <a:ext uri="{FF2B5EF4-FFF2-40B4-BE49-F238E27FC236}">
                  <a16:creationId xmlns:a16="http://schemas.microsoft.com/office/drawing/2014/main" id="{41F7983A-E9DA-50D5-29B7-69659D0DD868}"/>
                </a:ext>
              </a:extLst>
            </p:cNvPr>
            <p:cNvSpPr/>
            <p:nvPr/>
          </p:nvSpPr>
          <p:spPr>
            <a:xfrm>
              <a:off x="4388650" y="2693800"/>
              <a:ext cx="248175" cy="388675"/>
            </a:xfrm>
            <a:custGeom>
              <a:avLst/>
              <a:gdLst/>
              <a:ahLst/>
              <a:cxnLst/>
              <a:rect l="l" t="t" r="r" b="b"/>
              <a:pathLst>
                <a:path w="9927" h="15547" extrusionOk="0">
                  <a:moveTo>
                    <a:pt x="5545" y="1"/>
                  </a:moveTo>
                  <a:cubicBezTo>
                    <a:pt x="5470" y="1"/>
                    <a:pt x="5395" y="3"/>
                    <a:pt x="5320" y="6"/>
                  </a:cubicBezTo>
                  <a:cubicBezTo>
                    <a:pt x="5202" y="11"/>
                    <a:pt x="5082" y="21"/>
                    <a:pt x="4962" y="35"/>
                  </a:cubicBezTo>
                  <a:cubicBezTo>
                    <a:pt x="4785" y="56"/>
                    <a:pt x="4610" y="85"/>
                    <a:pt x="4434" y="126"/>
                  </a:cubicBezTo>
                  <a:cubicBezTo>
                    <a:pt x="3786" y="271"/>
                    <a:pt x="3178" y="544"/>
                    <a:pt x="2645" y="921"/>
                  </a:cubicBezTo>
                  <a:cubicBezTo>
                    <a:pt x="2559" y="983"/>
                    <a:pt x="2472" y="1048"/>
                    <a:pt x="2390" y="1116"/>
                  </a:cubicBezTo>
                  <a:cubicBezTo>
                    <a:pt x="2066" y="1378"/>
                    <a:pt x="1774" y="1681"/>
                    <a:pt x="1523" y="2022"/>
                  </a:cubicBezTo>
                  <a:cubicBezTo>
                    <a:pt x="1185" y="2481"/>
                    <a:pt x="902" y="2975"/>
                    <a:pt x="679" y="3490"/>
                  </a:cubicBezTo>
                  <a:lnTo>
                    <a:pt x="679" y="3491"/>
                  </a:lnTo>
                  <a:cubicBezTo>
                    <a:pt x="635" y="3596"/>
                    <a:pt x="591" y="3702"/>
                    <a:pt x="552" y="3808"/>
                  </a:cubicBezTo>
                  <a:cubicBezTo>
                    <a:pt x="161" y="4841"/>
                    <a:pt x="0" y="5957"/>
                    <a:pt x="87" y="7077"/>
                  </a:cubicBezTo>
                  <a:cubicBezTo>
                    <a:pt x="94" y="7189"/>
                    <a:pt x="106" y="7301"/>
                    <a:pt x="120" y="7413"/>
                  </a:cubicBezTo>
                  <a:cubicBezTo>
                    <a:pt x="149" y="7655"/>
                    <a:pt x="191" y="7899"/>
                    <a:pt x="244" y="8140"/>
                  </a:cubicBezTo>
                  <a:cubicBezTo>
                    <a:pt x="443" y="9047"/>
                    <a:pt x="799" y="9885"/>
                    <a:pt x="1292" y="10630"/>
                  </a:cubicBezTo>
                  <a:cubicBezTo>
                    <a:pt x="1360" y="10733"/>
                    <a:pt x="1429" y="10833"/>
                    <a:pt x="1503" y="10930"/>
                  </a:cubicBezTo>
                  <a:cubicBezTo>
                    <a:pt x="2054" y="11680"/>
                    <a:pt x="2753" y="12324"/>
                    <a:pt x="3575" y="12834"/>
                  </a:cubicBezTo>
                  <a:cubicBezTo>
                    <a:pt x="3663" y="12890"/>
                    <a:pt x="3752" y="12943"/>
                    <a:pt x="3843" y="12995"/>
                  </a:cubicBezTo>
                  <a:cubicBezTo>
                    <a:pt x="3881" y="13016"/>
                    <a:pt x="3917" y="13037"/>
                    <a:pt x="3955" y="13057"/>
                  </a:cubicBezTo>
                  <a:lnTo>
                    <a:pt x="8260" y="15415"/>
                  </a:lnTo>
                  <a:cubicBezTo>
                    <a:pt x="8422" y="15504"/>
                    <a:pt x="8596" y="15547"/>
                    <a:pt x="8768" y="15547"/>
                  </a:cubicBezTo>
                  <a:cubicBezTo>
                    <a:pt x="8798" y="15547"/>
                    <a:pt x="8829" y="15545"/>
                    <a:pt x="8860" y="15542"/>
                  </a:cubicBezTo>
                  <a:cubicBezTo>
                    <a:pt x="9204" y="15514"/>
                    <a:pt x="9528" y="15318"/>
                    <a:pt x="9705" y="14994"/>
                  </a:cubicBezTo>
                  <a:cubicBezTo>
                    <a:pt x="9926" y="14590"/>
                    <a:pt x="9860" y="14108"/>
                    <a:pt x="9573" y="13781"/>
                  </a:cubicBezTo>
                  <a:cubicBezTo>
                    <a:pt x="9493" y="13690"/>
                    <a:pt x="9396" y="13610"/>
                    <a:pt x="9282" y="13549"/>
                  </a:cubicBezTo>
                  <a:lnTo>
                    <a:pt x="4978" y="11191"/>
                  </a:lnTo>
                  <a:cubicBezTo>
                    <a:pt x="4967" y="11185"/>
                    <a:pt x="4956" y="11178"/>
                    <a:pt x="4946" y="11171"/>
                  </a:cubicBezTo>
                  <a:cubicBezTo>
                    <a:pt x="4853" y="11121"/>
                    <a:pt x="4766" y="11069"/>
                    <a:pt x="4681" y="11015"/>
                  </a:cubicBezTo>
                  <a:cubicBezTo>
                    <a:pt x="3995" y="10585"/>
                    <a:pt x="3431" y="10024"/>
                    <a:pt x="3015" y="9370"/>
                  </a:cubicBezTo>
                  <a:cubicBezTo>
                    <a:pt x="2965" y="9290"/>
                    <a:pt x="2916" y="9209"/>
                    <a:pt x="2871" y="9128"/>
                  </a:cubicBezTo>
                  <a:cubicBezTo>
                    <a:pt x="2621" y="8682"/>
                    <a:pt x="2436" y="8198"/>
                    <a:pt x="2322" y="7683"/>
                  </a:cubicBezTo>
                  <a:cubicBezTo>
                    <a:pt x="2274" y="7463"/>
                    <a:pt x="2241" y="7242"/>
                    <a:pt x="2219" y="7021"/>
                  </a:cubicBezTo>
                  <a:cubicBezTo>
                    <a:pt x="2210" y="6924"/>
                    <a:pt x="2204" y="6827"/>
                    <a:pt x="2201" y="6730"/>
                  </a:cubicBezTo>
                  <a:cubicBezTo>
                    <a:pt x="2169" y="5921"/>
                    <a:pt x="2315" y="5111"/>
                    <a:pt x="2622" y="4374"/>
                  </a:cubicBezTo>
                  <a:cubicBezTo>
                    <a:pt x="2660" y="4285"/>
                    <a:pt x="2700" y="4197"/>
                    <a:pt x="2740" y="4109"/>
                  </a:cubicBezTo>
                  <a:cubicBezTo>
                    <a:pt x="2880" y="3822"/>
                    <a:pt x="3045" y="3546"/>
                    <a:pt x="3236" y="3288"/>
                  </a:cubicBezTo>
                  <a:cubicBezTo>
                    <a:pt x="3449" y="2999"/>
                    <a:pt x="3707" y="2761"/>
                    <a:pt x="3993" y="2576"/>
                  </a:cubicBezTo>
                  <a:cubicBezTo>
                    <a:pt x="4070" y="2528"/>
                    <a:pt x="4149" y="2483"/>
                    <a:pt x="4229" y="2442"/>
                  </a:cubicBezTo>
                  <a:cubicBezTo>
                    <a:pt x="4632" y="2234"/>
                    <a:pt x="5077" y="2126"/>
                    <a:pt x="5530" y="2126"/>
                  </a:cubicBezTo>
                  <a:cubicBezTo>
                    <a:pt x="5588" y="2126"/>
                    <a:pt x="5647" y="2127"/>
                    <a:pt x="5706" y="2131"/>
                  </a:cubicBezTo>
                  <a:cubicBezTo>
                    <a:pt x="5797" y="2136"/>
                    <a:pt x="5889" y="2145"/>
                    <a:pt x="5980" y="2160"/>
                  </a:cubicBezTo>
                  <a:cubicBezTo>
                    <a:pt x="6291" y="2207"/>
                    <a:pt x="6598" y="2307"/>
                    <a:pt x="6892" y="2460"/>
                  </a:cubicBezTo>
                  <a:cubicBezTo>
                    <a:pt x="7049" y="2542"/>
                    <a:pt x="7217" y="2580"/>
                    <a:pt x="7383" y="2580"/>
                  </a:cubicBezTo>
                  <a:cubicBezTo>
                    <a:pt x="7767" y="2580"/>
                    <a:pt x="8138" y="2372"/>
                    <a:pt x="8328" y="2007"/>
                  </a:cubicBezTo>
                  <a:cubicBezTo>
                    <a:pt x="8378" y="1911"/>
                    <a:pt x="8411" y="1810"/>
                    <a:pt x="8430" y="1710"/>
                  </a:cubicBezTo>
                  <a:cubicBezTo>
                    <a:pt x="8513" y="1262"/>
                    <a:pt x="8299" y="794"/>
                    <a:pt x="7875" y="571"/>
                  </a:cubicBezTo>
                  <a:cubicBezTo>
                    <a:pt x="7152" y="194"/>
                    <a:pt x="6351" y="1"/>
                    <a:pt x="5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579;p36">
              <a:extLst>
                <a:ext uri="{FF2B5EF4-FFF2-40B4-BE49-F238E27FC236}">
                  <a16:creationId xmlns:a16="http://schemas.microsoft.com/office/drawing/2014/main" id="{34F9167D-2BC8-3E55-509C-F5EFAF31B944}"/>
                </a:ext>
              </a:extLst>
            </p:cNvPr>
            <p:cNvSpPr/>
            <p:nvPr/>
          </p:nvSpPr>
          <p:spPr>
            <a:xfrm>
              <a:off x="4536375" y="3004175"/>
              <a:ext cx="39600" cy="46225"/>
            </a:xfrm>
            <a:custGeom>
              <a:avLst/>
              <a:gdLst/>
              <a:ahLst/>
              <a:cxnLst/>
              <a:rect l="l" t="t" r="r" b="b"/>
              <a:pathLst>
                <a:path w="1584" h="1849" extrusionOk="0">
                  <a:moveTo>
                    <a:pt x="1306" y="1"/>
                  </a:moveTo>
                  <a:cubicBezTo>
                    <a:pt x="888" y="283"/>
                    <a:pt x="311" y="813"/>
                    <a:pt x="0" y="1713"/>
                  </a:cubicBezTo>
                  <a:lnTo>
                    <a:pt x="249" y="1849"/>
                  </a:lnTo>
                  <a:cubicBezTo>
                    <a:pt x="561" y="884"/>
                    <a:pt x="1197" y="380"/>
                    <a:pt x="1583" y="152"/>
                  </a:cubicBezTo>
                  <a:lnTo>
                    <a:pt x="1306" y="1"/>
                  </a:ln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580;p36">
              <a:extLst>
                <a:ext uri="{FF2B5EF4-FFF2-40B4-BE49-F238E27FC236}">
                  <a16:creationId xmlns:a16="http://schemas.microsoft.com/office/drawing/2014/main" id="{0C94760A-B7EB-1E80-10B5-5DC27994388E}"/>
                </a:ext>
              </a:extLst>
            </p:cNvPr>
            <p:cNvSpPr/>
            <p:nvPr/>
          </p:nvSpPr>
          <p:spPr>
            <a:xfrm>
              <a:off x="4478025" y="2969150"/>
              <a:ext cx="34275" cy="49525"/>
            </a:xfrm>
            <a:custGeom>
              <a:avLst/>
              <a:gdLst/>
              <a:ahLst/>
              <a:cxnLst/>
              <a:rect l="l" t="t" r="r" b="b"/>
              <a:pathLst>
                <a:path w="1371" h="1981" extrusionOk="0">
                  <a:moveTo>
                    <a:pt x="1106" y="1"/>
                  </a:moveTo>
                  <a:cubicBezTo>
                    <a:pt x="624" y="327"/>
                    <a:pt x="114" y="885"/>
                    <a:pt x="0" y="1820"/>
                  </a:cubicBezTo>
                  <a:cubicBezTo>
                    <a:pt x="88" y="1876"/>
                    <a:pt x="177" y="1929"/>
                    <a:pt x="268" y="1981"/>
                  </a:cubicBezTo>
                  <a:cubicBezTo>
                    <a:pt x="345" y="985"/>
                    <a:pt x="894" y="443"/>
                    <a:pt x="1371" y="157"/>
                  </a:cubicBezTo>
                  <a:cubicBezTo>
                    <a:pt x="1280" y="107"/>
                    <a:pt x="1191" y="55"/>
                    <a:pt x="1106"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581;p36">
              <a:extLst>
                <a:ext uri="{FF2B5EF4-FFF2-40B4-BE49-F238E27FC236}">
                  <a16:creationId xmlns:a16="http://schemas.microsoft.com/office/drawing/2014/main" id="{F5F1FE4A-9654-7FB8-F516-B4D82F891833}"/>
                </a:ext>
              </a:extLst>
            </p:cNvPr>
            <p:cNvSpPr/>
            <p:nvPr/>
          </p:nvSpPr>
          <p:spPr>
            <a:xfrm>
              <a:off x="4420950" y="2921975"/>
              <a:ext cx="43075" cy="45100"/>
            </a:xfrm>
            <a:custGeom>
              <a:avLst/>
              <a:gdLst/>
              <a:ahLst/>
              <a:cxnLst/>
              <a:rect l="l" t="t" r="r" b="b"/>
              <a:pathLst>
                <a:path w="1723" h="1804" extrusionOk="0">
                  <a:moveTo>
                    <a:pt x="1579" y="1"/>
                  </a:moveTo>
                  <a:cubicBezTo>
                    <a:pt x="1005" y="190"/>
                    <a:pt x="303" y="603"/>
                    <a:pt x="0" y="1503"/>
                  </a:cubicBezTo>
                  <a:cubicBezTo>
                    <a:pt x="67" y="1606"/>
                    <a:pt x="137" y="1705"/>
                    <a:pt x="211" y="1803"/>
                  </a:cubicBezTo>
                  <a:cubicBezTo>
                    <a:pt x="443" y="818"/>
                    <a:pt x="1162" y="411"/>
                    <a:pt x="1723" y="243"/>
                  </a:cubicBezTo>
                  <a:cubicBezTo>
                    <a:pt x="1673" y="163"/>
                    <a:pt x="1626" y="82"/>
                    <a:pt x="157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582;p36">
              <a:extLst>
                <a:ext uri="{FF2B5EF4-FFF2-40B4-BE49-F238E27FC236}">
                  <a16:creationId xmlns:a16="http://schemas.microsoft.com/office/drawing/2014/main" id="{8764ECD1-A2B0-4190-89CC-562F7D57BB44}"/>
                </a:ext>
              </a:extLst>
            </p:cNvPr>
            <p:cNvSpPr/>
            <p:nvPr/>
          </p:nvSpPr>
          <p:spPr>
            <a:xfrm>
              <a:off x="4390800" y="2860925"/>
              <a:ext cx="53375" cy="18200"/>
            </a:xfrm>
            <a:custGeom>
              <a:avLst/>
              <a:gdLst/>
              <a:ahLst/>
              <a:cxnLst/>
              <a:rect l="l" t="t" r="r" b="b"/>
              <a:pathLst>
                <a:path w="2135" h="728" extrusionOk="0">
                  <a:moveTo>
                    <a:pt x="1480" y="1"/>
                  </a:moveTo>
                  <a:cubicBezTo>
                    <a:pt x="1005" y="1"/>
                    <a:pt x="505" y="80"/>
                    <a:pt x="99" y="327"/>
                  </a:cubicBezTo>
                  <a:cubicBezTo>
                    <a:pt x="66" y="346"/>
                    <a:pt x="32" y="367"/>
                    <a:pt x="1" y="392"/>
                  </a:cubicBezTo>
                  <a:cubicBezTo>
                    <a:pt x="8" y="504"/>
                    <a:pt x="20" y="616"/>
                    <a:pt x="34" y="728"/>
                  </a:cubicBezTo>
                  <a:cubicBezTo>
                    <a:pt x="99" y="669"/>
                    <a:pt x="169" y="614"/>
                    <a:pt x="246" y="569"/>
                  </a:cubicBezTo>
                  <a:cubicBezTo>
                    <a:pt x="597" y="356"/>
                    <a:pt x="1039" y="287"/>
                    <a:pt x="1469" y="287"/>
                  </a:cubicBezTo>
                  <a:cubicBezTo>
                    <a:pt x="1700" y="287"/>
                    <a:pt x="1928" y="307"/>
                    <a:pt x="2135" y="336"/>
                  </a:cubicBezTo>
                  <a:cubicBezTo>
                    <a:pt x="2126" y="239"/>
                    <a:pt x="2118" y="142"/>
                    <a:pt x="2115" y="43"/>
                  </a:cubicBezTo>
                  <a:cubicBezTo>
                    <a:pt x="1917" y="18"/>
                    <a:pt x="1701" y="1"/>
                    <a:pt x="1480"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583;p36">
              <a:extLst>
                <a:ext uri="{FF2B5EF4-FFF2-40B4-BE49-F238E27FC236}">
                  <a16:creationId xmlns:a16="http://schemas.microsoft.com/office/drawing/2014/main" id="{9C7DBC17-A62E-47BC-B421-F1F01C685B02}"/>
                </a:ext>
              </a:extLst>
            </p:cNvPr>
            <p:cNvSpPr/>
            <p:nvPr/>
          </p:nvSpPr>
          <p:spPr>
            <a:xfrm>
              <a:off x="4402425" y="2780550"/>
              <a:ext cx="54775" cy="22625"/>
            </a:xfrm>
            <a:custGeom>
              <a:avLst/>
              <a:gdLst/>
              <a:ahLst/>
              <a:cxnLst/>
              <a:rect l="l" t="t" r="r" b="b"/>
              <a:pathLst>
                <a:path w="2191" h="905" extrusionOk="0">
                  <a:moveTo>
                    <a:pt x="404" y="1"/>
                  </a:moveTo>
                  <a:cubicBezTo>
                    <a:pt x="386" y="1"/>
                    <a:pt x="368" y="1"/>
                    <a:pt x="351" y="2"/>
                  </a:cubicBezTo>
                  <a:cubicBezTo>
                    <a:pt x="275" y="3"/>
                    <a:pt x="201" y="11"/>
                    <a:pt x="129" y="21"/>
                  </a:cubicBezTo>
                  <a:lnTo>
                    <a:pt x="128" y="21"/>
                  </a:lnTo>
                  <a:cubicBezTo>
                    <a:pt x="84" y="126"/>
                    <a:pt x="40" y="232"/>
                    <a:pt x="1" y="338"/>
                  </a:cubicBezTo>
                  <a:cubicBezTo>
                    <a:pt x="114" y="306"/>
                    <a:pt x="234" y="289"/>
                    <a:pt x="358" y="286"/>
                  </a:cubicBezTo>
                  <a:cubicBezTo>
                    <a:pt x="373" y="286"/>
                    <a:pt x="388" y="286"/>
                    <a:pt x="404" y="286"/>
                  </a:cubicBezTo>
                  <a:cubicBezTo>
                    <a:pt x="997" y="286"/>
                    <a:pt x="1612" y="599"/>
                    <a:pt x="2071" y="904"/>
                  </a:cubicBezTo>
                  <a:cubicBezTo>
                    <a:pt x="2109" y="815"/>
                    <a:pt x="2149" y="727"/>
                    <a:pt x="2191" y="641"/>
                  </a:cubicBezTo>
                  <a:cubicBezTo>
                    <a:pt x="1703" y="319"/>
                    <a:pt x="1054" y="1"/>
                    <a:pt x="404"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584;p36">
              <a:extLst>
                <a:ext uri="{FF2B5EF4-FFF2-40B4-BE49-F238E27FC236}">
                  <a16:creationId xmlns:a16="http://schemas.microsoft.com/office/drawing/2014/main" id="{A9863D92-4EB9-16E3-227F-14FCFEF5C627}"/>
                </a:ext>
              </a:extLst>
            </p:cNvPr>
            <p:cNvSpPr/>
            <p:nvPr/>
          </p:nvSpPr>
          <p:spPr>
            <a:xfrm>
              <a:off x="4448400" y="2716850"/>
              <a:ext cx="46000" cy="41400"/>
            </a:xfrm>
            <a:custGeom>
              <a:avLst/>
              <a:gdLst/>
              <a:ahLst/>
              <a:cxnLst/>
              <a:rect l="l" t="t" r="r" b="b"/>
              <a:pathLst>
                <a:path w="1840" h="1656" extrusionOk="0">
                  <a:moveTo>
                    <a:pt x="255" y="0"/>
                  </a:moveTo>
                  <a:cubicBezTo>
                    <a:pt x="169" y="62"/>
                    <a:pt x="82" y="126"/>
                    <a:pt x="0" y="194"/>
                  </a:cubicBezTo>
                  <a:cubicBezTo>
                    <a:pt x="840" y="546"/>
                    <a:pt x="1324" y="1135"/>
                    <a:pt x="1603" y="1656"/>
                  </a:cubicBezTo>
                  <a:cubicBezTo>
                    <a:pt x="1680" y="1607"/>
                    <a:pt x="1759" y="1561"/>
                    <a:pt x="1839" y="1520"/>
                  </a:cubicBezTo>
                  <a:cubicBezTo>
                    <a:pt x="1550" y="985"/>
                    <a:pt x="1064" y="385"/>
                    <a:pt x="255"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585;p36">
              <a:extLst>
                <a:ext uri="{FF2B5EF4-FFF2-40B4-BE49-F238E27FC236}">
                  <a16:creationId xmlns:a16="http://schemas.microsoft.com/office/drawing/2014/main" id="{60FB4E4D-4646-8DB4-AB23-58DE87D06ACA}"/>
                </a:ext>
              </a:extLst>
            </p:cNvPr>
            <p:cNvSpPr/>
            <p:nvPr/>
          </p:nvSpPr>
          <p:spPr>
            <a:xfrm>
              <a:off x="4512700" y="2693975"/>
              <a:ext cx="25925" cy="53825"/>
            </a:xfrm>
            <a:custGeom>
              <a:avLst/>
              <a:gdLst/>
              <a:ahLst/>
              <a:cxnLst/>
              <a:rect l="l" t="t" r="r" b="b"/>
              <a:pathLst>
                <a:path w="1037" h="2153" extrusionOk="0">
                  <a:moveTo>
                    <a:pt x="359" y="0"/>
                  </a:moveTo>
                  <a:cubicBezTo>
                    <a:pt x="240" y="5"/>
                    <a:pt x="120" y="14"/>
                    <a:pt x="0" y="29"/>
                  </a:cubicBezTo>
                  <a:cubicBezTo>
                    <a:pt x="647" y="655"/>
                    <a:pt x="765" y="1506"/>
                    <a:pt x="744" y="2124"/>
                  </a:cubicBezTo>
                  <a:cubicBezTo>
                    <a:pt x="837" y="2129"/>
                    <a:pt x="927" y="2139"/>
                    <a:pt x="1018" y="2153"/>
                  </a:cubicBezTo>
                  <a:cubicBezTo>
                    <a:pt x="1037" y="1529"/>
                    <a:pt x="931" y="676"/>
                    <a:pt x="35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586;p36">
              <a:extLst>
                <a:ext uri="{FF2B5EF4-FFF2-40B4-BE49-F238E27FC236}">
                  <a16:creationId xmlns:a16="http://schemas.microsoft.com/office/drawing/2014/main" id="{FB876ACC-1174-92D0-5186-EF55AF99AF97}"/>
                </a:ext>
              </a:extLst>
            </p:cNvPr>
            <p:cNvSpPr/>
            <p:nvPr/>
          </p:nvSpPr>
          <p:spPr>
            <a:xfrm>
              <a:off x="4579075" y="3019075"/>
              <a:ext cx="70150" cy="84325"/>
            </a:xfrm>
            <a:custGeom>
              <a:avLst/>
              <a:gdLst/>
              <a:ahLst/>
              <a:cxnLst/>
              <a:rect l="l" t="t" r="r" b="b"/>
              <a:pathLst>
                <a:path w="2806" h="3373" extrusionOk="0">
                  <a:moveTo>
                    <a:pt x="1568" y="0"/>
                  </a:moveTo>
                  <a:cubicBezTo>
                    <a:pt x="1422" y="0"/>
                    <a:pt x="1251" y="77"/>
                    <a:pt x="1076" y="214"/>
                  </a:cubicBezTo>
                  <a:cubicBezTo>
                    <a:pt x="832" y="403"/>
                    <a:pt x="579" y="711"/>
                    <a:pt x="378" y="1088"/>
                  </a:cubicBezTo>
                  <a:cubicBezTo>
                    <a:pt x="192" y="1435"/>
                    <a:pt x="78" y="1783"/>
                    <a:pt x="43" y="2075"/>
                  </a:cubicBezTo>
                  <a:cubicBezTo>
                    <a:pt x="1" y="2425"/>
                    <a:pt x="69" y="2698"/>
                    <a:pt x="255" y="2796"/>
                  </a:cubicBezTo>
                  <a:lnTo>
                    <a:pt x="1328" y="3372"/>
                  </a:lnTo>
                  <a:lnTo>
                    <a:pt x="2806" y="615"/>
                  </a:lnTo>
                  <a:lnTo>
                    <a:pt x="1732" y="40"/>
                  </a:lnTo>
                  <a:cubicBezTo>
                    <a:pt x="1683" y="13"/>
                    <a:pt x="1627" y="0"/>
                    <a:pt x="15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587;p36">
              <a:extLst>
                <a:ext uri="{FF2B5EF4-FFF2-40B4-BE49-F238E27FC236}">
                  <a16:creationId xmlns:a16="http://schemas.microsoft.com/office/drawing/2014/main" id="{19761228-7569-A075-D37F-BEDDA1417B93}"/>
                </a:ext>
              </a:extLst>
            </p:cNvPr>
            <p:cNvSpPr/>
            <p:nvPr/>
          </p:nvSpPr>
          <p:spPr>
            <a:xfrm>
              <a:off x="4648500" y="3125450"/>
              <a:ext cx="87500" cy="43550"/>
            </a:xfrm>
            <a:custGeom>
              <a:avLst/>
              <a:gdLst/>
              <a:ahLst/>
              <a:cxnLst/>
              <a:rect l="l" t="t" r="r" b="b"/>
              <a:pathLst>
                <a:path w="3500" h="1742" extrusionOk="0">
                  <a:moveTo>
                    <a:pt x="598" y="0"/>
                  </a:moveTo>
                  <a:cubicBezTo>
                    <a:pt x="442" y="0"/>
                    <a:pt x="287" y="69"/>
                    <a:pt x="182" y="202"/>
                  </a:cubicBezTo>
                  <a:cubicBezTo>
                    <a:pt x="0" y="432"/>
                    <a:pt x="38" y="765"/>
                    <a:pt x="267" y="948"/>
                  </a:cubicBezTo>
                  <a:cubicBezTo>
                    <a:pt x="326" y="995"/>
                    <a:pt x="542" y="1162"/>
                    <a:pt x="851" y="1330"/>
                  </a:cubicBezTo>
                  <a:cubicBezTo>
                    <a:pt x="1223" y="1534"/>
                    <a:pt x="1729" y="1741"/>
                    <a:pt x="2248" y="1741"/>
                  </a:cubicBezTo>
                  <a:cubicBezTo>
                    <a:pt x="2569" y="1741"/>
                    <a:pt x="2894" y="1663"/>
                    <a:pt x="3196" y="1456"/>
                  </a:cubicBezTo>
                  <a:cubicBezTo>
                    <a:pt x="3439" y="1289"/>
                    <a:pt x="3499" y="957"/>
                    <a:pt x="3334" y="715"/>
                  </a:cubicBezTo>
                  <a:cubicBezTo>
                    <a:pt x="3231" y="565"/>
                    <a:pt x="3064" y="484"/>
                    <a:pt x="2894" y="484"/>
                  </a:cubicBezTo>
                  <a:cubicBezTo>
                    <a:pt x="2790" y="484"/>
                    <a:pt x="2685" y="514"/>
                    <a:pt x="2593" y="577"/>
                  </a:cubicBezTo>
                  <a:cubicBezTo>
                    <a:pt x="2497" y="644"/>
                    <a:pt x="2378" y="671"/>
                    <a:pt x="2249" y="671"/>
                  </a:cubicBezTo>
                  <a:cubicBezTo>
                    <a:pt x="1796" y="671"/>
                    <a:pt x="1206" y="332"/>
                    <a:pt x="929" y="115"/>
                  </a:cubicBezTo>
                  <a:cubicBezTo>
                    <a:pt x="831" y="38"/>
                    <a:pt x="714" y="0"/>
                    <a:pt x="598" y="0"/>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588;p36">
              <a:extLst>
                <a:ext uri="{FF2B5EF4-FFF2-40B4-BE49-F238E27FC236}">
                  <a16:creationId xmlns:a16="http://schemas.microsoft.com/office/drawing/2014/main" id="{D926DBEF-4780-C96D-718F-A9C80BF49625}"/>
                </a:ext>
              </a:extLst>
            </p:cNvPr>
            <p:cNvSpPr/>
            <p:nvPr/>
          </p:nvSpPr>
          <p:spPr>
            <a:xfrm>
              <a:off x="4603800" y="3032650"/>
              <a:ext cx="98225" cy="111025"/>
            </a:xfrm>
            <a:custGeom>
              <a:avLst/>
              <a:gdLst/>
              <a:ahLst/>
              <a:cxnLst/>
              <a:rect l="l" t="t" r="r" b="b"/>
              <a:pathLst>
                <a:path w="3929" h="4441" extrusionOk="0">
                  <a:moveTo>
                    <a:pt x="2489" y="0"/>
                  </a:moveTo>
                  <a:cubicBezTo>
                    <a:pt x="2282" y="0"/>
                    <a:pt x="2057" y="21"/>
                    <a:pt x="1817" y="72"/>
                  </a:cubicBezTo>
                  <a:cubicBezTo>
                    <a:pt x="1767" y="45"/>
                    <a:pt x="1712" y="33"/>
                    <a:pt x="1652" y="33"/>
                  </a:cubicBezTo>
                  <a:cubicBezTo>
                    <a:pt x="1303" y="33"/>
                    <a:pt x="809" y="470"/>
                    <a:pt x="461" y="1120"/>
                  </a:cubicBezTo>
                  <a:cubicBezTo>
                    <a:pt x="63" y="1863"/>
                    <a:pt x="1" y="2609"/>
                    <a:pt x="314" y="2814"/>
                  </a:cubicBezTo>
                  <a:lnTo>
                    <a:pt x="308" y="2824"/>
                  </a:lnTo>
                  <a:cubicBezTo>
                    <a:pt x="763" y="4036"/>
                    <a:pt x="1703" y="4441"/>
                    <a:pt x="1703" y="4441"/>
                  </a:cubicBezTo>
                  <a:lnTo>
                    <a:pt x="3929" y="378"/>
                  </a:lnTo>
                  <a:cubicBezTo>
                    <a:pt x="3929" y="378"/>
                    <a:pt x="3373" y="0"/>
                    <a:pt x="2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589;p36">
              <a:extLst>
                <a:ext uri="{FF2B5EF4-FFF2-40B4-BE49-F238E27FC236}">
                  <a16:creationId xmlns:a16="http://schemas.microsoft.com/office/drawing/2014/main" id="{8CF07785-AC73-56E4-6B17-C7CBE3771C83}"/>
                </a:ext>
              </a:extLst>
            </p:cNvPr>
            <p:cNvSpPr/>
            <p:nvPr/>
          </p:nvSpPr>
          <p:spPr>
            <a:xfrm>
              <a:off x="4634850" y="3040650"/>
              <a:ext cx="79750" cy="104700"/>
            </a:xfrm>
            <a:custGeom>
              <a:avLst/>
              <a:gdLst/>
              <a:ahLst/>
              <a:cxnLst/>
              <a:rect l="l" t="t" r="r" b="b"/>
              <a:pathLst>
                <a:path w="3190" h="4188" extrusionOk="0">
                  <a:moveTo>
                    <a:pt x="2444" y="0"/>
                  </a:moveTo>
                  <a:cubicBezTo>
                    <a:pt x="1928" y="0"/>
                    <a:pt x="1199" y="646"/>
                    <a:pt x="684" y="1606"/>
                  </a:cubicBezTo>
                  <a:cubicBezTo>
                    <a:pt x="81" y="2730"/>
                    <a:pt x="1" y="3860"/>
                    <a:pt x="504" y="4130"/>
                  </a:cubicBezTo>
                  <a:cubicBezTo>
                    <a:pt x="577" y="4169"/>
                    <a:pt x="659" y="4188"/>
                    <a:pt x="747" y="4188"/>
                  </a:cubicBezTo>
                  <a:cubicBezTo>
                    <a:pt x="1262" y="4188"/>
                    <a:pt x="1991" y="3543"/>
                    <a:pt x="2506" y="2582"/>
                  </a:cubicBezTo>
                  <a:cubicBezTo>
                    <a:pt x="3109" y="1458"/>
                    <a:pt x="3189" y="328"/>
                    <a:pt x="2687" y="58"/>
                  </a:cubicBezTo>
                  <a:cubicBezTo>
                    <a:pt x="2613" y="19"/>
                    <a:pt x="2531" y="0"/>
                    <a:pt x="2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590;p36">
              <a:extLst>
                <a:ext uri="{FF2B5EF4-FFF2-40B4-BE49-F238E27FC236}">
                  <a16:creationId xmlns:a16="http://schemas.microsoft.com/office/drawing/2014/main" id="{67E73B41-0C57-D224-FB1B-4F63549CC472}"/>
                </a:ext>
              </a:extLst>
            </p:cNvPr>
            <p:cNvSpPr/>
            <p:nvPr/>
          </p:nvSpPr>
          <p:spPr>
            <a:xfrm>
              <a:off x="4653975" y="3055700"/>
              <a:ext cx="54575" cy="78775"/>
            </a:xfrm>
            <a:custGeom>
              <a:avLst/>
              <a:gdLst/>
              <a:ahLst/>
              <a:cxnLst/>
              <a:rect l="l" t="t" r="r" b="b"/>
              <a:pathLst>
                <a:path w="2183" h="3151" extrusionOk="0">
                  <a:moveTo>
                    <a:pt x="1620" y="0"/>
                  </a:moveTo>
                  <a:cubicBezTo>
                    <a:pt x="1608" y="0"/>
                    <a:pt x="1596" y="1"/>
                    <a:pt x="1584" y="2"/>
                  </a:cubicBezTo>
                  <a:cubicBezTo>
                    <a:pt x="1770" y="339"/>
                    <a:pt x="1662" y="1039"/>
                    <a:pt x="1288" y="1734"/>
                  </a:cubicBezTo>
                  <a:cubicBezTo>
                    <a:pt x="913" y="2436"/>
                    <a:pt x="386" y="2914"/>
                    <a:pt x="1" y="2942"/>
                  </a:cubicBezTo>
                  <a:cubicBezTo>
                    <a:pt x="40" y="3014"/>
                    <a:pt x="93" y="3072"/>
                    <a:pt x="161" y="3107"/>
                  </a:cubicBezTo>
                  <a:cubicBezTo>
                    <a:pt x="217" y="3136"/>
                    <a:pt x="278" y="3151"/>
                    <a:pt x="345" y="3151"/>
                  </a:cubicBezTo>
                  <a:cubicBezTo>
                    <a:pt x="732" y="3151"/>
                    <a:pt x="1279" y="2665"/>
                    <a:pt x="1667" y="1942"/>
                  </a:cubicBezTo>
                  <a:cubicBezTo>
                    <a:pt x="2120" y="1097"/>
                    <a:pt x="2182" y="247"/>
                    <a:pt x="1803" y="44"/>
                  </a:cubicBezTo>
                  <a:cubicBezTo>
                    <a:pt x="1748" y="14"/>
                    <a:pt x="1687" y="0"/>
                    <a:pt x="1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591;p36">
              <a:extLst>
                <a:ext uri="{FF2B5EF4-FFF2-40B4-BE49-F238E27FC236}">
                  <a16:creationId xmlns:a16="http://schemas.microsoft.com/office/drawing/2014/main" id="{1C4547F6-BE66-138C-5FA0-97143920D167}"/>
                </a:ext>
              </a:extLst>
            </p:cNvPr>
            <p:cNvSpPr/>
            <p:nvPr/>
          </p:nvSpPr>
          <p:spPr>
            <a:xfrm>
              <a:off x="4649375" y="3055725"/>
              <a:ext cx="48875" cy="73525"/>
            </a:xfrm>
            <a:custGeom>
              <a:avLst/>
              <a:gdLst/>
              <a:ahLst/>
              <a:cxnLst/>
              <a:rect l="l" t="t" r="r" b="b"/>
              <a:pathLst>
                <a:path w="1955" h="2941" extrusionOk="0">
                  <a:moveTo>
                    <a:pt x="1768" y="1"/>
                  </a:moveTo>
                  <a:lnTo>
                    <a:pt x="1768" y="1"/>
                  </a:lnTo>
                  <a:cubicBezTo>
                    <a:pt x="1385" y="29"/>
                    <a:pt x="857" y="506"/>
                    <a:pt x="482" y="1206"/>
                  </a:cubicBezTo>
                  <a:lnTo>
                    <a:pt x="482" y="1208"/>
                  </a:lnTo>
                  <a:cubicBezTo>
                    <a:pt x="108" y="1903"/>
                    <a:pt x="0" y="2601"/>
                    <a:pt x="185" y="2941"/>
                  </a:cubicBezTo>
                  <a:cubicBezTo>
                    <a:pt x="570" y="2913"/>
                    <a:pt x="1097" y="2435"/>
                    <a:pt x="1472" y="1733"/>
                  </a:cubicBezTo>
                  <a:cubicBezTo>
                    <a:pt x="1846" y="1038"/>
                    <a:pt x="1954" y="338"/>
                    <a:pt x="1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592;p36">
              <a:extLst>
                <a:ext uri="{FF2B5EF4-FFF2-40B4-BE49-F238E27FC236}">
                  <a16:creationId xmlns:a16="http://schemas.microsoft.com/office/drawing/2014/main" id="{DBCC67D8-5B2C-9960-B707-6ECBA1C14B2E}"/>
                </a:ext>
              </a:extLst>
            </p:cNvPr>
            <p:cNvSpPr/>
            <p:nvPr/>
          </p:nvSpPr>
          <p:spPr>
            <a:xfrm>
              <a:off x="4674425" y="3037025"/>
              <a:ext cx="111900" cy="75200"/>
            </a:xfrm>
            <a:custGeom>
              <a:avLst/>
              <a:gdLst/>
              <a:ahLst/>
              <a:cxnLst/>
              <a:rect l="l" t="t" r="r" b="b"/>
              <a:pathLst>
                <a:path w="4476" h="3008" extrusionOk="0">
                  <a:moveTo>
                    <a:pt x="1924" y="0"/>
                  </a:moveTo>
                  <a:cubicBezTo>
                    <a:pt x="1473" y="0"/>
                    <a:pt x="975" y="91"/>
                    <a:pt x="431" y="273"/>
                  </a:cubicBezTo>
                  <a:cubicBezTo>
                    <a:pt x="151" y="365"/>
                    <a:pt x="1" y="667"/>
                    <a:pt x="95" y="945"/>
                  </a:cubicBezTo>
                  <a:cubicBezTo>
                    <a:pt x="139" y="1079"/>
                    <a:pt x="230" y="1182"/>
                    <a:pt x="343" y="1244"/>
                  </a:cubicBezTo>
                  <a:cubicBezTo>
                    <a:pt x="421" y="1286"/>
                    <a:pt x="509" y="1310"/>
                    <a:pt x="600" y="1310"/>
                  </a:cubicBezTo>
                  <a:cubicBezTo>
                    <a:pt x="655" y="1310"/>
                    <a:pt x="712" y="1301"/>
                    <a:pt x="767" y="1282"/>
                  </a:cubicBezTo>
                  <a:cubicBezTo>
                    <a:pt x="1203" y="1136"/>
                    <a:pt x="1588" y="1063"/>
                    <a:pt x="1919" y="1063"/>
                  </a:cubicBezTo>
                  <a:cubicBezTo>
                    <a:pt x="2255" y="1063"/>
                    <a:pt x="2537" y="1139"/>
                    <a:pt x="2761" y="1289"/>
                  </a:cubicBezTo>
                  <a:cubicBezTo>
                    <a:pt x="3339" y="1680"/>
                    <a:pt x="3397" y="2498"/>
                    <a:pt x="3397" y="2506"/>
                  </a:cubicBezTo>
                  <a:cubicBezTo>
                    <a:pt x="3414" y="2789"/>
                    <a:pt x="3651" y="3008"/>
                    <a:pt x="3931" y="3008"/>
                  </a:cubicBezTo>
                  <a:cubicBezTo>
                    <a:pt x="3940" y="3008"/>
                    <a:pt x="3949" y="3007"/>
                    <a:pt x="3959" y="3007"/>
                  </a:cubicBezTo>
                  <a:cubicBezTo>
                    <a:pt x="4251" y="2990"/>
                    <a:pt x="4475" y="2742"/>
                    <a:pt x="4460" y="2450"/>
                  </a:cubicBezTo>
                  <a:cubicBezTo>
                    <a:pt x="4457" y="2395"/>
                    <a:pt x="4381" y="1107"/>
                    <a:pt x="3366" y="415"/>
                  </a:cubicBezTo>
                  <a:cubicBezTo>
                    <a:pt x="2962" y="138"/>
                    <a:pt x="2479" y="0"/>
                    <a:pt x="1924"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593;p36">
              <a:extLst>
                <a:ext uri="{FF2B5EF4-FFF2-40B4-BE49-F238E27FC236}">
                  <a16:creationId xmlns:a16="http://schemas.microsoft.com/office/drawing/2014/main" id="{3EF243C4-5CAB-EAFE-C92D-1534B0DFFA36}"/>
                </a:ext>
              </a:extLst>
            </p:cNvPr>
            <p:cNvSpPr/>
            <p:nvPr/>
          </p:nvSpPr>
          <p:spPr>
            <a:xfrm>
              <a:off x="4650925" y="3071025"/>
              <a:ext cx="109950" cy="70200"/>
            </a:xfrm>
            <a:custGeom>
              <a:avLst/>
              <a:gdLst/>
              <a:ahLst/>
              <a:cxnLst/>
              <a:rect l="l" t="t" r="r" b="b"/>
              <a:pathLst>
                <a:path w="4398" h="2808" extrusionOk="0">
                  <a:moveTo>
                    <a:pt x="1629" y="0"/>
                  </a:moveTo>
                  <a:cubicBezTo>
                    <a:pt x="1264" y="0"/>
                    <a:pt x="871" y="55"/>
                    <a:pt x="453" y="166"/>
                  </a:cubicBezTo>
                  <a:cubicBezTo>
                    <a:pt x="170" y="241"/>
                    <a:pt x="0" y="532"/>
                    <a:pt x="76" y="817"/>
                  </a:cubicBezTo>
                  <a:cubicBezTo>
                    <a:pt x="114" y="964"/>
                    <a:pt x="211" y="1080"/>
                    <a:pt x="335" y="1147"/>
                  </a:cubicBezTo>
                  <a:cubicBezTo>
                    <a:pt x="412" y="1190"/>
                    <a:pt x="500" y="1213"/>
                    <a:pt x="591" y="1213"/>
                  </a:cubicBezTo>
                  <a:cubicBezTo>
                    <a:pt x="635" y="1213"/>
                    <a:pt x="681" y="1208"/>
                    <a:pt x="726" y="1196"/>
                  </a:cubicBezTo>
                  <a:cubicBezTo>
                    <a:pt x="1054" y="1109"/>
                    <a:pt x="1354" y="1066"/>
                    <a:pt x="1625" y="1066"/>
                  </a:cubicBezTo>
                  <a:cubicBezTo>
                    <a:pt x="1999" y="1066"/>
                    <a:pt x="2318" y="1148"/>
                    <a:pt x="2580" y="1312"/>
                  </a:cubicBezTo>
                  <a:cubicBezTo>
                    <a:pt x="3161" y="1679"/>
                    <a:pt x="3298" y="2362"/>
                    <a:pt x="3299" y="2369"/>
                  </a:cubicBezTo>
                  <a:cubicBezTo>
                    <a:pt x="3344" y="2627"/>
                    <a:pt x="3567" y="2808"/>
                    <a:pt x="3820" y="2808"/>
                  </a:cubicBezTo>
                  <a:cubicBezTo>
                    <a:pt x="3851" y="2808"/>
                    <a:pt x="3883" y="2805"/>
                    <a:pt x="3914" y="2800"/>
                  </a:cubicBezTo>
                  <a:cubicBezTo>
                    <a:pt x="4203" y="2750"/>
                    <a:pt x="4397" y="2472"/>
                    <a:pt x="4347" y="2183"/>
                  </a:cubicBezTo>
                  <a:cubicBezTo>
                    <a:pt x="4340" y="2136"/>
                    <a:pt x="4140" y="1047"/>
                    <a:pt x="3164" y="423"/>
                  </a:cubicBezTo>
                  <a:cubicBezTo>
                    <a:pt x="2726" y="141"/>
                    <a:pt x="2212" y="0"/>
                    <a:pt x="1629"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594;p36">
              <a:extLst>
                <a:ext uri="{FF2B5EF4-FFF2-40B4-BE49-F238E27FC236}">
                  <a16:creationId xmlns:a16="http://schemas.microsoft.com/office/drawing/2014/main" id="{BA7F01C9-7BDB-B204-1009-DF4F28192B6E}"/>
                </a:ext>
              </a:extLst>
            </p:cNvPr>
            <p:cNvSpPr/>
            <p:nvPr/>
          </p:nvSpPr>
          <p:spPr>
            <a:xfrm>
              <a:off x="4388650" y="2693825"/>
              <a:ext cx="217350" cy="377150"/>
            </a:xfrm>
            <a:custGeom>
              <a:avLst/>
              <a:gdLst/>
              <a:ahLst/>
              <a:cxnLst/>
              <a:rect l="l" t="t" r="r" b="b"/>
              <a:pathLst>
                <a:path w="8694" h="15086" extrusionOk="0">
                  <a:moveTo>
                    <a:pt x="5539" y="0"/>
                  </a:moveTo>
                  <a:cubicBezTo>
                    <a:pt x="5467" y="0"/>
                    <a:pt x="5394" y="2"/>
                    <a:pt x="5321" y="5"/>
                  </a:cubicBezTo>
                  <a:cubicBezTo>
                    <a:pt x="5202" y="11"/>
                    <a:pt x="5082" y="20"/>
                    <a:pt x="4962" y="35"/>
                  </a:cubicBezTo>
                  <a:cubicBezTo>
                    <a:pt x="4785" y="55"/>
                    <a:pt x="4610" y="85"/>
                    <a:pt x="4434" y="125"/>
                  </a:cubicBezTo>
                  <a:cubicBezTo>
                    <a:pt x="3786" y="272"/>
                    <a:pt x="3178" y="544"/>
                    <a:pt x="2645" y="921"/>
                  </a:cubicBezTo>
                  <a:cubicBezTo>
                    <a:pt x="2559" y="983"/>
                    <a:pt x="2472" y="1047"/>
                    <a:pt x="2390" y="1115"/>
                  </a:cubicBezTo>
                  <a:cubicBezTo>
                    <a:pt x="2066" y="1377"/>
                    <a:pt x="1774" y="1682"/>
                    <a:pt x="1523" y="2023"/>
                  </a:cubicBezTo>
                  <a:cubicBezTo>
                    <a:pt x="1185" y="2482"/>
                    <a:pt x="902" y="2974"/>
                    <a:pt x="679" y="3490"/>
                  </a:cubicBezTo>
                  <a:cubicBezTo>
                    <a:pt x="635" y="3595"/>
                    <a:pt x="591" y="3701"/>
                    <a:pt x="552" y="3807"/>
                  </a:cubicBezTo>
                  <a:cubicBezTo>
                    <a:pt x="161" y="4840"/>
                    <a:pt x="0" y="5956"/>
                    <a:pt x="87" y="7076"/>
                  </a:cubicBezTo>
                  <a:cubicBezTo>
                    <a:pt x="94" y="7188"/>
                    <a:pt x="106" y="7300"/>
                    <a:pt x="120" y="7412"/>
                  </a:cubicBezTo>
                  <a:cubicBezTo>
                    <a:pt x="149" y="7654"/>
                    <a:pt x="191" y="7898"/>
                    <a:pt x="244" y="8139"/>
                  </a:cubicBezTo>
                  <a:cubicBezTo>
                    <a:pt x="443" y="9046"/>
                    <a:pt x="799" y="9884"/>
                    <a:pt x="1292" y="10629"/>
                  </a:cubicBezTo>
                  <a:cubicBezTo>
                    <a:pt x="1360" y="10732"/>
                    <a:pt x="1429" y="10832"/>
                    <a:pt x="1503" y="10929"/>
                  </a:cubicBezTo>
                  <a:cubicBezTo>
                    <a:pt x="2054" y="11679"/>
                    <a:pt x="2753" y="12323"/>
                    <a:pt x="3575" y="12833"/>
                  </a:cubicBezTo>
                  <a:cubicBezTo>
                    <a:pt x="3663" y="12889"/>
                    <a:pt x="3752" y="12942"/>
                    <a:pt x="3843" y="12994"/>
                  </a:cubicBezTo>
                  <a:cubicBezTo>
                    <a:pt x="3881" y="13015"/>
                    <a:pt x="3917" y="13036"/>
                    <a:pt x="3955" y="13056"/>
                  </a:cubicBezTo>
                  <a:lnTo>
                    <a:pt x="7660" y="15085"/>
                  </a:lnTo>
                  <a:cubicBezTo>
                    <a:pt x="7695" y="14793"/>
                    <a:pt x="7809" y="14445"/>
                    <a:pt x="7995" y="14098"/>
                  </a:cubicBezTo>
                  <a:cubicBezTo>
                    <a:pt x="8196" y="13721"/>
                    <a:pt x="8448" y="13413"/>
                    <a:pt x="8693" y="13224"/>
                  </a:cubicBezTo>
                  <a:lnTo>
                    <a:pt x="7960" y="12824"/>
                  </a:lnTo>
                  <a:cubicBezTo>
                    <a:pt x="7948" y="12839"/>
                    <a:pt x="7936" y="12857"/>
                    <a:pt x="7924" y="12874"/>
                  </a:cubicBezTo>
                  <a:cubicBezTo>
                    <a:pt x="7592" y="13330"/>
                    <a:pt x="7074" y="13578"/>
                    <a:pt x="6547" y="13578"/>
                  </a:cubicBezTo>
                  <a:cubicBezTo>
                    <a:pt x="6252" y="13578"/>
                    <a:pt x="5954" y="13500"/>
                    <a:pt x="5685" y="13337"/>
                  </a:cubicBezTo>
                  <a:cubicBezTo>
                    <a:pt x="2247" y="11259"/>
                    <a:pt x="11" y="9592"/>
                    <a:pt x="1429" y="4623"/>
                  </a:cubicBezTo>
                  <a:cubicBezTo>
                    <a:pt x="2251" y="1748"/>
                    <a:pt x="4039" y="1040"/>
                    <a:pt x="5603" y="1040"/>
                  </a:cubicBezTo>
                  <a:cubicBezTo>
                    <a:pt x="7123" y="1040"/>
                    <a:pt x="8430" y="1709"/>
                    <a:pt x="8430" y="1709"/>
                  </a:cubicBezTo>
                  <a:cubicBezTo>
                    <a:pt x="8513" y="1262"/>
                    <a:pt x="8299" y="794"/>
                    <a:pt x="7875" y="570"/>
                  </a:cubicBezTo>
                  <a:cubicBezTo>
                    <a:pt x="7150" y="193"/>
                    <a:pt x="6346" y="0"/>
                    <a:pt x="553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52D2C28F-DEB0-FD5C-5F5A-36724B38A258}"/>
            </a:ext>
          </a:extLst>
        </p:cNvPr>
        <p:cNvGrpSpPr/>
        <p:nvPr/>
      </p:nvGrpSpPr>
      <p:grpSpPr>
        <a:xfrm>
          <a:off x="0" y="0"/>
          <a:ext cx="0" cy="0"/>
          <a:chOff x="0" y="0"/>
          <a:chExt cx="0" cy="0"/>
        </a:xfrm>
      </p:grpSpPr>
      <p:sp>
        <p:nvSpPr>
          <p:cNvPr id="282" name="Google Shape;282;p25">
            <a:extLst>
              <a:ext uri="{FF2B5EF4-FFF2-40B4-BE49-F238E27FC236}">
                <a16:creationId xmlns:a16="http://schemas.microsoft.com/office/drawing/2014/main" id="{741F1E17-2F30-035F-C003-99FE218A8E9C}"/>
              </a:ext>
            </a:extLst>
          </p:cNvPr>
          <p:cNvSpPr txBox="1">
            <a:spLocks noGrp="1"/>
          </p:cNvSpPr>
          <p:nvPr>
            <p:ph type="body" idx="1"/>
          </p:nvPr>
        </p:nvSpPr>
        <p:spPr>
          <a:xfrm>
            <a:off x="628680" y="1150111"/>
            <a:ext cx="7886640" cy="2843278"/>
          </a:xfrm>
          <a:prstGeom prst="rect">
            <a:avLst/>
          </a:prstGeom>
        </p:spPr>
        <p:txBody>
          <a:bodyPr spcFirstLastPara="1" wrap="square" lIns="91425" tIns="91425" rIns="91425" bIns="91425" anchor="t" anchorCtr="0">
            <a:noAutofit/>
          </a:bodyPr>
          <a:lstStyle/>
          <a:p>
            <a:pPr algn="just"/>
            <a:r>
              <a:rPr lang="en-US" dirty="0"/>
              <a:t>This project focuses on improving and rewriting specific projects by generating more formal, clear, and polished text. </a:t>
            </a:r>
          </a:p>
          <a:p>
            <a:pPr algn="just"/>
            <a:r>
              <a:rPr lang="en-US" dirty="0"/>
              <a:t>It corrects grammatical errors, adjusts and refines the wording, and produces new, enhanced sentences when needed. </a:t>
            </a:r>
          </a:p>
          <a:p>
            <a:pPr algn="just"/>
            <a:r>
              <a:rPr lang="en-US" dirty="0"/>
              <a:t>The system also analyzes the topic instructions to extract positive and negative aspects, helping to guide the direction and tone of the writing. </a:t>
            </a:r>
          </a:p>
          <a:p>
            <a:pPr algn="just"/>
            <a:r>
              <a:rPr lang="en-US" dirty="0"/>
              <a:t>Additionally, it ensures that the output sounds more professional and fits academic or formal standards. While the current version already offers strong improvements, future work will focus on integrating more specialized models to achieve even higher writing quality.</a:t>
            </a:r>
          </a:p>
        </p:txBody>
      </p:sp>
      <p:grpSp>
        <p:nvGrpSpPr>
          <p:cNvPr id="5" name="Google Shape;775;p38">
            <a:extLst>
              <a:ext uri="{FF2B5EF4-FFF2-40B4-BE49-F238E27FC236}">
                <a16:creationId xmlns:a16="http://schemas.microsoft.com/office/drawing/2014/main" id="{5AC182E4-E4E8-9602-783F-7A487B281144}"/>
              </a:ext>
            </a:extLst>
          </p:cNvPr>
          <p:cNvGrpSpPr/>
          <p:nvPr/>
        </p:nvGrpSpPr>
        <p:grpSpPr>
          <a:xfrm>
            <a:off x="0" y="3767851"/>
            <a:ext cx="1732082" cy="1375649"/>
            <a:chOff x="2735825" y="2251925"/>
            <a:chExt cx="1386775" cy="1101400"/>
          </a:xfrm>
        </p:grpSpPr>
        <p:sp>
          <p:nvSpPr>
            <p:cNvPr id="6" name="Google Shape;776;p38">
              <a:extLst>
                <a:ext uri="{FF2B5EF4-FFF2-40B4-BE49-F238E27FC236}">
                  <a16:creationId xmlns:a16="http://schemas.microsoft.com/office/drawing/2014/main" id="{80357852-7FBD-CBDE-2472-8E387D8D05BD}"/>
                </a:ext>
              </a:extLst>
            </p:cNvPr>
            <p:cNvSpPr/>
            <p:nvPr/>
          </p:nvSpPr>
          <p:spPr>
            <a:xfrm>
              <a:off x="3436875" y="2721175"/>
              <a:ext cx="551875" cy="126275"/>
            </a:xfrm>
            <a:custGeom>
              <a:avLst/>
              <a:gdLst/>
              <a:ahLst/>
              <a:cxnLst/>
              <a:rect l="l" t="t" r="r" b="b"/>
              <a:pathLst>
                <a:path w="22075" h="5051" extrusionOk="0">
                  <a:moveTo>
                    <a:pt x="1253" y="0"/>
                  </a:moveTo>
                  <a:lnTo>
                    <a:pt x="1" y="1689"/>
                  </a:lnTo>
                  <a:lnTo>
                    <a:pt x="2" y="1689"/>
                  </a:lnTo>
                  <a:cubicBezTo>
                    <a:pt x="587" y="2124"/>
                    <a:pt x="1206" y="2517"/>
                    <a:pt x="1858" y="2869"/>
                  </a:cubicBezTo>
                  <a:cubicBezTo>
                    <a:pt x="2736" y="3343"/>
                    <a:pt x="3674" y="3741"/>
                    <a:pt x="4666" y="4063"/>
                  </a:cubicBezTo>
                  <a:cubicBezTo>
                    <a:pt x="4796" y="4105"/>
                    <a:pt x="4928" y="4146"/>
                    <a:pt x="5060" y="4185"/>
                  </a:cubicBezTo>
                  <a:cubicBezTo>
                    <a:pt x="5687" y="4373"/>
                    <a:pt x="6334" y="4529"/>
                    <a:pt x="7002" y="4656"/>
                  </a:cubicBezTo>
                  <a:cubicBezTo>
                    <a:pt x="7086" y="4671"/>
                    <a:pt x="7170" y="4687"/>
                    <a:pt x="7255" y="4702"/>
                  </a:cubicBezTo>
                  <a:cubicBezTo>
                    <a:pt x="7306" y="4711"/>
                    <a:pt x="7358" y="4720"/>
                    <a:pt x="7409" y="4729"/>
                  </a:cubicBezTo>
                  <a:cubicBezTo>
                    <a:pt x="8151" y="4855"/>
                    <a:pt x="8919" y="4943"/>
                    <a:pt x="9708" y="4994"/>
                  </a:cubicBezTo>
                  <a:cubicBezTo>
                    <a:pt x="9854" y="5005"/>
                    <a:pt x="9999" y="5012"/>
                    <a:pt x="10146" y="5018"/>
                  </a:cubicBezTo>
                  <a:cubicBezTo>
                    <a:pt x="10558" y="5039"/>
                    <a:pt x="10976" y="5050"/>
                    <a:pt x="11400" y="5050"/>
                  </a:cubicBezTo>
                  <a:cubicBezTo>
                    <a:pt x="11886" y="5050"/>
                    <a:pt x="12379" y="5036"/>
                    <a:pt x="12877" y="5011"/>
                  </a:cubicBezTo>
                  <a:cubicBezTo>
                    <a:pt x="13009" y="5003"/>
                    <a:pt x="13141" y="4996"/>
                    <a:pt x="13274" y="4986"/>
                  </a:cubicBezTo>
                  <a:cubicBezTo>
                    <a:pt x="13645" y="4962"/>
                    <a:pt x="14019" y="4930"/>
                    <a:pt x="14396" y="4893"/>
                  </a:cubicBezTo>
                  <a:cubicBezTo>
                    <a:pt x="14939" y="4838"/>
                    <a:pt x="15463" y="4770"/>
                    <a:pt x="15966" y="4694"/>
                  </a:cubicBezTo>
                  <a:cubicBezTo>
                    <a:pt x="16108" y="4673"/>
                    <a:pt x="16250" y="4652"/>
                    <a:pt x="16391" y="4629"/>
                  </a:cubicBezTo>
                  <a:cubicBezTo>
                    <a:pt x="17350" y="4471"/>
                    <a:pt x="18226" y="4288"/>
                    <a:pt x="18986" y="4105"/>
                  </a:cubicBezTo>
                  <a:cubicBezTo>
                    <a:pt x="19139" y="4069"/>
                    <a:pt x="19289" y="4031"/>
                    <a:pt x="19431" y="3994"/>
                  </a:cubicBezTo>
                  <a:cubicBezTo>
                    <a:pt x="21011" y="3593"/>
                    <a:pt x="22000" y="3223"/>
                    <a:pt x="22074" y="3196"/>
                  </a:cubicBezTo>
                  <a:lnTo>
                    <a:pt x="21746" y="2328"/>
                  </a:lnTo>
                  <a:lnTo>
                    <a:pt x="21702" y="2212"/>
                  </a:lnTo>
                  <a:lnTo>
                    <a:pt x="21331" y="1228"/>
                  </a:lnTo>
                  <a:cubicBezTo>
                    <a:pt x="21297" y="1241"/>
                    <a:pt x="20364" y="1586"/>
                    <a:pt x="18872" y="1965"/>
                  </a:cubicBezTo>
                  <a:cubicBezTo>
                    <a:pt x="18739" y="1998"/>
                    <a:pt x="18601" y="2033"/>
                    <a:pt x="18459" y="2066"/>
                  </a:cubicBezTo>
                  <a:cubicBezTo>
                    <a:pt x="17804" y="2224"/>
                    <a:pt x="17062" y="2381"/>
                    <a:pt x="16252" y="2519"/>
                  </a:cubicBezTo>
                  <a:cubicBezTo>
                    <a:pt x="16108" y="2543"/>
                    <a:pt x="15960" y="2567"/>
                    <a:pt x="15811" y="2590"/>
                  </a:cubicBezTo>
                  <a:cubicBezTo>
                    <a:pt x="15275" y="2674"/>
                    <a:pt x="14714" y="2748"/>
                    <a:pt x="14133" y="2805"/>
                  </a:cubicBezTo>
                  <a:cubicBezTo>
                    <a:pt x="13968" y="2822"/>
                    <a:pt x="13798" y="2839"/>
                    <a:pt x="13627" y="2852"/>
                  </a:cubicBezTo>
                  <a:cubicBezTo>
                    <a:pt x="13478" y="2864"/>
                    <a:pt x="13329" y="2876"/>
                    <a:pt x="13176" y="2886"/>
                  </a:cubicBezTo>
                  <a:cubicBezTo>
                    <a:pt x="12623" y="2922"/>
                    <a:pt x="12045" y="2944"/>
                    <a:pt x="11448" y="2944"/>
                  </a:cubicBezTo>
                  <a:cubicBezTo>
                    <a:pt x="11051" y="2944"/>
                    <a:pt x="10646" y="2934"/>
                    <a:pt x="10235" y="2913"/>
                  </a:cubicBezTo>
                  <a:cubicBezTo>
                    <a:pt x="10101" y="2907"/>
                    <a:pt x="9964" y="2898"/>
                    <a:pt x="9828" y="2890"/>
                  </a:cubicBezTo>
                  <a:cubicBezTo>
                    <a:pt x="9154" y="2843"/>
                    <a:pt x="8466" y="2766"/>
                    <a:pt x="7776" y="2649"/>
                  </a:cubicBezTo>
                  <a:cubicBezTo>
                    <a:pt x="7644" y="2628"/>
                    <a:pt x="7512" y="2604"/>
                    <a:pt x="7382" y="2580"/>
                  </a:cubicBezTo>
                  <a:cubicBezTo>
                    <a:pt x="6832" y="2475"/>
                    <a:pt x="6281" y="2345"/>
                    <a:pt x="5732" y="2184"/>
                  </a:cubicBezTo>
                  <a:cubicBezTo>
                    <a:pt x="5600" y="2146"/>
                    <a:pt x="5469" y="2105"/>
                    <a:pt x="5338" y="2063"/>
                  </a:cubicBezTo>
                  <a:cubicBezTo>
                    <a:pt x="3916" y="1609"/>
                    <a:pt x="2526" y="944"/>
                    <a:pt x="1253"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77;p38">
              <a:extLst>
                <a:ext uri="{FF2B5EF4-FFF2-40B4-BE49-F238E27FC236}">
                  <a16:creationId xmlns:a16="http://schemas.microsoft.com/office/drawing/2014/main" id="{1004E33D-3524-6995-4266-EF8F6E4D9A7E}"/>
                </a:ext>
              </a:extLst>
            </p:cNvPr>
            <p:cNvSpPr/>
            <p:nvPr/>
          </p:nvSpPr>
          <p:spPr>
            <a:xfrm>
              <a:off x="3947100" y="2742375"/>
              <a:ext cx="52375" cy="73975"/>
            </a:xfrm>
            <a:custGeom>
              <a:avLst/>
              <a:gdLst/>
              <a:ahLst/>
              <a:cxnLst/>
              <a:rect l="l" t="t" r="r" b="b"/>
              <a:pathLst>
                <a:path w="2095" h="2959" extrusionOk="0">
                  <a:moveTo>
                    <a:pt x="1397" y="0"/>
                  </a:moveTo>
                  <a:lnTo>
                    <a:pt x="355" y="271"/>
                  </a:lnTo>
                  <a:cubicBezTo>
                    <a:pt x="189" y="315"/>
                    <a:pt x="78" y="506"/>
                    <a:pt x="34" y="780"/>
                  </a:cubicBezTo>
                  <a:cubicBezTo>
                    <a:pt x="25" y="833"/>
                    <a:pt x="17" y="891"/>
                    <a:pt x="14" y="950"/>
                  </a:cubicBezTo>
                  <a:lnTo>
                    <a:pt x="14" y="952"/>
                  </a:lnTo>
                  <a:cubicBezTo>
                    <a:pt x="1" y="1164"/>
                    <a:pt x="22" y="1409"/>
                    <a:pt x="81" y="1668"/>
                  </a:cubicBezTo>
                  <a:cubicBezTo>
                    <a:pt x="89" y="1700"/>
                    <a:pt x="96" y="1733"/>
                    <a:pt x="105" y="1766"/>
                  </a:cubicBezTo>
                  <a:cubicBezTo>
                    <a:pt x="119" y="1816"/>
                    <a:pt x="133" y="1866"/>
                    <a:pt x="148" y="1915"/>
                  </a:cubicBezTo>
                  <a:cubicBezTo>
                    <a:pt x="234" y="2189"/>
                    <a:pt x="351" y="2428"/>
                    <a:pt x="482" y="2609"/>
                  </a:cubicBezTo>
                  <a:cubicBezTo>
                    <a:pt x="508" y="2645"/>
                    <a:pt x="535" y="2680"/>
                    <a:pt x="563" y="2710"/>
                  </a:cubicBezTo>
                  <a:cubicBezTo>
                    <a:pt x="564" y="2713"/>
                    <a:pt x="566" y="2713"/>
                    <a:pt x="566" y="2715"/>
                  </a:cubicBezTo>
                  <a:cubicBezTo>
                    <a:pt x="701" y="2870"/>
                    <a:pt x="846" y="2958"/>
                    <a:pt x="980" y="2958"/>
                  </a:cubicBezTo>
                  <a:cubicBezTo>
                    <a:pt x="1004" y="2958"/>
                    <a:pt x="1028" y="2956"/>
                    <a:pt x="1052" y="2949"/>
                  </a:cubicBezTo>
                  <a:lnTo>
                    <a:pt x="2094" y="2678"/>
                  </a:lnTo>
                  <a:lnTo>
                    <a:pt x="1397" y="0"/>
                  </a:ln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78;p38">
              <a:extLst>
                <a:ext uri="{FF2B5EF4-FFF2-40B4-BE49-F238E27FC236}">
                  <a16:creationId xmlns:a16="http://schemas.microsoft.com/office/drawing/2014/main" id="{090DA6B9-2AC4-EA67-0C7A-6CE5CC8CCFAE}"/>
                </a:ext>
              </a:extLst>
            </p:cNvPr>
            <p:cNvSpPr/>
            <p:nvPr/>
          </p:nvSpPr>
          <p:spPr>
            <a:xfrm>
              <a:off x="3970975" y="2715625"/>
              <a:ext cx="74850" cy="101600"/>
            </a:xfrm>
            <a:custGeom>
              <a:avLst/>
              <a:gdLst/>
              <a:ahLst/>
              <a:cxnLst/>
              <a:rect l="l" t="t" r="r" b="b"/>
              <a:pathLst>
                <a:path w="2994" h="4064" extrusionOk="0">
                  <a:moveTo>
                    <a:pt x="1998" y="1"/>
                  </a:moveTo>
                  <a:cubicBezTo>
                    <a:pt x="1998" y="1"/>
                    <a:pt x="1103" y="136"/>
                    <a:pt x="442" y="1070"/>
                  </a:cubicBezTo>
                  <a:cubicBezTo>
                    <a:pt x="112" y="1157"/>
                    <a:pt x="0" y="1826"/>
                    <a:pt x="192" y="2565"/>
                  </a:cubicBezTo>
                  <a:lnTo>
                    <a:pt x="191" y="2565"/>
                  </a:lnTo>
                  <a:cubicBezTo>
                    <a:pt x="370" y="3252"/>
                    <a:pt x="749" y="3758"/>
                    <a:pt x="1067" y="3758"/>
                  </a:cubicBezTo>
                  <a:cubicBezTo>
                    <a:pt x="1083" y="3758"/>
                    <a:pt x="1099" y="3757"/>
                    <a:pt x="1115" y="3754"/>
                  </a:cubicBezTo>
                  <a:lnTo>
                    <a:pt x="1116" y="3765"/>
                  </a:lnTo>
                  <a:cubicBezTo>
                    <a:pt x="1585" y="4000"/>
                    <a:pt x="2017" y="4064"/>
                    <a:pt x="2349" y="4064"/>
                  </a:cubicBezTo>
                  <a:cubicBezTo>
                    <a:pt x="2742" y="4064"/>
                    <a:pt x="2993" y="3974"/>
                    <a:pt x="2993" y="3974"/>
                  </a:cubicBezTo>
                  <a:lnTo>
                    <a:pt x="1998" y="1"/>
                  </a:ln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79;p38">
              <a:extLst>
                <a:ext uri="{FF2B5EF4-FFF2-40B4-BE49-F238E27FC236}">
                  <a16:creationId xmlns:a16="http://schemas.microsoft.com/office/drawing/2014/main" id="{DF86724B-4A6F-CD6A-D590-49202DB0B1E7}"/>
                </a:ext>
              </a:extLst>
            </p:cNvPr>
            <p:cNvSpPr/>
            <p:nvPr/>
          </p:nvSpPr>
          <p:spPr>
            <a:xfrm>
              <a:off x="4005200" y="2715300"/>
              <a:ext cx="56175" cy="99575"/>
            </a:xfrm>
            <a:custGeom>
              <a:avLst/>
              <a:gdLst/>
              <a:ahLst/>
              <a:cxnLst/>
              <a:rect l="l" t="t" r="r" b="b"/>
              <a:pathLst>
                <a:path w="2247" h="3983" extrusionOk="0">
                  <a:moveTo>
                    <a:pt x="736" y="0"/>
                  </a:moveTo>
                  <a:cubicBezTo>
                    <a:pt x="700" y="0"/>
                    <a:pt x="664" y="5"/>
                    <a:pt x="629" y="14"/>
                  </a:cubicBezTo>
                  <a:cubicBezTo>
                    <a:pt x="176" y="132"/>
                    <a:pt x="0" y="991"/>
                    <a:pt x="205" y="1986"/>
                  </a:cubicBezTo>
                  <a:cubicBezTo>
                    <a:pt x="220" y="2063"/>
                    <a:pt x="238" y="2142"/>
                    <a:pt x="259" y="2221"/>
                  </a:cubicBezTo>
                  <a:cubicBezTo>
                    <a:pt x="303" y="2394"/>
                    <a:pt x="356" y="2556"/>
                    <a:pt x="417" y="2710"/>
                  </a:cubicBezTo>
                  <a:cubicBezTo>
                    <a:pt x="709" y="3467"/>
                    <a:pt x="1161" y="3982"/>
                    <a:pt x="1551" y="3982"/>
                  </a:cubicBezTo>
                  <a:cubicBezTo>
                    <a:pt x="1587" y="3982"/>
                    <a:pt x="1622" y="3978"/>
                    <a:pt x="1657" y="3969"/>
                  </a:cubicBezTo>
                  <a:cubicBezTo>
                    <a:pt x="2063" y="3863"/>
                    <a:pt x="2247" y="3164"/>
                    <a:pt x="2135" y="2304"/>
                  </a:cubicBezTo>
                  <a:cubicBezTo>
                    <a:pt x="2112" y="2128"/>
                    <a:pt x="2075" y="1947"/>
                    <a:pt x="2027" y="1760"/>
                  </a:cubicBezTo>
                  <a:cubicBezTo>
                    <a:pt x="2000" y="1651"/>
                    <a:pt x="1966" y="1545"/>
                    <a:pt x="1933" y="1444"/>
                  </a:cubicBezTo>
                  <a:cubicBezTo>
                    <a:pt x="1645" y="595"/>
                    <a:pt x="1155" y="0"/>
                    <a:pt x="736"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80;p38">
              <a:extLst>
                <a:ext uri="{FF2B5EF4-FFF2-40B4-BE49-F238E27FC236}">
                  <a16:creationId xmlns:a16="http://schemas.microsoft.com/office/drawing/2014/main" id="{09D9FDD5-1736-0489-D746-539F1BBB5E3A}"/>
                </a:ext>
              </a:extLst>
            </p:cNvPr>
            <p:cNvSpPr/>
            <p:nvPr/>
          </p:nvSpPr>
          <p:spPr>
            <a:xfrm>
              <a:off x="4023650" y="2726700"/>
              <a:ext cx="35825" cy="74900"/>
            </a:xfrm>
            <a:custGeom>
              <a:avLst/>
              <a:gdLst/>
              <a:ahLst/>
              <a:cxnLst/>
              <a:rect l="l" t="t" r="r" b="b"/>
              <a:pathLst>
                <a:path w="1433" h="2996" extrusionOk="0">
                  <a:moveTo>
                    <a:pt x="248" y="0"/>
                  </a:moveTo>
                  <a:cubicBezTo>
                    <a:pt x="220" y="0"/>
                    <a:pt x="193" y="4"/>
                    <a:pt x="167" y="11"/>
                  </a:cubicBezTo>
                  <a:cubicBezTo>
                    <a:pt x="103" y="26"/>
                    <a:pt x="48" y="62"/>
                    <a:pt x="0" y="114"/>
                  </a:cubicBezTo>
                  <a:cubicBezTo>
                    <a:pt x="323" y="223"/>
                    <a:pt x="673" y="741"/>
                    <a:pt x="848" y="1416"/>
                  </a:cubicBezTo>
                  <a:cubicBezTo>
                    <a:pt x="1025" y="2098"/>
                    <a:pt x="971" y="2725"/>
                    <a:pt x="738" y="2975"/>
                  </a:cubicBezTo>
                  <a:cubicBezTo>
                    <a:pt x="779" y="2989"/>
                    <a:pt x="820" y="2996"/>
                    <a:pt x="860" y="2996"/>
                  </a:cubicBezTo>
                  <a:cubicBezTo>
                    <a:pt x="887" y="2996"/>
                    <a:pt x="914" y="2992"/>
                    <a:pt x="941" y="2986"/>
                  </a:cubicBezTo>
                  <a:cubicBezTo>
                    <a:pt x="1309" y="2890"/>
                    <a:pt x="1433" y="2147"/>
                    <a:pt x="1219" y="1324"/>
                  </a:cubicBezTo>
                  <a:cubicBezTo>
                    <a:pt x="1021" y="562"/>
                    <a:pt x="602" y="0"/>
                    <a:pt x="248" y="0"/>
                  </a:cubicBezTo>
                  <a:close/>
                </a:path>
              </a:pathLst>
            </a:custGeom>
            <a:solidFill>
              <a:srgbClr val="F4A6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81;p38">
              <a:extLst>
                <a:ext uri="{FF2B5EF4-FFF2-40B4-BE49-F238E27FC236}">
                  <a16:creationId xmlns:a16="http://schemas.microsoft.com/office/drawing/2014/main" id="{EFB45933-903A-E057-664C-4461CCFB4F57}"/>
                </a:ext>
              </a:extLst>
            </p:cNvPr>
            <p:cNvSpPr/>
            <p:nvPr/>
          </p:nvSpPr>
          <p:spPr>
            <a:xfrm>
              <a:off x="4016475" y="2729575"/>
              <a:ext cx="31300" cy="71525"/>
            </a:xfrm>
            <a:custGeom>
              <a:avLst/>
              <a:gdLst/>
              <a:ahLst/>
              <a:cxnLst/>
              <a:rect l="l" t="t" r="r" b="b"/>
              <a:pathLst>
                <a:path w="1252" h="2861" extrusionOk="0">
                  <a:moveTo>
                    <a:pt x="287" y="0"/>
                  </a:moveTo>
                  <a:cubicBezTo>
                    <a:pt x="57" y="246"/>
                    <a:pt x="1" y="858"/>
                    <a:pt x="169" y="1527"/>
                  </a:cubicBezTo>
                  <a:cubicBezTo>
                    <a:pt x="170" y="1536"/>
                    <a:pt x="173" y="1547"/>
                    <a:pt x="175" y="1556"/>
                  </a:cubicBezTo>
                  <a:cubicBezTo>
                    <a:pt x="249" y="1838"/>
                    <a:pt x="352" y="2091"/>
                    <a:pt x="470" y="2300"/>
                  </a:cubicBezTo>
                  <a:cubicBezTo>
                    <a:pt x="637" y="2592"/>
                    <a:pt x="835" y="2796"/>
                    <a:pt x="1025" y="2860"/>
                  </a:cubicBezTo>
                  <a:cubicBezTo>
                    <a:pt x="1143" y="2733"/>
                    <a:pt x="1216" y="2507"/>
                    <a:pt x="1234" y="2227"/>
                  </a:cubicBezTo>
                  <a:cubicBezTo>
                    <a:pt x="1252" y="1983"/>
                    <a:pt x="1228" y="1698"/>
                    <a:pt x="1158" y="1400"/>
                  </a:cubicBezTo>
                  <a:cubicBezTo>
                    <a:pt x="1152" y="1367"/>
                    <a:pt x="1143" y="1335"/>
                    <a:pt x="1135" y="1303"/>
                  </a:cubicBezTo>
                  <a:cubicBezTo>
                    <a:pt x="960" y="626"/>
                    <a:pt x="610" y="108"/>
                    <a:pt x="287"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82;p38">
              <a:extLst>
                <a:ext uri="{FF2B5EF4-FFF2-40B4-BE49-F238E27FC236}">
                  <a16:creationId xmlns:a16="http://schemas.microsoft.com/office/drawing/2014/main" id="{B579B680-DBFA-2D5B-C6A9-EEAC47ACA9DE}"/>
                </a:ext>
              </a:extLst>
            </p:cNvPr>
            <p:cNvSpPr/>
            <p:nvPr/>
          </p:nvSpPr>
          <p:spPr>
            <a:xfrm>
              <a:off x="4013800" y="2729575"/>
              <a:ext cx="79075" cy="45050"/>
            </a:xfrm>
            <a:custGeom>
              <a:avLst/>
              <a:gdLst/>
              <a:ahLst/>
              <a:cxnLst/>
              <a:rect l="l" t="t" r="r" b="b"/>
              <a:pathLst>
                <a:path w="3163" h="1802" extrusionOk="0">
                  <a:moveTo>
                    <a:pt x="1900" y="1"/>
                  </a:moveTo>
                  <a:cubicBezTo>
                    <a:pt x="1197" y="1"/>
                    <a:pt x="449" y="398"/>
                    <a:pt x="267" y="500"/>
                  </a:cubicBezTo>
                  <a:cubicBezTo>
                    <a:pt x="70" y="612"/>
                    <a:pt x="0" y="864"/>
                    <a:pt x="111" y="1062"/>
                  </a:cubicBezTo>
                  <a:cubicBezTo>
                    <a:pt x="187" y="1195"/>
                    <a:pt x="326" y="1270"/>
                    <a:pt x="470" y="1270"/>
                  </a:cubicBezTo>
                  <a:cubicBezTo>
                    <a:pt x="539" y="1270"/>
                    <a:pt x="608" y="1253"/>
                    <a:pt x="673" y="1217"/>
                  </a:cubicBezTo>
                  <a:cubicBezTo>
                    <a:pt x="1016" y="1023"/>
                    <a:pt x="1554" y="824"/>
                    <a:pt x="1912" y="824"/>
                  </a:cubicBezTo>
                  <a:cubicBezTo>
                    <a:pt x="2015" y="824"/>
                    <a:pt x="2104" y="841"/>
                    <a:pt x="2168" y="879"/>
                  </a:cubicBezTo>
                  <a:cubicBezTo>
                    <a:pt x="2307" y="961"/>
                    <a:pt x="2333" y="1200"/>
                    <a:pt x="2331" y="1386"/>
                  </a:cubicBezTo>
                  <a:cubicBezTo>
                    <a:pt x="2328" y="1613"/>
                    <a:pt x="2510" y="1800"/>
                    <a:pt x="2737" y="1801"/>
                  </a:cubicBezTo>
                  <a:cubicBezTo>
                    <a:pt x="2742" y="1801"/>
                    <a:pt x="2746" y="1802"/>
                    <a:pt x="2750" y="1802"/>
                  </a:cubicBezTo>
                  <a:cubicBezTo>
                    <a:pt x="2788" y="1802"/>
                    <a:pt x="2824" y="1796"/>
                    <a:pt x="2858" y="1786"/>
                  </a:cubicBezTo>
                  <a:lnTo>
                    <a:pt x="2858" y="1785"/>
                  </a:lnTo>
                  <a:cubicBezTo>
                    <a:pt x="3028" y="1736"/>
                    <a:pt x="3152" y="1580"/>
                    <a:pt x="3154" y="1395"/>
                  </a:cubicBezTo>
                  <a:cubicBezTo>
                    <a:pt x="3163" y="665"/>
                    <a:pt x="2849" y="326"/>
                    <a:pt x="2586" y="170"/>
                  </a:cubicBezTo>
                  <a:cubicBezTo>
                    <a:pt x="2379" y="48"/>
                    <a:pt x="2142" y="1"/>
                    <a:pt x="1900" y="1"/>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83;p38">
              <a:extLst>
                <a:ext uri="{FF2B5EF4-FFF2-40B4-BE49-F238E27FC236}">
                  <a16:creationId xmlns:a16="http://schemas.microsoft.com/office/drawing/2014/main" id="{F53C0DAB-CEBD-A8DD-E8DF-8F3693FBFC5A}"/>
                </a:ext>
              </a:extLst>
            </p:cNvPr>
            <p:cNvSpPr/>
            <p:nvPr/>
          </p:nvSpPr>
          <p:spPr>
            <a:xfrm>
              <a:off x="4020675" y="2764550"/>
              <a:ext cx="69400" cy="51875"/>
            </a:xfrm>
            <a:custGeom>
              <a:avLst/>
              <a:gdLst/>
              <a:ahLst/>
              <a:cxnLst/>
              <a:rect l="l" t="t" r="r" b="b"/>
              <a:pathLst>
                <a:path w="2776" h="2075" extrusionOk="0">
                  <a:moveTo>
                    <a:pt x="1032" y="1"/>
                  </a:moveTo>
                  <a:cubicBezTo>
                    <a:pt x="1018" y="1"/>
                    <a:pt x="1005" y="1"/>
                    <a:pt x="991" y="1"/>
                  </a:cubicBezTo>
                  <a:cubicBezTo>
                    <a:pt x="555" y="4"/>
                    <a:pt x="174" y="84"/>
                    <a:pt x="43" y="115"/>
                  </a:cubicBezTo>
                  <a:cubicBezTo>
                    <a:pt x="28" y="119"/>
                    <a:pt x="14" y="124"/>
                    <a:pt x="1" y="128"/>
                  </a:cubicBezTo>
                  <a:cubicBezTo>
                    <a:pt x="2" y="137"/>
                    <a:pt x="5" y="148"/>
                    <a:pt x="7" y="157"/>
                  </a:cubicBezTo>
                  <a:cubicBezTo>
                    <a:pt x="81" y="439"/>
                    <a:pt x="184" y="692"/>
                    <a:pt x="302" y="901"/>
                  </a:cubicBezTo>
                  <a:cubicBezTo>
                    <a:pt x="514" y="857"/>
                    <a:pt x="773" y="827"/>
                    <a:pt x="1014" y="827"/>
                  </a:cubicBezTo>
                  <a:cubicBezTo>
                    <a:pt x="1032" y="827"/>
                    <a:pt x="1049" y="828"/>
                    <a:pt x="1066" y="828"/>
                  </a:cubicBezTo>
                  <a:cubicBezTo>
                    <a:pt x="1350" y="832"/>
                    <a:pt x="1608" y="878"/>
                    <a:pt x="1737" y="985"/>
                  </a:cubicBezTo>
                  <a:cubicBezTo>
                    <a:pt x="1746" y="993"/>
                    <a:pt x="1755" y="1001"/>
                    <a:pt x="1762" y="1010"/>
                  </a:cubicBezTo>
                  <a:cubicBezTo>
                    <a:pt x="1873" y="1128"/>
                    <a:pt x="1832" y="1364"/>
                    <a:pt x="1778" y="1543"/>
                  </a:cubicBezTo>
                  <a:cubicBezTo>
                    <a:pt x="1711" y="1761"/>
                    <a:pt x="1834" y="1990"/>
                    <a:pt x="2050" y="2056"/>
                  </a:cubicBezTo>
                  <a:cubicBezTo>
                    <a:pt x="2091" y="2068"/>
                    <a:pt x="2132" y="2073"/>
                    <a:pt x="2170" y="2075"/>
                  </a:cubicBezTo>
                  <a:cubicBezTo>
                    <a:pt x="2347" y="2075"/>
                    <a:pt x="2511" y="1959"/>
                    <a:pt x="2565" y="1782"/>
                  </a:cubicBezTo>
                  <a:cubicBezTo>
                    <a:pt x="2776" y="1084"/>
                    <a:pt x="2573" y="670"/>
                    <a:pt x="2362" y="448"/>
                  </a:cubicBezTo>
                  <a:cubicBezTo>
                    <a:pt x="2206" y="280"/>
                    <a:pt x="2005" y="171"/>
                    <a:pt x="1784" y="102"/>
                  </a:cubicBezTo>
                  <a:cubicBezTo>
                    <a:pt x="1542" y="28"/>
                    <a:pt x="1279" y="1"/>
                    <a:pt x="1032" y="1"/>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84;p38">
              <a:extLst>
                <a:ext uri="{FF2B5EF4-FFF2-40B4-BE49-F238E27FC236}">
                  <a16:creationId xmlns:a16="http://schemas.microsoft.com/office/drawing/2014/main" id="{71626D38-A42C-984F-EBD2-DE98C316C4E0}"/>
                </a:ext>
              </a:extLst>
            </p:cNvPr>
            <p:cNvSpPr/>
            <p:nvPr/>
          </p:nvSpPr>
          <p:spPr>
            <a:xfrm>
              <a:off x="4011775" y="2704125"/>
              <a:ext cx="110825" cy="46250"/>
            </a:xfrm>
            <a:custGeom>
              <a:avLst/>
              <a:gdLst/>
              <a:ahLst/>
              <a:cxnLst/>
              <a:rect l="l" t="t" r="r" b="b"/>
              <a:pathLst>
                <a:path w="4433" h="1850" extrusionOk="0">
                  <a:moveTo>
                    <a:pt x="3974" y="1"/>
                  </a:moveTo>
                  <a:cubicBezTo>
                    <a:pt x="3936" y="1"/>
                    <a:pt x="3897" y="6"/>
                    <a:pt x="3859" y="17"/>
                  </a:cubicBezTo>
                  <a:lnTo>
                    <a:pt x="345" y="1043"/>
                  </a:lnTo>
                  <a:cubicBezTo>
                    <a:pt x="127" y="1106"/>
                    <a:pt x="1" y="1335"/>
                    <a:pt x="65" y="1553"/>
                  </a:cubicBezTo>
                  <a:cubicBezTo>
                    <a:pt x="117" y="1733"/>
                    <a:pt x="281" y="1850"/>
                    <a:pt x="460" y="1850"/>
                  </a:cubicBezTo>
                  <a:cubicBezTo>
                    <a:pt x="498" y="1850"/>
                    <a:pt x="537" y="1844"/>
                    <a:pt x="575" y="1833"/>
                  </a:cubicBezTo>
                  <a:lnTo>
                    <a:pt x="4089" y="808"/>
                  </a:lnTo>
                  <a:cubicBezTo>
                    <a:pt x="4307" y="744"/>
                    <a:pt x="4433" y="515"/>
                    <a:pt x="4369" y="297"/>
                  </a:cubicBezTo>
                  <a:cubicBezTo>
                    <a:pt x="4317" y="118"/>
                    <a:pt x="4152" y="1"/>
                    <a:pt x="397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85;p38">
              <a:extLst>
                <a:ext uri="{FF2B5EF4-FFF2-40B4-BE49-F238E27FC236}">
                  <a16:creationId xmlns:a16="http://schemas.microsoft.com/office/drawing/2014/main" id="{2D0B632E-73E6-4EF2-0762-8CA4804FFAA0}"/>
                </a:ext>
              </a:extLst>
            </p:cNvPr>
            <p:cNvSpPr/>
            <p:nvPr/>
          </p:nvSpPr>
          <p:spPr>
            <a:xfrm>
              <a:off x="3895525" y="2770275"/>
              <a:ext cx="27175" cy="53525"/>
            </a:xfrm>
            <a:custGeom>
              <a:avLst/>
              <a:gdLst/>
              <a:ahLst/>
              <a:cxnLst/>
              <a:rect l="l" t="t" r="r" b="b"/>
              <a:pathLst>
                <a:path w="1087" h="2141" extrusionOk="0">
                  <a:moveTo>
                    <a:pt x="528" y="1"/>
                  </a:moveTo>
                  <a:lnTo>
                    <a:pt x="528" y="1"/>
                  </a:lnTo>
                  <a:cubicBezTo>
                    <a:pt x="395" y="34"/>
                    <a:pt x="255" y="69"/>
                    <a:pt x="114" y="102"/>
                  </a:cubicBezTo>
                  <a:cubicBezTo>
                    <a:pt x="1" y="669"/>
                    <a:pt x="8" y="1468"/>
                    <a:pt x="640" y="2141"/>
                  </a:cubicBezTo>
                  <a:cubicBezTo>
                    <a:pt x="794" y="2105"/>
                    <a:pt x="943" y="2067"/>
                    <a:pt x="1087" y="2030"/>
                  </a:cubicBezTo>
                  <a:cubicBezTo>
                    <a:pt x="314" y="1365"/>
                    <a:pt x="384" y="514"/>
                    <a:pt x="52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86;p38">
              <a:extLst>
                <a:ext uri="{FF2B5EF4-FFF2-40B4-BE49-F238E27FC236}">
                  <a16:creationId xmlns:a16="http://schemas.microsoft.com/office/drawing/2014/main" id="{1EA9E487-65DF-9493-2CC4-001B08A37809}"/>
                </a:ext>
              </a:extLst>
            </p:cNvPr>
            <p:cNvSpPr/>
            <p:nvPr/>
          </p:nvSpPr>
          <p:spPr>
            <a:xfrm>
              <a:off x="3826150" y="2784150"/>
              <a:ext cx="20525" cy="54400"/>
            </a:xfrm>
            <a:custGeom>
              <a:avLst/>
              <a:gdLst/>
              <a:ahLst/>
              <a:cxnLst/>
              <a:rect l="l" t="t" r="r" b="b"/>
              <a:pathLst>
                <a:path w="821" h="2176" extrusionOk="0">
                  <a:moveTo>
                    <a:pt x="682" y="0"/>
                  </a:moveTo>
                  <a:cubicBezTo>
                    <a:pt x="537" y="24"/>
                    <a:pt x="390" y="48"/>
                    <a:pt x="242" y="71"/>
                  </a:cubicBezTo>
                  <a:cubicBezTo>
                    <a:pt x="110" y="456"/>
                    <a:pt x="1" y="998"/>
                    <a:pt x="139" y="1563"/>
                  </a:cubicBezTo>
                  <a:cubicBezTo>
                    <a:pt x="192" y="1781"/>
                    <a:pt x="276" y="1986"/>
                    <a:pt x="395" y="2175"/>
                  </a:cubicBezTo>
                  <a:cubicBezTo>
                    <a:pt x="539" y="2154"/>
                    <a:pt x="681" y="2133"/>
                    <a:pt x="820" y="2110"/>
                  </a:cubicBezTo>
                  <a:cubicBezTo>
                    <a:pt x="240" y="1336"/>
                    <a:pt x="492" y="444"/>
                    <a:pt x="682"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87;p38">
              <a:extLst>
                <a:ext uri="{FF2B5EF4-FFF2-40B4-BE49-F238E27FC236}">
                  <a16:creationId xmlns:a16="http://schemas.microsoft.com/office/drawing/2014/main" id="{5E444D69-BF8E-42EE-F26A-F074286A643E}"/>
                </a:ext>
              </a:extLst>
            </p:cNvPr>
            <p:cNvSpPr/>
            <p:nvPr/>
          </p:nvSpPr>
          <p:spPr>
            <a:xfrm>
              <a:off x="3753975" y="2792475"/>
              <a:ext cx="23575" cy="53975"/>
            </a:xfrm>
            <a:custGeom>
              <a:avLst/>
              <a:gdLst/>
              <a:ahLst/>
              <a:cxnLst/>
              <a:rect l="l" t="t" r="r" b="b"/>
              <a:pathLst>
                <a:path w="943" h="2159" extrusionOk="0">
                  <a:moveTo>
                    <a:pt x="943" y="0"/>
                  </a:moveTo>
                  <a:lnTo>
                    <a:pt x="943" y="0"/>
                  </a:lnTo>
                  <a:cubicBezTo>
                    <a:pt x="796" y="11"/>
                    <a:pt x="645" y="23"/>
                    <a:pt x="493" y="32"/>
                  </a:cubicBezTo>
                  <a:cubicBezTo>
                    <a:pt x="267" y="511"/>
                    <a:pt x="1" y="1292"/>
                    <a:pt x="172" y="2071"/>
                  </a:cubicBezTo>
                  <a:cubicBezTo>
                    <a:pt x="178" y="2101"/>
                    <a:pt x="186" y="2130"/>
                    <a:pt x="193" y="2159"/>
                  </a:cubicBezTo>
                  <a:cubicBezTo>
                    <a:pt x="325" y="2151"/>
                    <a:pt x="457" y="2144"/>
                    <a:pt x="590" y="2134"/>
                  </a:cubicBezTo>
                  <a:cubicBezTo>
                    <a:pt x="575" y="2088"/>
                    <a:pt x="561" y="2038"/>
                    <a:pt x="551" y="1988"/>
                  </a:cubicBezTo>
                  <a:cubicBezTo>
                    <a:pt x="378" y="1203"/>
                    <a:pt x="738" y="382"/>
                    <a:pt x="943"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88;p38">
              <a:extLst>
                <a:ext uri="{FF2B5EF4-FFF2-40B4-BE49-F238E27FC236}">
                  <a16:creationId xmlns:a16="http://schemas.microsoft.com/office/drawing/2014/main" id="{989B7E1F-5254-F701-9FAB-DAC067F9F82E}"/>
                </a:ext>
              </a:extLst>
            </p:cNvPr>
            <p:cNvSpPr/>
            <p:nvPr/>
          </p:nvSpPr>
          <p:spPr>
            <a:xfrm>
              <a:off x="3671875" y="2793425"/>
              <a:ext cx="20900" cy="53250"/>
            </a:xfrm>
            <a:custGeom>
              <a:avLst/>
              <a:gdLst/>
              <a:ahLst/>
              <a:cxnLst/>
              <a:rect l="l" t="t" r="r" b="b"/>
              <a:pathLst>
                <a:path w="836" h="2130" extrusionOk="0">
                  <a:moveTo>
                    <a:pt x="428" y="0"/>
                  </a:moveTo>
                  <a:cubicBezTo>
                    <a:pt x="224" y="498"/>
                    <a:pt x="1" y="1321"/>
                    <a:pt x="308" y="2106"/>
                  </a:cubicBezTo>
                  <a:lnTo>
                    <a:pt x="308" y="2104"/>
                  </a:lnTo>
                  <a:cubicBezTo>
                    <a:pt x="454" y="2115"/>
                    <a:pt x="601" y="2122"/>
                    <a:pt x="746" y="2130"/>
                  </a:cubicBezTo>
                  <a:cubicBezTo>
                    <a:pt x="331" y="1342"/>
                    <a:pt x="629" y="465"/>
                    <a:pt x="835" y="23"/>
                  </a:cubicBezTo>
                  <a:cubicBezTo>
                    <a:pt x="701" y="17"/>
                    <a:pt x="564" y="8"/>
                    <a:pt x="428"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89;p38">
              <a:extLst>
                <a:ext uri="{FF2B5EF4-FFF2-40B4-BE49-F238E27FC236}">
                  <a16:creationId xmlns:a16="http://schemas.microsoft.com/office/drawing/2014/main" id="{FB0E3044-C4DF-941E-C408-E18F8458E846}"/>
                </a:ext>
              </a:extLst>
            </p:cNvPr>
            <p:cNvSpPr/>
            <p:nvPr/>
          </p:nvSpPr>
          <p:spPr>
            <a:xfrm>
              <a:off x="3609375" y="2785650"/>
              <a:ext cx="21900" cy="53750"/>
            </a:xfrm>
            <a:custGeom>
              <a:avLst/>
              <a:gdLst/>
              <a:ahLst/>
              <a:cxnLst/>
              <a:rect l="l" t="t" r="r" b="b"/>
              <a:pathLst>
                <a:path w="876" h="2150" extrusionOk="0">
                  <a:moveTo>
                    <a:pt x="482" y="1"/>
                  </a:moveTo>
                  <a:cubicBezTo>
                    <a:pt x="289" y="461"/>
                    <a:pt x="0" y="1309"/>
                    <a:pt x="103" y="2077"/>
                  </a:cubicBezTo>
                  <a:cubicBezTo>
                    <a:pt x="186" y="2092"/>
                    <a:pt x="270" y="2108"/>
                    <a:pt x="355" y="2123"/>
                  </a:cubicBezTo>
                  <a:cubicBezTo>
                    <a:pt x="406" y="2132"/>
                    <a:pt x="458" y="2141"/>
                    <a:pt x="509" y="2150"/>
                  </a:cubicBezTo>
                  <a:cubicBezTo>
                    <a:pt x="353" y="1409"/>
                    <a:pt x="691" y="491"/>
                    <a:pt x="876" y="70"/>
                  </a:cubicBezTo>
                  <a:cubicBezTo>
                    <a:pt x="745" y="49"/>
                    <a:pt x="614" y="25"/>
                    <a:pt x="482"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90;p38">
              <a:extLst>
                <a:ext uri="{FF2B5EF4-FFF2-40B4-BE49-F238E27FC236}">
                  <a16:creationId xmlns:a16="http://schemas.microsoft.com/office/drawing/2014/main" id="{783C9844-D293-8BBC-A19C-38AEC449A6AA}"/>
                </a:ext>
              </a:extLst>
            </p:cNvPr>
            <p:cNvSpPr/>
            <p:nvPr/>
          </p:nvSpPr>
          <p:spPr>
            <a:xfrm>
              <a:off x="3553050" y="2772750"/>
              <a:ext cx="27150" cy="53075"/>
            </a:xfrm>
            <a:custGeom>
              <a:avLst/>
              <a:gdLst/>
              <a:ahLst/>
              <a:cxnLst/>
              <a:rect l="l" t="t" r="r" b="b"/>
              <a:pathLst>
                <a:path w="1086" h="2123" extrusionOk="0">
                  <a:moveTo>
                    <a:pt x="691" y="0"/>
                  </a:moveTo>
                  <a:cubicBezTo>
                    <a:pt x="390" y="409"/>
                    <a:pt x="1" y="1112"/>
                    <a:pt x="19" y="2000"/>
                  </a:cubicBezTo>
                  <a:cubicBezTo>
                    <a:pt x="149" y="2042"/>
                    <a:pt x="281" y="2083"/>
                    <a:pt x="413" y="2122"/>
                  </a:cubicBezTo>
                  <a:cubicBezTo>
                    <a:pt x="345" y="1185"/>
                    <a:pt x="803" y="467"/>
                    <a:pt x="1085" y="121"/>
                  </a:cubicBezTo>
                  <a:cubicBezTo>
                    <a:pt x="953" y="83"/>
                    <a:pt x="823" y="42"/>
                    <a:pt x="691"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91;p38">
              <a:extLst>
                <a:ext uri="{FF2B5EF4-FFF2-40B4-BE49-F238E27FC236}">
                  <a16:creationId xmlns:a16="http://schemas.microsoft.com/office/drawing/2014/main" id="{CD6B081F-47EF-B7BB-0824-CC6D32E1B02B}"/>
                </a:ext>
              </a:extLst>
            </p:cNvPr>
            <p:cNvSpPr/>
            <p:nvPr/>
          </p:nvSpPr>
          <p:spPr>
            <a:xfrm>
              <a:off x="3554300" y="2790225"/>
              <a:ext cx="406950" cy="57225"/>
            </a:xfrm>
            <a:custGeom>
              <a:avLst/>
              <a:gdLst/>
              <a:ahLst/>
              <a:cxnLst/>
              <a:rect l="l" t="t" r="r" b="b"/>
              <a:pathLst>
                <a:path w="16278" h="2289" extrusionOk="0">
                  <a:moveTo>
                    <a:pt x="15860" y="1"/>
                  </a:moveTo>
                  <a:cubicBezTo>
                    <a:pt x="14344" y="483"/>
                    <a:pt x="10614" y="1430"/>
                    <a:pt x="6631" y="1430"/>
                  </a:cubicBezTo>
                  <a:cubicBezTo>
                    <a:pt x="4384" y="1430"/>
                    <a:pt x="2056" y="1129"/>
                    <a:pt x="1" y="272"/>
                  </a:cubicBezTo>
                  <a:lnTo>
                    <a:pt x="1" y="272"/>
                  </a:lnTo>
                  <a:lnTo>
                    <a:pt x="199" y="1373"/>
                  </a:lnTo>
                  <a:cubicBezTo>
                    <a:pt x="254" y="1390"/>
                    <a:pt x="308" y="1407"/>
                    <a:pt x="363" y="1423"/>
                  </a:cubicBezTo>
                  <a:cubicBezTo>
                    <a:pt x="990" y="1611"/>
                    <a:pt x="1638" y="1767"/>
                    <a:pt x="2306" y="1894"/>
                  </a:cubicBezTo>
                  <a:cubicBezTo>
                    <a:pt x="2389" y="1909"/>
                    <a:pt x="2473" y="1925"/>
                    <a:pt x="2558" y="1940"/>
                  </a:cubicBezTo>
                  <a:cubicBezTo>
                    <a:pt x="2609" y="1949"/>
                    <a:pt x="2661" y="1958"/>
                    <a:pt x="2712" y="1967"/>
                  </a:cubicBezTo>
                  <a:cubicBezTo>
                    <a:pt x="3454" y="2093"/>
                    <a:pt x="4222" y="2181"/>
                    <a:pt x="5011" y="2232"/>
                  </a:cubicBezTo>
                  <a:cubicBezTo>
                    <a:pt x="5157" y="2243"/>
                    <a:pt x="5302" y="2250"/>
                    <a:pt x="5449" y="2258"/>
                  </a:cubicBezTo>
                  <a:cubicBezTo>
                    <a:pt x="5861" y="2277"/>
                    <a:pt x="6281" y="2288"/>
                    <a:pt x="6705" y="2288"/>
                  </a:cubicBezTo>
                  <a:cubicBezTo>
                    <a:pt x="7189" y="2288"/>
                    <a:pt x="7682" y="2274"/>
                    <a:pt x="8180" y="2249"/>
                  </a:cubicBezTo>
                  <a:cubicBezTo>
                    <a:pt x="8312" y="2241"/>
                    <a:pt x="8444" y="2234"/>
                    <a:pt x="8577" y="2224"/>
                  </a:cubicBezTo>
                  <a:cubicBezTo>
                    <a:pt x="8948" y="2200"/>
                    <a:pt x="9322" y="2170"/>
                    <a:pt x="9699" y="2131"/>
                  </a:cubicBezTo>
                  <a:cubicBezTo>
                    <a:pt x="10242" y="2076"/>
                    <a:pt x="10766" y="2009"/>
                    <a:pt x="11269" y="1934"/>
                  </a:cubicBezTo>
                  <a:cubicBezTo>
                    <a:pt x="11413" y="1911"/>
                    <a:pt x="11553" y="1890"/>
                    <a:pt x="11694" y="1867"/>
                  </a:cubicBezTo>
                  <a:cubicBezTo>
                    <a:pt x="12655" y="1709"/>
                    <a:pt x="13529" y="1526"/>
                    <a:pt x="14289" y="1343"/>
                  </a:cubicBezTo>
                  <a:cubicBezTo>
                    <a:pt x="14442" y="1307"/>
                    <a:pt x="14592" y="1269"/>
                    <a:pt x="14734" y="1232"/>
                  </a:cubicBezTo>
                  <a:cubicBezTo>
                    <a:pt x="15343" y="1078"/>
                    <a:pt x="15864" y="928"/>
                    <a:pt x="16278" y="801"/>
                  </a:cubicBezTo>
                  <a:cubicBezTo>
                    <a:pt x="16278" y="799"/>
                    <a:pt x="16276" y="799"/>
                    <a:pt x="16275" y="796"/>
                  </a:cubicBezTo>
                  <a:cubicBezTo>
                    <a:pt x="16247" y="766"/>
                    <a:pt x="16220" y="731"/>
                    <a:pt x="16194" y="695"/>
                  </a:cubicBezTo>
                  <a:cubicBezTo>
                    <a:pt x="16063" y="514"/>
                    <a:pt x="15946" y="277"/>
                    <a:pt x="15860"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92;p38">
              <a:extLst>
                <a:ext uri="{FF2B5EF4-FFF2-40B4-BE49-F238E27FC236}">
                  <a16:creationId xmlns:a16="http://schemas.microsoft.com/office/drawing/2014/main" id="{E30AEA9D-F83C-6CB8-1123-4E4A17511801}"/>
                </a:ext>
              </a:extLst>
            </p:cNvPr>
            <p:cNvSpPr/>
            <p:nvPr/>
          </p:nvSpPr>
          <p:spPr>
            <a:xfrm>
              <a:off x="3093575" y="3322800"/>
              <a:ext cx="316700" cy="30525"/>
            </a:xfrm>
            <a:custGeom>
              <a:avLst/>
              <a:gdLst/>
              <a:ahLst/>
              <a:cxnLst/>
              <a:rect l="l" t="t" r="r" b="b"/>
              <a:pathLst>
                <a:path w="12668" h="1221" extrusionOk="0">
                  <a:moveTo>
                    <a:pt x="18" y="1"/>
                  </a:moveTo>
                  <a:cubicBezTo>
                    <a:pt x="6" y="163"/>
                    <a:pt x="0" y="325"/>
                    <a:pt x="0" y="488"/>
                  </a:cubicBezTo>
                  <a:cubicBezTo>
                    <a:pt x="0" y="893"/>
                    <a:pt x="2836" y="1220"/>
                    <a:pt x="6335" y="1220"/>
                  </a:cubicBezTo>
                  <a:cubicBezTo>
                    <a:pt x="9832" y="1220"/>
                    <a:pt x="12668" y="893"/>
                    <a:pt x="12668" y="488"/>
                  </a:cubicBezTo>
                  <a:cubicBezTo>
                    <a:pt x="12668" y="325"/>
                    <a:pt x="12663" y="163"/>
                    <a:pt x="12651" y="1"/>
                  </a:cubicBezTo>
                  <a:cubicBezTo>
                    <a:pt x="12415" y="379"/>
                    <a:pt x="9678" y="678"/>
                    <a:pt x="6335" y="678"/>
                  </a:cubicBezTo>
                  <a:cubicBezTo>
                    <a:pt x="2992" y="678"/>
                    <a:pt x="255" y="379"/>
                    <a:pt x="18"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93;p38">
              <a:extLst>
                <a:ext uri="{FF2B5EF4-FFF2-40B4-BE49-F238E27FC236}">
                  <a16:creationId xmlns:a16="http://schemas.microsoft.com/office/drawing/2014/main" id="{4C701558-40C8-C948-C586-B24C6629BB15}"/>
                </a:ext>
              </a:extLst>
            </p:cNvPr>
            <p:cNvSpPr/>
            <p:nvPr/>
          </p:nvSpPr>
          <p:spPr>
            <a:xfrm>
              <a:off x="3094025" y="3176400"/>
              <a:ext cx="315850" cy="163350"/>
            </a:xfrm>
            <a:custGeom>
              <a:avLst/>
              <a:gdLst/>
              <a:ahLst/>
              <a:cxnLst/>
              <a:rect l="l" t="t" r="r" b="b"/>
              <a:pathLst>
                <a:path w="12634" h="6534" extrusionOk="0">
                  <a:moveTo>
                    <a:pt x="2347" y="1"/>
                  </a:moveTo>
                  <a:cubicBezTo>
                    <a:pt x="2347" y="1"/>
                    <a:pt x="1624" y="928"/>
                    <a:pt x="977" y="2318"/>
                  </a:cubicBezTo>
                  <a:cubicBezTo>
                    <a:pt x="938" y="2403"/>
                    <a:pt x="899" y="2493"/>
                    <a:pt x="859" y="2582"/>
                  </a:cubicBezTo>
                  <a:cubicBezTo>
                    <a:pt x="443" y="3530"/>
                    <a:pt x="81" y="4666"/>
                    <a:pt x="0" y="5857"/>
                  </a:cubicBezTo>
                  <a:cubicBezTo>
                    <a:pt x="237" y="6235"/>
                    <a:pt x="2974" y="6534"/>
                    <a:pt x="6317" y="6534"/>
                  </a:cubicBezTo>
                  <a:cubicBezTo>
                    <a:pt x="9658" y="6534"/>
                    <a:pt x="12397" y="6235"/>
                    <a:pt x="12633" y="5857"/>
                  </a:cubicBezTo>
                  <a:cubicBezTo>
                    <a:pt x="12606" y="5469"/>
                    <a:pt x="12550" y="5087"/>
                    <a:pt x="12473" y="4716"/>
                  </a:cubicBezTo>
                  <a:cubicBezTo>
                    <a:pt x="12453" y="4622"/>
                    <a:pt x="12432" y="4530"/>
                    <a:pt x="12409" y="4436"/>
                  </a:cubicBezTo>
                  <a:cubicBezTo>
                    <a:pt x="11809" y="1953"/>
                    <a:pt x="10285" y="1"/>
                    <a:pt x="10285" y="1"/>
                  </a:cubicBezTo>
                  <a:close/>
                </a:path>
              </a:pathLst>
            </a:custGeom>
            <a:solidFill>
              <a:srgbClr val="ADBA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94;p38">
              <a:extLst>
                <a:ext uri="{FF2B5EF4-FFF2-40B4-BE49-F238E27FC236}">
                  <a16:creationId xmlns:a16="http://schemas.microsoft.com/office/drawing/2014/main" id="{7E7B4ACD-ECD9-D4CF-5EF0-EC69A526315D}"/>
                </a:ext>
              </a:extLst>
            </p:cNvPr>
            <p:cNvSpPr/>
            <p:nvPr/>
          </p:nvSpPr>
          <p:spPr>
            <a:xfrm>
              <a:off x="2912550" y="2568325"/>
              <a:ext cx="686500" cy="674825"/>
            </a:xfrm>
            <a:custGeom>
              <a:avLst/>
              <a:gdLst/>
              <a:ahLst/>
              <a:cxnLst/>
              <a:rect l="l" t="t" r="r" b="b"/>
              <a:pathLst>
                <a:path w="27460" h="26993" extrusionOk="0">
                  <a:moveTo>
                    <a:pt x="24020" y="1"/>
                  </a:moveTo>
                  <a:lnTo>
                    <a:pt x="1" y="4336"/>
                  </a:lnTo>
                  <a:lnTo>
                    <a:pt x="2299" y="17067"/>
                  </a:lnTo>
                  <a:cubicBezTo>
                    <a:pt x="3151" y="21781"/>
                    <a:pt x="6632" y="25358"/>
                    <a:pt x="10963" y="26557"/>
                  </a:cubicBezTo>
                  <a:cubicBezTo>
                    <a:pt x="11057" y="26582"/>
                    <a:pt x="11149" y="26608"/>
                    <a:pt x="11243" y="26631"/>
                  </a:cubicBezTo>
                  <a:cubicBezTo>
                    <a:pt x="12186" y="26868"/>
                    <a:pt x="13168" y="26993"/>
                    <a:pt x="14169" y="26993"/>
                  </a:cubicBezTo>
                  <a:cubicBezTo>
                    <a:pt x="14856" y="26993"/>
                    <a:pt x="15553" y="26934"/>
                    <a:pt x="16252" y="26813"/>
                  </a:cubicBezTo>
                  <a:cubicBezTo>
                    <a:pt x="16319" y="26800"/>
                    <a:pt x="16386" y="26788"/>
                    <a:pt x="16452" y="26776"/>
                  </a:cubicBezTo>
                  <a:cubicBezTo>
                    <a:pt x="16519" y="26764"/>
                    <a:pt x="16585" y="26752"/>
                    <a:pt x="16651" y="26740"/>
                  </a:cubicBezTo>
                  <a:cubicBezTo>
                    <a:pt x="16855" y="26702"/>
                    <a:pt x="17057" y="26660"/>
                    <a:pt x="17258" y="26611"/>
                  </a:cubicBezTo>
                  <a:cubicBezTo>
                    <a:pt x="23441" y="25128"/>
                    <a:pt x="27460" y="19060"/>
                    <a:pt x="26316" y="12732"/>
                  </a:cubicBezTo>
                  <a:lnTo>
                    <a:pt x="24754" y="4072"/>
                  </a:lnTo>
                  <a:lnTo>
                    <a:pt x="24020" y="1"/>
                  </a:ln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95;p38">
              <a:extLst>
                <a:ext uri="{FF2B5EF4-FFF2-40B4-BE49-F238E27FC236}">
                  <a16:creationId xmlns:a16="http://schemas.microsoft.com/office/drawing/2014/main" id="{A46A271F-E1C1-592E-E9CC-844ED2838A34}"/>
                </a:ext>
              </a:extLst>
            </p:cNvPr>
            <p:cNvSpPr/>
            <p:nvPr/>
          </p:nvSpPr>
          <p:spPr>
            <a:xfrm>
              <a:off x="2907375" y="2547350"/>
              <a:ext cx="610875" cy="150325"/>
            </a:xfrm>
            <a:custGeom>
              <a:avLst/>
              <a:gdLst/>
              <a:ahLst/>
              <a:cxnLst/>
              <a:rect l="l" t="t" r="r" b="b"/>
              <a:pathLst>
                <a:path w="24435" h="6013" extrusionOk="0">
                  <a:moveTo>
                    <a:pt x="20616" y="1"/>
                  </a:moveTo>
                  <a:cubicBezTo>
                    <a:pt x="18360" y="1"/>
                    <a:pt x="15244" y="310"/>
                    <a:pt x="11841" y="925"/>
                  </a:cubicBezTo>
                  <a:cubicBezTo>
                    <a:pt x="5209" y="2121"/>
                    <a:pt x="0" y="4024"/>
                    <a:pt x="208" y="5175"/>
                  </a:cubicBezTo>
                  <a:cubicBezTo>
                    <a:pt x="309" y="5734"/>
                    <a:pt x="1674" y="6012"/>
                    <a:pt x="3813" y="6012"/>
                  </a:cubicBezTo>
                  <a:cubicBezTo>
                    <a:pt x="6070" y="6012"/>
                    <a:pt x="9188" y="5703"/>
                    <a:pt x="12594" y="5088"/>
                  </a:cubicBezTo>
                  <a:cubicBezTo>
                    <a:pt x="19225" y="3892"/>
                    <a:pt x="24434" y="1989"/>
                    <a:pt x="24225" y="840"/>
                  </a:cubicBezTo>
                  <a:cubicBezTo>
                    <a:pt x="24124" y="279"/>
                    <a:pt x="22758" y="1"/>
                    <a:pt x="20616" y="1"/>
                  </a:cubicBezTo>
                  <a:close/>
                </a:path>
              </a:pathLst>
            </a:custGeom>
            <a:solidFill>
              <a:srgbClr val="F2F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96;p38">
              <a:extLst>
                <a:ext uri="{FF2B5EF4-FFF2-40B4-BE49-F238E27FC236}">
                  <a16:creationId xmlns:a16="http://schemas.microsoft.com/office/drawing/2014/main" id="{632D0B01-9AA4-A2F7-08D1-69AFF5DD2349}"/>
                </a:ext>
              </a:extLst>
            </p:cNvPr>
            <p:cNvSpPr/>
            <p:nvPr/>
          </p:nvSpPr>
          <p:spPr>
            <a:xfrm>
              <a:off x="2920850" y="2556325"/>
              <a:ext cx="583900" cy="132375"/>
            </a:xfrm>
            <a:custGeom>
              <a:avLst/>
              <a:gdLst/>
              <a:ahLst/>
              <a:cxnLst/>
              <a:rect l="l" t="t" r="r" b="b"/>
              <a:pathLst>
                <a:path w="23356" h="5295" extrusionOk="0">
                  <a:moveTo>
                    <a:pt x="20078" y="1"/>
                  </a:moveTo>
                  <a:cubicBezTo>
                    <a:pt x="17738" y="1"/>
                    <a:pt x="14645" y="326"/>
                    <a:pt x="11367" y="918"/>
                  </a:cubicBezTo>
                  <a:cubicBezTo>
                    <a:pt x="8179" y="1494"/>
                    <a:pt x="5223" y="2250"/>
                    <a:pt x="3044" y="3045"/>
                  </a:cubicBezTo>
                  <a:cubicBezTo>
                    <a:pt x="450" y="3992"/>
                    <a:pt x="1" y="4633"/>
                    <a:pt x="23" y="4752"/>
                  </a:cubicBezTo>
                  <a:cubicBezTo>
                    <a:pt x="43" y="4866"/>
                    <a:pt x="656" y="5294"/>
                    <a:pt x="3275" y="5294"/>
                  </a:cubicBezTo>
                  <a:cubicBezTo>
                    <a:pt x="5616" y="5294"/>
                    <a:pt x="8710" y="4969"/>
                    <a:pt x="11991" y="4377"/>
                  </a:cubicBezTo>
                  <a:cubicBezTo>
                    <a:pt x="15178" y="3801"/>
                    <a:pt x="18133" y="3047"/>
                    <a:pt x="20313" y="2250"/>
                  </a:cubicBezTo>
                  <a:cubicBezTo>
                    <a:pt x="22906" y="1303"/>
                    <a:pt x="23356" y="664"/>
                    <a:pt x="23333" y="544"/>
                  </a:cubicBezTo>
                  <a:cubicBezTo>
                    <a:pt x="23314" y="429"/>
                    <a:pt x="22700" y="1"/>
                    <a:pt x="2007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97;p38">
              <a:extLst>
                <a:ext uri="{FF2B5EF4-FFF2-40B4-BE49-F238E27FC236}">
                  <a16:creationId xmlns:a16="http://schemas.microsoft.com/office/drawing/2014/main" id="{71980353-55F6-8382-96D3-BB1AE3ADBF79}"/>
                </a:ext>
              </a:extLst>
            </p:cNvPr>
            <p:cNvSpPr/>
            <p:nvPr/>
          </p:nvSpPr>
          <p:spPr>
            <a:xfrm>
              <a:off x="2899425" y="2499525"/>
              <a:ext cx="609375" cy="146075"/>
            </a:xfrm>
            <a:custGeom>
              <a:avLst/>
              <a:gdLst/>
              <a:ahLst/>
              <a:cxnLst/>
              <a:rect l="l" t="t" r="r" b="b"/>
              <a:pathLst>
                <a:path w="24375" h="5843" extrusionOk="0">
                  <a:moveTo>
                    <a:pt x="24046" y="0"/>
                  </a:moveTo>
                  <a:cubicBezTo>
                    <a:pt x="22959" y="1167"/>
                    <a:pt x="18231" y="2741"/>
                    <a:pt x="12438" y="3787"/>
                  </a:cubicBezTo>
                  <a:cubicBezTo>
                    <a:pt x="8972" y="4413"/>
                    <a:pt x="5797" y="4728"/>
                    <a:pt x="3500" y="4728"/>
                  </a:cubicBezTo>
                  <a:cubicBezTo>
                    <a:pt x="1702" y="4728"/>
                    <a:pt x="442" y="4535"/>
                    <a:pt x="0" y="4146"/>
                  </a:cubicBezTo>
                  <a:lnTo>
                    <a:pt x="0" y="4146"/>
                  </a:lnTo>
                  <a:cubicBezTo>
                    <a:pt x="15" y="4254"/>
                    <a:pt x="34" y="4361"/>
                    <a:pt x="53" y="4469"/>
                  </a:cubicBezTo>
                  <a:lnTo>
                    <a:pt x="150" y="5005"/>
                  </a:lnTo>
                  <a:cubicBezTo>
                    <a:pt x="251" y="5565"/>
                    <a:pt x="1617" y="5843"/>
                    <a:pt x="3757" y="5843"/>
                  </a:cubicBezTo>
                  <a:cubicBezTo>
                    <a:pt x="6013" y="5843"/>
                    <a:pt x="9130" y="5534"/>
                    <a:pt x="12535" y="4919"/>
                  </a:cubicBezTo>
                  <a:cubicBezTo>
                    <a:pt x="19167" y="3722"/>
                    <a:pt x="24375" y="1820"/>
                    <a:pt x="24167" y="670"/>
                  </a:cubicBezTo>
                  <a:lnTo>
                    <a:pt x="24071" y="134"/>
                  </a:lnTo>
                  <a:cubicBezTo>
                    <a:pt x="24063" y="88"/>
                    <a:pt x="24054" y="44"/>
                    <a:pt x="24046" y="0"/>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98;p38">
              <a:extLst>
                <a:ext uri="{FF2B5EF4-FFF2-40B4-BE49-F238E27FC236}">
                  <a16:creationId xmlns:a16="http://schemas.microsoft.com/office/drawing/2014/main" id="{FA858AEC-756B-EBB9-99D3-B81C5D0FCA8C}"/>
                </a:ext>
              </a:extLst>
            </p:cNvPr>
            <p:cNvSpPr/>
            <p:nvPr/>
          </p:nvSpPr>
          <p:spPr>
            <a:xfrm>
              <a:off x="2887125" y="2251925"/>
              <a:ext cx="613475" cy="365800"/>
            </a:xfrm>
            <a:custGeom>
              <a:avLst/>
              <a:gdLst/>
              <a:ahLst/>
              <a:cxnLst/>
              <a:rect l="l" t="t" r="r" b="b"/>
              <a:pathLst>
                <a:path w="24539" h="14632" extrusionOk="0">
                  <a:moveTo>
                    <a:pt x="12570" y="0"/>
                  </a:moveTo>
                  <a:cubicBezTo>
                    <a:pt x="11850" y="0"/>
                    <a:pt x="11120" y="64"/>
                    <a:pt x="10386" y="197"/>
                  </a:cubicBezTo>
                  <a:cubicBezTo>
                    <a:pt x="7071" y="793"/>
                    <a:pt x="4311" y="2681"/>
                    <a:pt x="2530" y="5245"/>
                  </a:cubicBezTo>
                  <a:cubicBezTo>
                    <a:pt x="807" y="7728"/>
                    <a:pt x="0" y="10847"/>
                    <a:pt x="492" y="14050"/>
                  </a:cubicBezTo>
                  <a:cubicBezTo>
                    <a:pt x="934" y="14439"/>
                    <a:pt x="2194" y="14632"/>
                    <a:pt x="3992" y="14632"/>
                  </a:cubicBezTo>
                  <a:cubicBezTo>
                    <a:pt x="6289" y="14632"/>
                    <a:pt x="9464" y="14317"/>
                    <a:pt x="12930" y="13691"/>
                  </a:cubicBezTo>
                  <a:cubicBezTo>
                    <a:pt x="18723" y="12645"/>
                    <a:pt x="23451" y="11071"/>
                    <a:pt x="24538" y="9906"/>
                  </a:cubicBezTo>
                  <a:cubicBezTo>
                    <a:pt x="23421" y="4076"/>
                    <a:pt x="18316" y="0"/>
                    <a:pt x="12570"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99;p38">
              <a:extLst>
                <a:ext uri="{FF2B5EF4-FFF2-40B4-BE49-F238E27FC236}">
                  <a16:creationId xmlns:a16="http://schemas.microsoft.com/office/drawing/2014/main" id="{011B038A-6438-4240-E78C-EEB04153BD3F}"/>
                </a:ext>
              </a:extLst>
            </p:cNvPr>
            <p:cNvSpPr/>
            <p:nvPr/>
          </p:nvSpPr>
          <p:spPr>
            <a:xfrm>
              <a:off x="3314875" y="2660500"/>
              <a:ext cx="279600" cy="551750"/>
            </a:xfrm>
            <a:custGeom>
              <a:avLst/>
              <a:gdLst/>
              <a:ahLst/>
              <a:cxnLst/>
              <a:rect l="l" t="t" r="r" b="b"/>
              <a:pathLst>
                <a:path w="11184" h="22070" extrusionOk="0">
                  <a:moveTo>
                    <a:pt x="6466" y="0"/>
                  </a:moveTo>
                  <a:cubicBezTo>
                    <a:pt x="6386" y="0"/>
                    <a:pt x="6306" y="2"/>
                    <a:pt x="6224" y="7"/>
                  </a:cubicBezTo>
                  <a:cubicBezTo>
                    <a:pt x="2746" y="150"/>
                    <a:pt x="0" y="3401"/>
                    <a:pt x="711" y="7027"/>
                  </a:cubicBezTo>
                  <a:cubicBezTo>
                    <a:pt x="1404" y="10567"/>
                    <a:pt x="2072" y="15602"/>
                    <a:pt x="1510" y="20134"/>
                  </a:cubicBezTo>
                  <a:cubicBezTo>
                    <a:pt x="1509" y="20143"/>
                    <a:pt x="1507" y="20154"/>
                    <a:pt x="1506" y="20164"/>
                  </a:cubicBezTo>
                  <a:cubicBezTo>
                    <a:pt x="1386" y="21135"/>
                    <a:pt x="2086" y="21921"/>
                    <a:pt x="2937" y="22052"/>
                  </a:cubicBezTo>
                  <a:cubicBezTo>
                    <a:pt x="3017" y="22064"/>
                    <a:pt x="3099" y="22070"/>
                    <a:pt x="3181" y="22070"/>
                  </a:cubicBezTo>
                  <a:cubicBezTo>
                    <a:pt x="3440" y="22070"/>
                    <a:pt x="3705" y="22009"/>
                    <a:pt x="3961" y="21874"/>
                  </a:cubicBezTo>
                  <a:cubicBezTo>
                    <a:pt x="8505" y="19487"/>
                    <a:pt x="11183" y="14358"/>
                    <a:pt x="10224" y="9045"/>
                  </a:cubicBezTo>
                  <a:lnTo>
                    <a:pt x="9087" y="2747"/>
                  </a:lnTo>
                  <a:lnTo>
                    <a:pt x="9020" y="2371"/>
                  </a:lnTo>
                  <a:lnTo>
                    <a:pt x="8834" y="1339"/>
                  </a:lnTo>
                  <a:cubicBezTo>
                    <a:pt x="8722" y="723"/>
                    <a:pt x="8246" y="240"/>
                    <a:pt x="7634" y="117"/>
                  </a:cubicBezTo>
                  <a:cubicBezTo>
                    <a:pt x="7239" y="38"/>
                    <a:pt x="6850" y="0"/>
                    <a:pt x="6466"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00;p38">
              <a:extLst>
                <a:ext uri="{FF2B5EF4-FFF2-40B4-BE49-F238E27FC236}">
                  <a16:creationId xmlns:a16="http://schemas.microsoft.com/office/drawing/2014/main" id="{D1D6CC52-6E7F-4A68-AF25-1B29DAAF6708}"/>
                </a:ext>
              </a:extLst>
            </p:cNvPr>
            <p:cNvSpPr/>
            <p:nvPr/>
          </p:nvSpPr>
          <p:spPr>
            <a:xfrm>
              <a:off x="3302175" y="2660500"/>
              <a:ext cx="168350" cy="551775"/>
            </a:xfrm>
            <a:custGeom>
              <a:avLst/>
              <a:gdLst/>
              <a:ahLst/>
              <a:cxnLst/>
              <a:rect l="l" t="t" r="r" b="b"/>
              <a:pathLst>
                <a:path w="6734" h="22071" extrusionOk="0">
                  <a:moveTo>
                    <a:pt x="6484" y="0"/>
                  </a:moveTo>
                  <a:cubicBezTo>
                    <a:pt x="2892" y="0"/>
                    <a:pt x="1" y="3316"/>
                    <a:pt x="728" y="7027"/>
                  </a:cubicBezTo>
                  <a:cubicBezTo>
                    <a:pt x="1420" y="10567"/>
                    <a:pt x="2090" y="15600"/>
                    <a:pt x="1528" y="20132"/>
                  </a:cubicBezTo>
                  <a:cubicBezTo>
                    <a:pt x="1526" y="20143"/>
                    <a:pt x="1525" y="20155"/>
                    <a:pt x="1523" y="20164"/>
                  </a:cubicBezTo>
                  <a:cubicBezTo>
                    <a:pt x="1390" y="21229"/>
                    <a:pt x="2244" y="22070"/>
                    <a:pt x="3201" y="22070"/>
                  </a:cubicBezTo>
                  <a:cubicBezTo>
                    <a:pt x="3282" y="22070"/>
                    <a:pt x="3363" y="22064"/>
                    <a:pt x="3445" y="22052"/>
                  </a:cubicBezTo>
                  <a:cubicBezTo>
                    <a:pt x="2594" y="21921"/>
                    <a:pt x="1894" y="21135"/>
                    <a:pt x="2014" y="20164"/>
                  </a:cubicBezTo>
                  <a:cubicBezTo>
                    <a:pt x="2015" y="20155"/>
                    <a:pt x="2017" y="20143"/>
                    <a:pt x="2018" y="20132"/>
                  </a:cubicBezTo>
                  <a:cubicBezTo>
                    <a:pt x="2580" y="15602"/>
                    <a:pt x="1912" y="10567"/>
                    <a:pt x="1219" y="7027"/>
                  </a:cubicBezTo>
                  <a:cubicBezTo>
                    <a:pt x="510" y="3399"/>
                    <a:pt x="3254" y="150"/>
                    <a:pt x="6734" y="7"/>
                  </a:cubicBezTo>
                  <a:cubicBezTo>
                    <a:pt x="6649" y="2"/>
                    <a:pt x="6566" y="0"/>
                    <a:pt x="648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801;p38">
              <a:extLst>
                <a:ext uri="{FF2B5EF4-FFF2-40B4-BE49-F238E27FC236}">
                  <a16:creationId xmlns:a16="http://schemas.microsoft.com/office/drawing/2014/main" id="{C0E29AAC-441F-ECFA-C074-7FB30073142B}"/>
                </a:ext>
              </a:extLst>
            </p:cNvPr>
            <p:cNvSpPr/>
            <p:nvPr/>
          </p:nvSpPr>
          <p:spPr>
            <a:xfrm>
              <a:off x="3058325" y="2355125"/>
              <a:ext cx="367225" cy="231400"/>
            </a:xfrm>
            <a:custGeom>
              <a:avLst/>
              <a:gdLst/>
              <a:ahLst/>
              <a:cxnLst/>
              <a:rect l="l" t="t" r="r" b="b"/>
              <a:pathLst>
                <a:path w="14689" h="9256" extrusionOk="0">
                  <a:moveTo>
                    <a:pt x="11866" y="0"/>
                  </a:moveTo>
                  <a:cubicBezTo>
                    <a:pt x="11696" y="0"/>
                    <a:pt x="11524" y="24"/>
                    <a:pt x="11353" y="75"/>
                  </a:cubicBezTo>
                  <a:lnTo>
                    <a:pt x="1503" y="2994"/>
                  </a:lnTo>
                  <a:cubicBezTo>
                    <a:pt x="545" y="3277"/>
                    <a:pt x="0" y="4283"/>
                    <a:pt x="283" y="5240"/>
                  </a:cubicBezTo>
                  <a:lnTo>
                    <a:pt x="1091" y="7962"/>
                  </a:lnTo>
                  <a:cubicBezTo>
                    <a:pt x="1323" y="8746"/>
                    <a:pt x="2042" y="9255"/>
                    <a:pt x="2821" y="9255"/>
                  </a:cubicBezTo>
                  <a:cubicBezTo>
                    <a:pt x="2991" y="9255"/>
                    <a:pt x="3164" y="9231"/>
                    <a:pt x="3335" y="9180"/>
                  </a:cubicBezTo>
                  <a:lnTo>
                    <a:pt x="3335" y="9182"/>
                  </a:lnTo>
                  <a:lnTo>
                    <a:pt x="13186" y="6263"/>
                  </a:lnTo>
                  <a:cubicBezTo>
                    <a:pt x="14143" y="5979"/>
                    <a:pt x="14688" y="4974"/>
                    <a:pt x="14405" y="4016"/>
                  </a:cubicBezTo>
                  <a:lnTo>
                    <a:pt x="13598" y="1294"/>
                  </a:lnTo>
                  <a:cubicBezTo>
                    <a:pt x="13365" y="509"/>
                    <a:pt x="12646" y="0"/>
                    <a:pt x="11866"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802;p38">
              <a:extLst>
                <a:ext uri="{FF2B5EF4-FFF2-40B4-BE49-F238E27FC236}">
                  <a16:creationId xmlns:a16="http://schemas.microsoft.com/office/drawing/2014/main" id="{677EF8DC-A39A-4DA1-7B76-201AE8C66CAE}"/>
                </a:ext>
              </a:extLst>
            </p:cNvPr>
            <p:cNvSpPr/>
            <p:nvPr/>
          </p:nvSpPr>
          <p:spPr>
            <a:xfrm>
              <a:off x="3113000" y="2338925"/>
              <a:ext cx="367225" cy="231425"/>
            </a:xfrm>
            <a:custGeom>
              <a:avLst/>
              <a:gdLst/>
              <a:ahLst/>
              <a:cxnLst/>
              <a:rect l="l" t="t" r="r" b="b"/>
              <a:pathLst>
                <a:path w="14689" h="9257" extrusionOk="0">
                  <a:moveTo>
                    <a:pt x="11868" y="1"/>
                  </a:moveTo>
                  <a:cubicBezTo>
                    <a:pt x="11698" y="1"/>
                    <a:pt x="11524" y="25"/>
                    <a:pt x="11353" y="76"/>
                  </a:cubicBezTo>
                  <a:lnTo>
                    <a:pt x="1503" y="2994"/>
                  </a:lnTo>
                  <a:cubicBezTo>
                    <a:pt x="546" y="3277"/>
                    <a:pt x="0" y="4283"/>
                    <a:pt x="284" y="5240"/>
                  </a:cubicBezTo>
                  <a:lnTo>
                    <a:pt x="1091" y="7962"/>
                  </a:lnTo>
                  <a:cubicBezTo>
                    <a:pt x="1323" y="8748"/>
                    <a:pt x="2042" y="9256"/>
                    <a:pt x="2822" y="9256"/>
                  </a:cubicBezTo>
                  <a:cubicBezTo>
                    <a:pt x="2991" y="9256"/>
                    <a:pt x="3164" y="9232"/>
                    <a:pt x="3336" y="9181"/>
                  </a:cubicBezTo>
                  <a:lnTo>
                    <a:pt x="13186" y="6262"/>
                  </a:lnTo>
                  <a:cubicBezTo>
                    <a:pt x="14142" y="5979"/>
                    <a:pt x="14688" y="4973"/>
                    <a:pt x="14405" y="4018"/>
                  </a:cubicBezTo>
                  <a:lnTo>
                    <a:pt x="13598" y="1294"/>
                  </a:lnTo>
                  <a:cubicBezTo>
                    <a:pt x="13365" y="510"/>
                    <a:pt x="12646" y="1"/>
                    <a:pt x="11868"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803;p38">
              <a:extLst>
                <a:ext uri="{FF2B5EF4-FFF2-40B4-BE49-F238E27FC236}">
                  <a16:creationId xmlns:a16="http://schemas.microsoft.com/office/drawing/2014/main" id="{4D99AFD3-4E15-6216-3D2F-393BFF1792C1}"/>
                </a:ext>
              </a:extLst>
            </p:cNvPr>
            <p:cNvSpPr/>
            <p:nvPr/>
          </p:nvSpPr>
          <p:spPr>
            <a:xfrm>
              <a:off x="3123025" y="2347900"/>
              <a:ext cx="347150" cy="213450"/>
            </a:xfrm>
            <a:custGeom>
              <a:avLst/>
              <a:gdLst/>
              <a:ahLst/>
              <a:cxnLst/>
              <a:rect l="l" t="t" r="r" b="b"/>
              <a:pathLst>
                <a:path w="13886" h="8538" extrusionOk="0">
                  <a:moveTo>
                    <a:pt x="11466" y="0"/>
                  </a:moveTo>
                  <a:cubicBezTo>
                    <a:pt x="11328" y="0"/>
                    <a:pt x="11189" y="20"/>
                    <a:pt x="11053" y="61"/>
                  </a:cubicBezTo>
                  <a:lnTo>
                    <a:pt x="1203" y="2978"/>
                  </a:lnTo>
                  <a:cubicBezTo>
                    <a:pt x="438" y="3206"/>
                    <a:pt x="1" y="4013"/>
                    <a:pt x="226" y="4778"/>
                  </a:cubicBezTo>
                  <a:lnTo>
                    <a:pt x="1034" y="7501"/>
                  </a:lnTo>
                  <a:cubicBezTo>
                    <a:pt x="1212" y="8107"/>
                    <a:pt x="1758" y="8524"/>
                    <a:pt x="2391" y="8537"/>
                  </a:cubicBezTo>
                  <a:lnTo>
                    <a:pt x="2389" y="8537"/>
                  </a:lnTo>
                  <a:cubicBezTo>
                    <a:pt x="2399" y="8538"/>
                    <a:pt x="2409" y="8538"/>
                    <a:pt x="2419" y="8538"/>
                  </a:cubicBezTo>
                  <a:cubicBezTo>
                    <a:pt x="2559" y="8538"/>
                    <a:pt x="2697" y="8518"/>
                    <a:pt x="2833" y="8478"/>
                  </a:cubicBezTo>
                  <a:lnTo>
                    <a:pt x="12683" y="5560"/>
                  </a:lnTo>
                  <a:cubicBezTo>
                    <a:pt x="13448" y="5332"/>
                    <a:pt x="13886" y="4525"/>
                    <a:pt x="13660" y="3760"/>
                  </a:cubicBezTo>
                  <a:lnTo>
                    <a:pt x="12853" y="1038"/>
                  </a:lnTo>
                  <a:cubicBezTo>
                    <a:pt x="12673" y="431"/>
                    <a:pt x="12129" y="14"/>
                    <a:pt x="11496" y="1"/>
                  </a:cubicBezTo>
                  <a:cubicBezTo>
                    <a:pt x="11486" y="0"/>
                    <a:pt x="11476" y="0"/>
                    <a:pt x="1146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804;p38">
              <a:extLst>
                <a:ext uri="{FF2B5EF4-FFF2-40B4-BE49-F238E27FC236}">
                  <a16:creationId xmlns:a16="http://schemas.microsoft.com/office/drawing/2014/main" id="{3C5A8AEC-D74D-647B-54B3-24B929BE765F}"/>
                </a:ext>
              </a:extLst>
            </p:cNvPr>
            <p:cNvSpPr/>
            <p:nvPr/>
          </p:nvSpPr>
          <p:spPr>
            <a:xfrm>
              <a:off x="3383175" y="2379250"/>
              <a:ext cx="56600" cy="89100"/>
            </a:xfrm>
            <a:custGeom>
              <a:avLst/>
              <a:gdLst/>
              <a:ahLst/>
              <a:cxnLst/>
              <a:rect l="l" t="t" r="r" b="b"/>
              <a:pathLst>
                <a:path w="2264" h="3564" extrusionOk="0">
                  <a:moveTo>
                    <a:pt x="823" y="1"/>
                  </a:moveTo>
                  <a:cubicBezTo>
                    <a:pt x="754" y="1"/>
                    <a:pt x="684" y="10"/>
                    <a:pt x="614" y="31"/>
                  </a:cubicBezTo>
                  <a:cubicBezTo>
                    <a:pt x="223" y="146"/>
                    <a:pt x="1" y="557"/>
                    <a:pt x="117" y="946"/>
                  </a:cubicBezTo>
                  <a:lnTo>
                    <a:pt x="735" y="3036"/>
                  </a:lnTo>
                  <a:cubicBezTo>
                    <a:pt x="831" y="3356"/>
                    <a:pt x="1124" y="3563"/>
                    <a:pt x="1443" y="3563"/>
                  </a:cubicBezTo>
                  <a:cubicBezTo>
                    <a:pt x="1512" y="3563"/>
                    <a:pt x="1582" y="3554"/>
                    <a:pt x="1652" y="3533"/>
                  </a:cubicBezTo>
                  <a:cubicBezTo>
                    <a:pt x="2041" y="3418"/>
                    <a:pt x="2264" y="3007"/>
                    <a:pt x="2149" y="2617"/>
                  </a:cubicBezTo>
                  <a:lnTo>
                    <a:pt x="1529" y="528"/>
                  </a:lnTo>
                  <a:cubicBezTo>
                    <a:pt x="1434" y="208"/>
                    <a:pt x="1141" y="1"/>
                    <a:pt x="823" y="1"/>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805;p38">
              <a:extLst>
                <a:ext uri="{FF2B5EF4-FFF2-40B4-BE49-F238E27FC236}">
                  <a16:creationId xmlns:a16="http://schemas.microsoft.com/office/drawing/2014/main" id="{B7969F70-453F-F4DE-14AE-0C24FE86D131}"/>
                </a:ext>
              </a:extLst>
            </p:cNvPr>
            <p:cNvSpPr/>
            <p:nvPr/>
          </p:nvSpPr>
          <p:spPr>
            <a:xfrm>
              <a:off x="3241375" y="2420575"/>
              <a:ext cx="56600" cy="89075"/>
            </a:xfrm>
            <a:custGeom>
              <a:avLst/>
              <a:gdLst/>
              <a:ahLst/>
              <a:cxnLst/>
              <a:rect l="l" t="t" r="r" b="b"/>
              <a:pathLst>
                <a:path w="2264" h="3563" extrusionOk="0">
                  <a:moveTo>
                    <a:pt x="821" y="0"/>
                  </a:moveTo>
                  <a:cubicBezTo>
                    <a:pt x="752" y="0"/>
                    <a:pt x="682" y="10"/>
                    <a:pt x="612" y="31"/>
                  </a:cubicBezTo>
                  <a:cubicBezTo>
                    <a:pt x="223" y="147"/>
                    <a:pt x="0" y="556"/>
                    <a:pt x="115" y="947"/>
                  </a:cubicBezTo>
                  <a:lnTo>
                    <a:pt x="735" y="3036"/>
                  </a:lnTo>
                  <a:cubicBezTo>
                    <a:pt x="829" y="3356"/>
                    <a:pt x="1123" y="3563"/>
                    <a:pt x="1441" y="3563"/>
                  </a:cubicBezTo>
                  <a:cubicBezTo>
                    <a:pt x="1510" y="3563"/>
                    <a:pt x="1580" y="3553"/>
                    <a:pt x="1650" y="3533"/>
                  </a:cubicBezTo>
                  <a:cubicBezTo>
                    <a:pt x="2040" y="3417"/>
                    <a:pt x="2263" y="3007"/>
                    <a:pt x="2146" y="2616"/>
                  </a:cubicBezTo>
                  <a:lnTo>
                    <a:pt x="1528" y="527"/>
                  </a:lnTo>
                  <a:cubicBezTo>
                    <a:pt x="1433" y="208"/>
                    <a:pt x="1140" y="0"/>
                    <a:pt x="821"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806;p38">
              <a:extLst>
                <a:ext uri="{FF2B5EF4-FFF2-40B4-BE49-F238E27FC236}">
                  <a16:creationId xmlns:a16="http://schemas.microsoft.com/office/drawing/2014/main" id="{C18F76F0-67A6-4C53-CCD8-10D32E83BCE7}"/>
                </a:ext>
              </a:extLst>
            </p:cNvPr>
            <p:cNvSpPr/>
            <p:nvPr/>
          </p:nvSpPr>
          <p:spPr>
            <a:xfrm>
              <a:off x="3070400" y="2272900"/>
              <a:ext cx="194200" cy="112100"/>
            </a:xfrm>
            <a:custGeom>
              <a:avLst/>
              <a:gdLst/>
              <a:ahLst/>
              <a:cxnLst/>
              <a:rect l="l" t="t" r="r" b="b"/>
              <a:pathLst>
                <a:path w="7768" h="4484" extrusionOk="0">
                  <a:moveTo>
                    <a:pt x="4871" y="1"/>
                  </a:moveTo>
                  <a:cubicBezTo>
                    <a:pt x="4361" y="1"/>
                    <a:pt x="3808" y="69"/>
                    <a:pt x="3245" y="213"/>
                  </a:cubicBezTo>
                  <a:cubicBezTo>
                    <a:pt x="1439" y="675"/>
                    <a:pt x="115" y="1762"/>
                    <a:pt x="15" y="2778"/>
                  </a:cubicBezTo>
                  <a:cubicBezTo>
                    <a:pt x="0" y="2919"/>
                    <a:pt x="11" y="3058"/>
                    <a:pt x="46" y="3193"/>
                  </a:cubicBezTo>
                  <a:lnTo>
                    <a:pt x="46" y="3194"/>
                  </a:lnTo>
                  <a:cubicBezTo>
                    <a:pt x="103" y="3419"/>
                    <a:pt x="226" y="3619"/>
                    <a:pt x="402" y="3790"/>
                  </a:cubicBezTo>
                  <a:cubicBezTo>
                    <a:pt x="861" y="4234"/>
                    <a:pt x="1682" y="4483"/>
                    <a:pt x="2655" y="4483"/>
                  </a:cubicBezTo>
                  <a:cubicBezTo>
                    <a:pt x="3166" y="4483"/>
                    <a:pt x="3718" y="4415"/>
                    <a:pt x="4282" y="4270"/>
                  </a:cubicBezTo>
                  <a:cubicBezTo>
                    <a:pt x="6336" y="3744"/>
                    <a:pt x="7768" y="2410"/>
                    <a:pt x="7481" y="1290"/>
                  </a:cubicBezTo>
                  <a:cubicBezTo>
                    <a:pt x="7274" y="477"/>
                    <a:pt x="6218" y="1"/>
                    <a:pt x="4871"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807;p38">
              <a:extLst>
                <a:ext uri="{FF2B5EF4-FFF2-40B4-BE49-F238E27FC236}">
                  <a16:creationId xmlns:a16="http://schemas.microsoft.com/office/drawing/2014/main" id="{88BFEF7B-827B-BA52-3445-BAD91870EA41}"/>
                </a:ext>
              </a:extLst>
            </p:cNvPr>
            <p:cNvSpPr/>
            <p:nvPr/>
          </p:nvSpPr>
          <p:spPr>
            <a:xfrm>
              <a:off x="3070400" y="2342375"/>
              <a:ext cx="17700" cy="25275"/>
            </a:xfrm>
            <a:custGeom>
              <a:avLst/>
              <a:gdLst/>
              <a:ahLst/>
              <a:cxnLst/>
              <a:rect l="l" t="t" r="r" b="b"/>
              <a:pathLst>
                <a:path w="708" h="1011" extrusionOk="0">
                  <a:moveTo>
                    <a:pt x="15" y="0"/>
                  </a:moveTo>
                  <a:lnTo>
                    <a:pt x="15" y="0"/>
                  </a:lnTo>
                  <a:cubicBezTo>
                    <a:pt x="0" y="140"/>
                    <a:pt x="11" y="279"/>
                    <a:pt x="46" y="415"/>
                  </a:cubicBezTo>
                  <a:cubicBezTo>
                    <a:pt x="103" y="640"/>
                    <a:pt x="226" y="840"/>
                    <a:pt x="402" y="1011"/>
                  </a:cubicBezTo>
                  <a:cubicBezTo>
                    <a:pt x="603" y="855"/>
                    <a:pt x="708" y="629"/>
                    <a:pt x="652" y="414"/>
                  </a:cubicBezTo>
                  <a:cubicBezTo>
                    <a:pt x="588" y="162"/>
                    <a:pt x="324" y="3"/>
                    <a:pt x="15"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808;p38">
              <a:extLst>
                <a:ext uri="{FF2B5EF4-FFF2-40B4-BE49-F238E27FC236}">
                  <a16:creationId xmlns:a16="http://schemas.microsoft.com/office/drawing/2014/main" id="{9FA4499E-1E78-99A5-DB75-15F9DBD0CCA3}"/>
                </a:ext>
              </a:extLst>
            </p:cNvPr>
            <p:cNvSpPr/>
            <p:nvPr/>
          </p:nvSpPr>
          <p:spPr>
            <a:xfrm>
              <a:off x="3084150" y="2479375"/>
              <a:ext cx="48875" cy="74725"/>
            </a:xfrm>
            <a:custGeom>
              <a:avLst/>
              <a:gdLst/>
              <a:ahLst/>
              <a:cxnLst/>
              <a:rect l="l" t="t" r="r" b="b"/>
              <a:pathLst>
                <a:path w="1955" h="2989" extrusionOk="0">
                  <a:moveTo>
                    <a:pt x="981" y="1"/>
                  </a:moveTo>
                  <a:cubicBezTo>
                    <a:pt x="950" y="1"/>
                    <a:pt x="919" y="5"/>
                    <a:pt x="888" y="14"/>
                  </a:cubicBezTo>
                  <a:lnTo>
                    <a:pt x="273" y="196"/>
                  </a:lnTo>
                  <a:cubicBezTo>
                    <a:pt x="100" y="248"/>
                    <a:pt x="0" y="429"/>
                    <a:pt x="52" y="603"/>
                  </a:cubicBezTo>
                  <a:lnTo>
                    <a:pt x="660" y="2657"/>
                  </a:lnTo>
                  <a:cubicBezTo>
                    <a:pt x="706" y="2813"/>
                    <a:pt x="585" y="2988"/>
                    <a:pt x="680" y="2988"/>
                  </a:cubicBezTo>
                  <a:cubicBezTo>
                    <a:pt x="692" y="2988"/>
                    <a:pt x="707" y="2986"/>
                    <a:pt x="726" y="2980"/>
                  </a:cubicBezTo>
                  <a:lnTo>
                    <a:pt x="727" y="2980"/>
                  </a:lnTo>
                  <a:lnTo>
                    <a:pt x="1681" y="2697"/>
                  </a:lnTo>
                  <a:cubicBezTo>
                    <a:pt x="1856" y="2645"/>
                    <a:pt x="1954" y="2464"/>
                    <a:pt x="1903" y="2289"/>
                  </a:cubicBezTo>
                  <a:lnTo>
                    <a:pt x="1294" y="235"/>
                  </a:lnTo>
                  <a:cubicBezTo>
                    <a:pt x="1251" y="93"/>
                    <a:pt x="1121" y="1"/>
                    <a:pt x="981"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809;p38">
              <a:extLst>
                <a:ext uri="{FF2B5EF4-FFF2-40B4-BE49-F238E27FC236}">
                  <a16:creationId xmlns:a16="http://schemas.microsoft.com/office/drawing/2014/main" id="{474A3DEB-81EB-82E9-2EB7-287A549E8486}"/>
                </a:ext>
              </a:extLst>
            </p:cNvPr>
            <p:cNvSpPr/>
            <p:nvPr/>
          </p:nvSpPr>
          <p:spPr>
            <a:xfrm>
              <a:off x="3076225" y="2483025"/>
              <a:ext cx="44100" cy="71025"/>
            </a:xfrm>
            <a:custGeom>
              <a:avLst/>
              <a:gdLst/>
              <a:ahLst/>
              <a:cxnLst/>
              <a:rect l="l" t="t" r="r" b="b"/>
              <a:pathLst>
                <a:path w="1764" h="2841" extrusionOk="0">
                  <a:moveTo>
                    <a:pt x="791" y="0"/>
                  </a:moveTo>
                  <a:cubicBezTo>
                    <a:pt x="760" y="0"/>
                    <a:pt x="729" y="4"/>
                    <a:pt x="697" y="14"/>
                  </a:cubicBezTo>
                  <a:lnTo>
                    <a:pt x="272" y="144"/>
                  </a:lnTo>
                  <a:cubicBezTo>
                    <a:pt x="99" y="195"/>
                    <a:pt x="0" y="379"/>
                    <a:pt x="52" y="551"/>
                  </a:cubicBezTo>
                  <a:lnTo>
                    <a:pt x="661" y="2607"/>
                  </a:lnTo>
                  <a:cubicBezTo>
                    <a:pt x="703" y="2748"/>
                    <a:pt x="833" y="2840"/>
                    <a:pt x="974" y="2840"/>
                  </a:cubicBezTo>
                  <a:cubicBezTo>
                    <a:pt x="1004" y="2840"/>
                    <a:pt x="1036" y="2836"/>
                    <a:pt x="1067" y="2826"/>
                  </a:cubicBezTo>
                  <a:lnTo>
                    <a:pt x="1492" y="2696"/>
                  </a:lnTo>
                  <a:cubicBezTo>
                    <a:pt x="1665" y="2645"/>
                    <a:pt x="1764" y="2463"/>
                    <a:pt x="1714" y="2289"/>
                  </a:cubicBezTo>
                  <a:lnTo>
                    <a:pt x="1105" y="235"/>
                  </a:lnTo>
                  <a:cubicBezTo>
                    <a:pt x="1062" y="92"/>
                    <a:pt x="933" y="0"/>
                    <a:pt x="791"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810;p38">
              <a:extLst>
                <a:ext uri="{FF2B5EF4-FFF2-40B4-BE49-F238E27FC236}">
                  <a16:creationId xmlns:a16="http://schemas.microsoft.com/office/drawing/2014/main" id="{9A980A7D-3197-7C93-E060-CD930CB04676}"/>
                </a:ext>
              </a:extLst>
            </p:cNvPr>
            <p:cNvSpPr/>
            <p:nvPr/>
          </p:nvSpPr>
          <p:spPr>
            <a:xfrm>
              <a:off x="3023625" y="2293425"/>
              <a:ext cx="78100" cy="223300"/>
            </a:xfrm>
            <a:custGeom>
              <a:avLst/>
              <a:gdLst/>
              <a:ahLst/>
              <a:cxnLst/>
              <a:rect l="l" t="t" r="r" b="b"/>
              <a:pathLst>
                <a:path w="3124" h="8932" extrusionOk="0">
                  <a:moveTo>
                    <a:pt x="309" y="0"/>
                  </a:moveTo>
                  <a:cubicBezTo>
                    <a:pt x="283" y="0"/>
                    <a:pt x="257" y="4"/>
                    <a:pt x="231" y="12"/>
                  </a:cubicBezTo>
                  <a:cubicBezTo>
                    <a:pt x="84" y="56"/>
                    <a:pt x="1" y="209"/>
                    <a:pt x="43" y="356"/>
                  </a:cubicBezTo>
                  <a:lnTo>
                    <a:pt x="2550" y="8734"/>
                  </a:lnTo>
                  <a:cubicBezTo>
                    <a:pt x="2586" y="8854"/>
                    <a:pt x="2695" y="8932"/>
                    <a:pt x="2814" y="8932"/>
                  </a:cubicBezTo>
                  <a:cubicBezTo>
                    <a:pt x="2840" y="8932"/>
                    <a:pt x="2867" y="8928"/>
                    <a:pt x="2894" y="8920"/>
                  </a:cubicBezTo>
                  <a:cubicBezTo>
                    <a:pt x="3041" y="8878"/>
                    <a:pt x="3124" y="8723"/>
                    <a:pt x="3080" y="8576"/>
                  </a:cubicBezTo>
                  <a:lnTo>
                    <a:pt x="575" y="198"/>
                  </a:lnTo>
                  <a:cubicBezTo>
                    <a:pt x="539" y="79"/>
                    <a:pt x="428" y="0"/>
                    <a:pt x="309" y="0"/>
                  </a:cubicBezTo>
                  <a:close/>
                </a:path>
              </a:pathLst>
            </a:custGeom>
            <a:solidFill>
              <a:srgbClr val="F2F5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811;p38">
              <a:extLst>
                <a:ext uri="{FF2B5EF4-FFF2-40B4-BE49-F238E27FC236}">
                  <a16:creationId xmlns:a16="http://schemas.microsoft.com/office/drawing/2014/main" id="{BD6D13FD-DE57-BF35-D5FE-24CB9416DBE3}"/>
                </a:ext>
              </a:extLst>
            </p:cNvPr>
            <p:cNvSpPr/>
            <p:nvPr/>
          </p:nvSpPr>
          <p:spPr>
            <a:xfrm>
              <a:off x="3115450" y="3232225"/>
              <a:ext cx="290400" cy="75425"/>
            </a:xfrm>
            <a:custGeom>
              <a:avLst/>
              <a:gdLst/>
              <a:ahLst/>
              <a:cxnLst/>
              <a:rect l="l" t="t" r="r" b="b"/>
              <a:pathLst>
                <a:path w="11616" h="3017" extrusionOk="0">
                  <a:moveTo>
                    <a:pt x="2847" y="1"/>
                  </a:moveTo>
                  <a:cubicBezTo>
                    <a:pt x="2797" y="243"/>
                    <a:pt x="2750" y="505"/>
                    <a:pt x="2709" y="785"/>
                  </a:cubicBezTo>
                  <a:cubicBezTo>
                    <a:pt x="2338" y="776"/>
                    <a:pt x="1181" y="696"/>
                    <a:pt x="120" y="85"/>
                  </a:cubicBezTo>
                  <a:cubicBezTo>
                    <a:pt x="79" y="170"/>
                    <a:pt x="40" y="258"/>
                    <a:pt x="1" y="349"/>
                  </a:cubicBezTo>
                  <a:cubicBezTo>
                    <a:pt x="1093" y="968"/>
                    <a:pt x="2247" y="1061"/>
                    <a:pt x="2671" y="1071"/>
                  </a:cubicBezTo>
                  <a:cubicBezTo>
                    <a:pt x="2618" y="1505"/>
                    <a:pt x="2585" y="1974"/>
                    <a:pt x="2579" y="2479"/>
                  </a:cubicBezTo>
                  <a:lnTo>
                    <a:pt x="2580" y="2479"/>
                  </a:lnTo>
                  <a:lnTo>
                    <a:pt x="2579" y="2600"/>
                  </a:lnTo>
                  <a:lnTo>
                    <a:pt x="2698" y="2621"/>
                  </a:lnTo>
                  <a:cubicBezTo>
                    <a:pt x="4390" y="2913"/>
                    <a:pt x="5873" y="3016"/>
                    <a:pt x="7129" y="3016"/>
                  </a:cubicBezTo>
                  <a:cubicBezTo>
                    <a:pt x="9430" y="3016"/>
                    <a:pt x="10964" y="2668"/>
                    <a:pt x="11616" y="2483"/>
                  </a:cubicBezTo>
                  <a:cubicBezTo>
                    <a:pt x="11596" y="2389"/>
                    <a:pt x="11575" y="2295"/>
                    <a:pt x="11552" y="2203"/>
                  </a:cubicBezTo>
                  <a:cubicBezTo>
                    <a:pt x="10934" y="2380"/>
                    <a:pt x="9422" y="2730"/>
                    <a:pt x="7135" y="2730"/>
                  </a:cubicBezTo>
                  <a:cubicBezTo>
                    <a:pt x="5924" y="2730"/>
                    <a:pt x="4497" y="2632"/>
                    <a:pt x="2870" y="2359"/>
                  </a:cubicBezTo>
                  <a:cubicBezTo>
                    <a:pt x="2886" y="1485"/>
                    <a:pt x="2995" y="709"/>
                    <a:pt x="3127" y="75"/>
                  </a:cubicBezTo>
                  <a:cubicBezTo>
                    <a:pt x="3033" y="52"/>
                    <a:pt x="2939" y="26"/>
                    <a:pt x="284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812;p38">
              <a:extLst>
                <a:ext uri="{FF2B5EF4-FFF2-40B4-BE49-F238E27FC236}">
                  <a16:creationId xmlns:a16="http://schemas.microsoft.com/office/drawing/2014/main" id="{89365DE6-87A2-783E-4428-1F04FC96305E}"/>
                </a:ext>
              </a:extLst>
            </p:cNvPr>
            <p:cNvSpPr/>
            <p:nvPr/>
          </p:nvSpPr>
          <p:spPr>
            <a:xfrm>
              <a:off x="3093575" y="3322800"/>
              <a:ext cx="316700" cy="30525"/>
            </a:xfrm>
            <a:custGeom>
              <a:avLst/>
              <a:gdLst/>
              <a:ahLst/>
              <a:cxnLst/>
              <a:rect l="l" t="t" r="r" b="b"/>
              <a:pathLst>
                <a:path w="12668" h="1221" extrusionOk="0">
                  <a:moveTo>
                    <a:pt x="18" y="1"/>
                  </a:moveTo>
                  <a:cubicBezTo>
                    <a:pt x="6" y="163"/>
                    <a:pt x="0" y="325"/>
                    <a:pt x="0" y="488"/>
                  </a:cubicBezTo>
                  <a:cubicBezTo>
                    <a:pt x="0" y="893"/>
                    <a:pt x="2836" y="1220"/>
                    <a:pt x="6335" y="1220"/>
                  </a:cubicBezTo>
                  <a:cubicBezTo>
                    <a:pt x="9832" y="1220"/>
                    <a:pt x="12668" y="893"/>
                    <a:pt x="12668" y="488"/>
                  </a:cubicBezTo>
                  <a:cubicBezTo>
                    <a:pt x="12668" y="325"/>
                    <a:pt x="12663" y="163"/>
                    <a:pt x="12651" y="1"/>
                  </a:cubicBezTo>
                  <a:cubicBezTo>
                    <a:pt x="12415" y="379"/>
                    <a:pt x="9678" y="678"/>
                    <a:pt x="6335" y="678"/>
                  </a:cubicBezTo>
                  <a:cubicBezTo>
                    <a:pt x="2992" y="678"/>
                    <a:pt x="255" y="379"/>
                    <a:pt x="18"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813;p38">
              <a:extLst>
                <a:ext uri="{FF2B5EF4-FFF2-40B4-BE49-F238E27FC236}">
                  <a16:creationId xmlns:a16="http://schemas.microsoft.com/office/drawing/2014/main" id="{20952E8E-1821-C8C0-DA62-B3BA4B7D403D}"/>
                </a:ext>
              </a:extLst>
            </p:cNvPr>
            <p:cNvSpPr/>
            <p:nvPr/>
          </p:nvSpPr>
          <p:spPr>
            <a:xfrm>
              <a:off x="3094025" y="3176400"/>
              <a:ext cx="315850" cy="163350"/>
            </a:xfrm>
            <a:custGeom>
              <a:avLst/>
              <a:gdLst/>
              <a:ahLst/>
              <a:cxnLst/>
              <a:rect l="l" t="t" r="r" b="b"/>
              <a:pathLst>
                <a:path w="12634" h="6534" extrusionOk="0">
                  <a:moveTo>
                    <a:pt x="2347" y="1"/>
                  </a:moveTo>
                  <a:cubicBezTo>
                    <a:pt x="2347" y="1"/>
                    <a:pt x="1624" y="928"/>
                    <a:pt x="977" y="2318"/>
                  </a:cubicBezTo>
                  <a:cubicBezTo>
                    <a:pt x="938" y="2403"/>
                    <a:pt x="899" y="2493"/>
                    <a:pt x="859" y="2582"/>
                  </a:cubicBezTo>
                  <a:cubicBezTo>
                    <a:pt x="443" y="3530"/>
                    <a:pt x="81" y="4666"/>
                    <a:pt x="0" y="5857"/>
                  </a:cubicBezTo>
                  <a:cubicBezTo>
                    <a:pt x="237" y="6235"/>
                    <a:pt x="2974" y="6534"/>
                    <a:pt x="6317" y="6534"/>
                  </a:cubicBezTo>
                  <a:cubicBezTo>
                    <a:pt x="9658" y="6534"/>
                    <a:pt x="12397" y="6235"/>
                    <a:pt x="12633" y="5857"/>
                  </a:cubicBezTo>
                  <a:cubicBezTo>
                    <a:pt x="12606" y="5469"/>
                    <a:pt x="12550" y="5087"/>
                    <a:pt x="12473" y="4716"/>
                  </a:cubicBezTo>
                  <a:cubicBezTo>
                    <a:pt x="12453" y="4622"/>
                    <a:pt x="12432" y="4530"/>
                    <a:pt x="12409" y="4436"/>
                  </a:cubicBezTo>
                  <a:cubicBezTo>
                    <a:pt x="11809" y="1953"/>
                    <a:pt x="10285" y="1"/>
                    <a:pt x="10285" y="1"/>
                  </a:cubicBezTo>
                  <a:close/>
                </a:path>
              </a:pathLst>
            </a:custGeom>
            <a:solidFill>
              <a:srgbClr val="ADBA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814;p38">
              <a:extLst>
                <a:ext uri="{FF2B5EF4-FFF2-40B4-BE49-F238E27FC236}">
                  <a16:creationId xmlns:a16="http://schemas.microsoft.com/office/drawing/2014/main" id="{FA7975B0-92E5-BB84-8698-B9D9FA835B9E}"/>
                </a:ext>
              </a:extLst>
            </p:cNvPr>
            <p:cNvSpPr/>
            <p:nvPr/>
          </p:nvSpPr>
          <p:spPr>
            <a:xfrm>
              <a:off x="2912550" y="2568325"/>
              <a:ext cx="686500" cy="674825"/>
            </a:xfrm>
            <a:custGeom>
              <a:avLst/>
              <a:gdLst/>
              <a:ahLst/>
              <a:cxnLst/>
              <a:rect l="l" t="t" r="r" b="b"/>
              <a:pathLst>
                <a:path w="27460" h="26993" extrusionOk="0">
                  <a:moveTo>
                    <a:pt x="24020" y="1"/>
                  </a:moveTo>
                  <a:lnTo>
                    <a:pt x="1" y="4336"/>
                  </a:lnTo>
                  <a:lnTo>
                    <a:pt x="2299" y="17067"/>
                  </a:lnTo>
                  <a:cubicBezTo>
                    <a:pt x="3151" y="21781"/>
                    <a:pt x="6632" y="25358"/>
                    <a:pt x="10963" y="26557"/>
                  </a:cubicBezTo>
                  <a:cubicBezTo>
                    <a:pt x="11057" y="26582"/>
                    <a:pt x="11149" y="26608"/>
                    <a:pt x="11243" y="26631"/>
                  </a:cubicBezTo>
                  <a:cubicBezTo>
                    <a:pt x="12186" y="26868"/>
                    <a:pt x="13168" y="26993"/>
                    <a:pt x="14169" y="26993"/>
                  </a:cubicBezTo>
                  <a:cubicBezTo>
                    <a:pt x="14856" y="26993"/>
                    <a:pt x="15553" y="26934"/>
                    <a:pt x="16252" y="26813"/>
                  </a:cubicBezTo>
                  <a:cubicBezTo>
                    <a:pt x="16319" y="26800"/>
                    <a:pt x="16386" y="26788"/>
                    <a:pt x="16452" y="26776"/>
                  </a:cubicBezTo>
                  <a:cubicBezTo>
                    <a:pt x="16519" y="26764"/>
                    <a:pt x="16585" y="26752"/>
                    <a:pt x="16651" y="26740"/>
                  </a:cubicBezTo>
                  <a:cubicBezTo>
                    <a:pt x="16855" y="26702"/>
                    <a:pt x="17057" y="26660"/>
                    <a:pt x="17258" y="26611"/>
                  </a:cubicBezTo>
                  <a:cubicBezTo>
                    <a:pt x="23441" y="25128"/>
                    <a:pt x="27460" y="19060"/>
                    <a:pt x="26316" y="12732"/>
                  </a:cubicBezTo>
                  <a:lnTo>
                    <a:pt x="24754" y="4072"/>
                  </a:lnTo>
                  <a:lnTo>
                    <a:pt x="24020" y="1"/>
                  </a:ln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815;p38">
              <a:extLst>
                <a:ext uri="{FF2B5EF4-FFF2-40B4-BE49-F238E27FC236}">
                  <a16:creationId xmlns:a16="http://schemas.microsoft.com/office/drawing/2014/main" id="{8E5C8644-7D1E-AAAA-00DE-EB5B53C2B152}"/>
                </a:ext>
              </a:extLst>
            </p:cNvPr>
            <p:cNvSpPr/>
            <p:nvPr/>
          </p:nvSpPr>
          <p:spPr>
            <a:xfrm>
              <a:off x="2907375" y="2547350"/>
              <a:ext cx="610875" cy="150325"/>
            </a:xfrm>
            <a:custGeom>
              <a:avLst/>
              <a:gdLst/>
              <a:ahLst/>
              <a:cxnLst/>
              <a:rect l="l" t="t" r="r" b="b"/>
              <a:pathLst>
                <a:path w="24435" h="6013" extrusionOk="0">
                  <a:moveTo>
                    <a:pt x="20616" y="1"/>
                  </a:moveTo>
                  <a:cubicBezTo>
                    <a:pt x="18360" y="1"/>
                    <a:pt x="15244" y="310"/>
                    <a:pt x="11841" y="925"/>
                  </a:cubicBezTo>
                  <a:cubicBezTo>
                    <a:pt x="5209" y="2121"/>
                    <a:pt x="0" y="4024"/>
                    <a:pt x="208" y="5175"/>
                  </a:cubicBezTo>
                  <a:cubicBezTo>
                    <a:pt x="309" y="5734"/>
                    <a:pt x="1674" y="6012"/>
                    <a:pt x="3813" y="6012"/>
                  </a:cubicBezTo>
                  <a:cubicBezTo>
                    <a:pt x="6070" y="6012"/>
                    <a:pt x="9188" y="5703"/>
                    <a:pt x="12594" y="5088"/>
                  </a:cubicBezTo>
                  <a:cubicBezTo>
                    <a:pt x="19225" y="3892"/>
                    <a:pt x="24434" y="1989"/>
                    <a:pt x="24225" y="840"/>
                  </a:cubicBezTo>
                  <a:cubicBezTo>
                    <a:pt x="24124" y="279"/>
                    <a:pt x="22758" y="1"/>
                    <a:pt x="20616" y="1"/>
                  </a:cubicBezTo>
                  <a:close/>
                </a:path>
              </a:pathLst>
            </a:custGeom>
            <a:solidFill>
              <a:srgbClr val="F2F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816;p38">
              <a:extLst>
                <a:ext uri="{FF2B5EF4-FFF2-40B4-BE49-F238E27FC236}">
                  <a16:creationId xmlns:a16="http://schemas.microsoft.com/office/drawing/2014/main" id="{6C7CC932-C839-C8CF-E847-C87D3F90E998}"/>
                </a:ext>
              </a:extLst>
            </p:cNvPr>
            <p:cNvSpPr/>
            <p:nvPr/>
          </p:nvSpPr>
          <p:spPr>
            <a:xfrm>
              <a:off x="2920850" y="2556325"/>
              <a:ext cx="583900" cy="132375"/>
            </a:xfrm>
            <a:custGeom>
              <a:avLst/>
              <a:gdLst/>
              <a:ahLst/>
              <a:cxnLst/>
              <a:rect l="l" t="t" r="r" b="b"/>
              <a:pathLst>
                <a:path w="23356" h="5295" extrusionOk="0">
                  <a:moveTo>
                    <a:pt x="20078" y="1"/>
                  </a:moveTo>
                  <a:cubicBezTo>
                    <a:pt x="17738" y="1"/>
                    <a:pt x="14645" y="326"/>
                    <a:pt x="11367" y="918"/>
                  </a:cubicBezTo>
                  <a:cubicBezTo>
                    <a:pt x="8179" y="1494"/>
                    <a:pt x="5223" y="2250"/>
                    <a:pt x="3044" y="3045"/>
                  </a:cubicBezTo>
                  <a:cubicBezTo>
                    <a:pt x="450" y="3992"/>
                    <a:pt x="1" y="4633"/>
                    <a:pt x="23" y="4752"/>
                  </a:cubicBezTo>
                  <a:cubicBezTo>
                    <a:pt x="43" y="4866"/>
                    <a:pt x="656" y="5294"/>
                    <a:pt x="3275" y="5294"/>
                  </a:cubicBezTo>
                  <a:cubicBezTo>
                    <a:pt x="5616" y="5294"/>
                    <a:pt x="8710" y="4969"/>
                    <a:pt x="11991" y="4377"/>
                  </a:cubicBezTo>
                  <a:cubicBezTo>
                    <a:pt x="15178" y="3801"/>
                    <a:pt x="18133" y="3047"/>
                    <a:pt x="20313" y="2250"/>
                  </a:cubicBezTo>
                  <a:cubicBezTo>
                    <a:pt x="22906" y="1303"/>
                    <a:pt x="23356" y="664"/>
                    <a:pt x="23333" y="544"/>
                  </a:cubicBezTo>
                  <a:cubicBezTo>
                    <a:pt x="23314" y="429"/>
                    <a:pt x="22700" y="1"/>
                    <a:pt x="2007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817;p38">
              <a:extLst>
                <a:ext uri="{FF2B5EF4-FFF2-40B4-BE49-F238E27FC236}">
                  <a16:creationId xmlns:a16="http://schemas.microsoft.com/office/drawing/2014/main" id="{125757DB-0287-9153-370B-01133358B0F1}"/>
                </a:ext>
              </a:extLst>
            </p:cNvPr>
            <p:cNvSpPr/>
            <p:nvPr/>
          </p:nvSpPr>
          <p:spPr>
            <a:xfrm>
              <a:off x="2899425" y="2499525"/>
              <a:ext cx="609375" cy="146075"/>
            </a:xfrm>
            <a:custGeom>
              <a:avLst/>
              <a:gdLst/>
              <a:ahLst/>
              <a:cxnLst/>
              <a:rect l="l" t="t" r="r" b="b"/>
              <a:pathLst>
                <a:path w="24375" h="5843" extrusionOk="0">
                  <a:moveTo>
                    <a:pt x="24046" y="0"/>
                  </a:moveTo>
                  <a:cubicBezTo>
                    <a:pt x="22959" y="1167"/>
                    <a:pt x="18231" y="2741"/>
                    <a:pt x="12438" y="3787"/>
                  </a:cubicBezTo>
                  <a:cubicBezTo>
                    <a:pt x="8972" y="4413"/>
                    <a:pt x="5797" y="4728"/>
                    <a:pt x="3500" y="4728"/>
                  </a:cubicBezTo>
                  <a:cubicBezTo>
                    <a:pt x="1702" y="4728"/>
                    <a:pt x="442" y="4535"/>
                    <a:pt x="0" y="4146"/>
                  </a:cubicBezTo>
                  <a:lnTo>
                    <a:pt x="0" y="4146"/>
                  </a:lnTo>
                  <a:cubicBezTo>
                    <a:pt x="15" y="4254"/>
                    <a:pt x="34" y="4361"/>
                    <a:pt x="53" y="4469"/>
                  </a:cubicBezTo>
                  <a:lnTo>
                    <a:pt x="150" y="5005"/>
                  </a:lnTo>
                  <a:cubicBezTo>
                    <a:pt x="251" y="5565"/>
                    <a:pt x="1617" y="5843"/>
                    <a:pt x="3757" y="5843"/>
                  </a:cubicBezTo>
                  <a:cubicBezTo>
                    <a:pt x="6013" y="5843"/>
                    <a:pt x="9130" y="5534"/>
                    <a:pt x="12535" y="4919"/>
                  </a:cubicBezTo>
                  <a:cubicBezTo>
                    <a:pt x="19167" y="3722"/>
                    <a:pt x="24375" y="1820"/>
                    <a:pt x="24167" y="670"/>
                  </a:cubicBezTo>
                  <a:lnTo>
                    <a:pt x="24071" y="134"/>
                  </a:lnTo>
                  <a:cubicBezTo>
                    <a:pt x="24063" y="88"/>
                    <a:pt x="24054" y="44"/>
                    <a:pt x="24046" y="0"/>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818;p38">
              <a:extLst>
                <a:ext uri="{FF2B5EF4-FFF2-40B4-BE49-F238E27FC236}">
                  <a16:creationId xmlns:a16="http://schemas.microsoft.com/office/drawing/2014/main" id="{62054EAC-329E-BD03-C5F8-FDD3D937A239}"/>
                </a:ext>
              </a:extLst>
            </p:cNvPr>
            <p:cNvSpPr/>
            <p:nvPr/>
          </p:nvSpPr>
          <p:spPr>
            <a:xfrm>
              <a:off x="2887125" y="2251925"/>
              <a:ext cx="613475" cy="365800"/>
            </a:xfrm>
            <a:custGeom>
              <a:avLst/>
              <a:gdLst/>
              <a:ahLst/>
              <a:cxnLst/>
              <a:rect l="l" t="t" r="r" b="b"/>
              <a:pathLst>
                <a:path w="24539" h="14632" extrusionOk="0">
                  <a:moveTo>
                    <a:pt x="12570" y="0"/>
                  </a:moveTo>
                  <a:cubicBezTo>
                    <a:pt x="11850" y="0"/>
                    <a:pt x="11120" y="64"/>
                    <a:pt x="10386" y="197"/>
                  </a:cubicBezTo>
                  <a:cubicBezTo>
                    <a:pt x="7071" y="793"/>
                    <a:pt x="4311" y="2681"/>
                    <a:pt x="2530" y="5245"/>
                  </a:cubicBezTo>
                  <a:cubicBezTo>
                    <a:pt x="807" y="7728"/>
                    <a:pt x="0" y="10847"/>
                    <a:pt x="492" y="14050"/>
                  </a:cubicBezTo>
                  <a:cubicBezTo>
                    <a:pt x="934" y="14439"/>
                    <a:pt x="2194" y="14632"/>
                    <a:pt x="3992" y="14632"/>
                  </a:cubicBezTo>
                  <a:cubicBezTo>
                    <a:pt x="6289" y="14632"/>
                    <a:pt x="9464" y="14317"/>
                    <a:pt x="12930" y="13691"/>
                  </a:cubicBezTo>
                  <a:cubicBezTo>
                    <a:pt x="18723" y="12645"/>
                    <a:pt x="23451" y="11071"/>
                    <a:pt x="24538" y="9906"/>
                  </a:cubicBezTo>
                  <a:cubicBezTo>
                    <a:pt x="23421" y="4076"/>
                    <a:pt x="18316" y="0"/>
                    <a:pt x="12570"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819;p38">
              <a:extLst>
                <a:ext uri="{FF2B5EF4-FFF2-40B4-BE49-F238E27FC236}">
                  <a16:creationId xmlns:a16="http://schemas.microsoft.com/office/drawing/2014/main" id="{3552A5E1-90A0-8B97-27BE-F0E77C77996F}"/>
                </a:ext>
              </a:extLst>
            </p:cNvPr>
            <p:cNvSpPr/>
            <p:nvPr/>
          </p:nvSpPr>
          <p:spPr>
            <a:xfrm>
              <a:off x="3314875" y="2660500"/>
              <a:ext cx="279600" cy="551750"/>
            </a:xfrm>
            <a:custGeom>
              <a:avLst/>
              <a:gdLst/>
              <a:ahLst/>
              <a:cxnLst/>
              <a:rect l="l" t="t" r="r" b="b"/>
              <a:pathLst>
                <a:path w="11184" h="22070" extrusionOk="0">
                  <a:moveTo>
                    <a:pt x="6466" y="0"/>
                  </a:moveTo>
                  <a:cubicBezTo>
                    <a:pt x="6385" y="0"/>
                    <a:pt x="6304" y="2"/>
                    <a:pt x="6224" y="5"/>
                  </a:cubicBezTo>
                  <a:cubicBezTo>
                    <a:pt x="2746" y="150"/>
                    <a:pt x="0" y="3399"/>
                    <a:pt x="711" y="7026"/>
                  </a:cubicBezTo>
                  <a:cubicBezTo>
                    <a:pt x="1404" y="10567"/>
                    <a:pt x="2072" y="15600"/>
                    <a:pt x="1510" y="20132"/>
                  </a:cubicBezTo>
                  <a:cubicBezTo>
                    <a:pt x="1509" y="20143"/>
                    <a:pt x="1507" y="20154"/>
                    <a:pt x="1506" y="20164"/>
                  </a:cubicBezTo>
                  <a:cubicBezTo>
                    <a:pt x="1386" y="21135"/>
                    <a:pt x="2086" y="21921"/>
                    <a:pt x="2937" y="22050"/>
                  </a:cubicBezTo>
                  <a:cubicBezTo>
                    <a:pt x="3019" y="22063"/>
                    <a:pt x="3102" y="22069"/>
                    <a:pt x="3186" y="22069"/>
                  </a:cubicBezTo>
                  <a:cubicBezTo>
                    <a:pt x="3442" y="22069"/>
                    <a:pt x="3706" y="22008"/>
                    <a:pt x="3961" y="21874"/>
                  </a:cubicBezTo>
                  <a:cubicBezTo>
                    <a:pt x="8505" y="19487"/>
                    <a:pt x="11183" y="14358"/>
                    <a:pt x="10223" y="9045"/>
                  </a:cubicBezTo>
                  <a:lnTo>
                    <a:pt x="9776" y="6561"/>
                  </a:lnTo>
                  <a:lnTo>
                    <a:pt x="9578" y="5461"/>
                  </a:lnTo>
                  <a:lnTo>
                    <a:pt x="9087" y="2747"/>
                  </a:lnTo>
                  <a:lnTo>
                    <a:pt x="9020" y="2371"/>
                  </a:lnTo>
                  <a:lnTo>
                    <a:pt x="8834" y="1338"/>
                  </a:lnTo>
                  <a:cubicBezTo>
                    <a:pt x="8722" y="723"/>
                    <a:pt x="8246" y="238"/>
                    <a:pt x="7633" y="116"/>
                  </a:cubicBezTo>
                  <a:cubicBezTo>
                    <a:pt x="7239" y="37"/>
                    <a:pt x="6850" y="0"/>
                    <a:pt x="6466"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820;p38">
              <a:extLst>
                <a:ext uri="{FF2B5EF4-FFF2-40B4-BE49-F238E27FC236}">
                  <a16:creationId xmlns:a16="http://schemas.microsoft.com/office/drawing/2014/main" id="{15C7F8A4-23E9-D887-F536-DEAD1A9C473E}"/>
                </a:ext>
              </a:extLst>
            </p:cNvPr>
            <p:cNvSpPr/>
            <p:nvPr/>
          </p:nvSpPr>
          <p:spPr>
            <a:xfrm>
              <a:off x="3302175" y="2660500"/>
              <a:ext cx="168350" cy="551775"/>
            </a:xfrm>
            <a:custGeom>
              <a:avLst/>
              <a:gdLst/>
              <a:ahLst/>
              <a:cxnLst/>
              <a:rect l="l" t="t" r="r" b="b"/>
              <a:pathLst>
                <a:path w="6734" h="22071" extrusionOk="0">
                  <a:moveTo>
                    <a:pt x="6484" y="0"/>
                  </a:moveTo>
                  <a:cubicBezTo>
                    <a:pt x="2892" y="0"/>
                    <a:pt x="1" y="3316"/>
                    <a:pt x="728" y="7027"/>
                  </a:cubicBezTo>
                  <a:cubicBezTo>
                    <a:pt x="1420" y="10567"/>
                    <a:pt x="2090" y="15600"/>
                    <a:pt x="1528" y="20132"/>
                  </a:cubicBezTo>
                  <a:cubicBezTo>
                    <a:pt x="1526" y="20143"/>
                    <a:pt x="1525" y="20155"/>
                    <a:pt x="1523" y="20164"/>
                  </a:cubicBezTo>
                  <a:cubicBezTo>
                    <a:pt x="1390" y="21229"/>
                    <a:pt x="2244" y="22070"/>
                    <a:pt x="3201" y="22070"/>
                  </a:cubicBezTo>
                  <a:cubicBezTo>
                    <a:pt x="3282" y="22070"/>
                    <a:pt x="3363" y="22064"/>
                    <a:pt x="3445" y="22052"/>
                  </a:cubicBezTo>
                  <a:cubicBezTo>
                    <a:pt x="2594" y="21921"/>
                    <a:pt x="1894" y="21135"/>
                    <a:pt x="2014" y="20164"/>
                  </a:cubicBezTo>
                  <a:cubicBezTo>
                    <a:pt x="2015" y="20155"/>
                    <a:pt x="2017" y="20143"/>
                    <a:pt x="2018" y="20132"/>
                  </a:cubicBezTo>
                  <a:cubicBezTo>
                    <a:pt x="2580" y="15602"/>
                    <a:pt x="1912" y="10567"/>
                    <a:pt x="1219" y="7027"/>
                  </a:cubicBezTo>
                  <a:cubicBezTo>
                    <a:pt x="510" y="3399"/>
                    <a:pt x="3254" y="150"/>
                    <a:pt x="6734" y="7"/>
                  </a:cubicBezTo>
                  <a:cubicBezTo>
                    <a:pt x="6649" y="2"/>
                    <a:pt x="6566" y="0"/>
                    <a:pt x="648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821;p38">
              <a:extLst>
                <a:ext uri="{FF2B5EF4-FFF2-40B4-BE49-F238E27FC236}">
                  <a16:creationId xmlns:a16="http://schemas.microsoft.com/office/drawing/2014/main" id="{889FAC7F-898C-BD37-4309-2A0835BF4C0C}"/>
                </a:ext>
              </a:extLst>
            </p:cNvPr>
            <p:cNvSpPr/>
            <p:nvPr/>
          </p:nvSpPr>
          <p:spPr>
            <a:xfrm>
              <a:off x="3058325" y="2355125"/>
              <a:ext cx="367225" cy="231400"/>
            </a:xfrm>
            <a:custGeom>
              <a:avLst/>
              <a:gdLst/>
              <a:ahLst/>
              <a:cxnLst/>
              <a:rect l="l" t="t" r="r" b="b"/>
              <a:pathLst>
                <a:path w="14689" h="9256" extrusionOk="0">
                  <a:moveTo>
                    <a:pt x="11866" y="0"/>
                  </a:moveTo>
                  <a:cubicBezTo>
                    <a:pt x="11696" y="0"/>
                    <a:pt x="11524" y="24"/>
                    <a:pt x="11353" y="75"/>
                  </a:cubicBezTo>
                  <a:lnTo>
                    <a:pt x="1503" y="2994"/>
                  </a:lnTo>
                  <a:cubicBezTo>
                    <a:pt x="545" y="3277"/>
                    <a:pt x="0" y="4283"/>
                    <a:pt x="283" y="5240"/>
                  </a:cubicBezTo>
                  <a:lnTo>
                    <a:pt x="1091" y="7962"/>
                  </a:lnTo>
                  <a:cubicBezTo>
                    <a:pt x="1323" y="8746"/>
                    <a:pt x="2042" y="9255"/>
                    <a:pt x="2821" y="9255"/>
                  </a:cubicBezTo>
                  <a:cubicBezTo>
                    <a:pt x="2991" y="9255"/>
                    <a:pt x="3164" y="9231"/>
                    <a:pt x="3335" y="9180"/>
                  </a:cubicBezTo>
                  <a:lnTo>
                    <a:pt x="3335" y="9182"/>
                  </a:lnTo>
                  <a:lnTo>
                    <a:pt x="13186" y="6263"/>
                  </a:lnTo>
                  <a:cubicBezTo>
                    <a:pt x="14143" y="5979"/>
                    <a:pt x="14688" y="4974"/>
                    <a:pt x="14405" y="4016"/>
                  </a:cubicBezTo>
                  <a:lnTo>
                    <a:pt x="13598" y="1294"/>
                  </a:lnTo>
                  <a:cubicBezTo>
                    <a:pt x="13365" y="509"/>
                    <a:pt x="12646" y="0"/>
                    <a:pt x="11866"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822;p38">
              <a:extLst>
                <a:ext uri="{FF2B5EF4-FFF2-40B4-BE49-F238E27FC236}">
                  <a16:creationId xmlns:a16="http://schemas.microsoft.com/office/drawing/2014/main" id="{31864665-5738-D9ED-9073-D2F0C159CCF9}"/>
                </a:ext>
              </a:extLst>
            </p:cNvPr>
            <p:cNvSpPr/>
            <p:nvPr/>
          </p:nvSpPr>
          <p:spPr>
            <a:xfrm>
              <a:off x="3113000" y="2338925"/>
              <a:ext cx="367225" cy="231425"/>
            </a:xfrm>
            <a:custGeom>
              <a:avLst/>
              <a:gdLst/>
              <a:ahLst/>
              <a:cxnLst/>
              <a:rect l="l" t="t" r="r" b="b"/>
              <a:pathLst>
                <a:path w="14689" h="9257" extrusionOk="0">
                  <a:moveTo>
                    <a:pt x="11868" y="1"/>
                  </a:moveTo>
                  <a:cubicBezTo>
                    <a:pt x="11698" y="1"/>
                    <a:pt x="11524" y="25"/>
                    <a:pt x="11353" y="76"/>
                  </a:cubicBezTo>
                  <a:lnTo>
                    <a:pt x="1503" y="2994"/>
                  </a:lnTo>
                  <a:cubicBezTo>
                    <a:pt x="546" y="3277"/>
                    <a:pt x="0" y="4283"/>
                    <a:pt x="284" y="5240"/>
                  </a:cubicBezTo>
                  <a:lnTo>
                    <a:pt x="1091" y="7962"/>
                  </a:lnTo>
                  <a:cubicBezTo>
                    <a:pt x="1323" y="8748"/>
                    <a:pt x="2042" y="9256"/>
                    <a:pt x="2822" y="9256"/>
                  </a:cubicBezTo>
                  <a:cubicBezTo>
                    <a:pt x="2991" y="9256"/>
                    <a:pt x="3164" y="9232"/>
                    <a:pt x="3336" y="9181"/>
                  </a:cubicBezTo>
                  <a:lnTo>
                    <a:pt x="13186" y="6262"/>
                  </a:lnTo>
                  <a:cubicBezTo>
                    <a:pt x="14142" y="5979"/>
                    <a:pt x="14688" y="4973"/>
                    <a:pt x="14405" y="4018"/>
                  </a:cubicBezTo>
                  <a:lnTo>
                    <a:pt x="13598" y="1294"/>
                  </a:lnTo>
                  <a:cubicBezTo>
                    <a:pt x="13365" y="510"/>
                    <a:pt x="12646" y="1"/>
                    <a:pt x="11868"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823;p38">
              <a:extLst>
                <a:ext uri="{FF2B5EF4-FFF2-40B4-BE49-F238E27FC236}">
                  <a16:creationId xmlns:a16="http://schemas.microsoft.com/office/drawing/2014/main" id="{EBA33607-48EB-83E4-22C8-AF7641B20163}"/>
                </a:ext>
              </a:extLst>
            </p:cNvPr>
            <p:cNvSpPr/>
            <p:nvPr/>
          </p:nvSpPr>
          <p:spPr>
            <a:xfrm>
              <a:off x="3123025" y="2347900"/>
              <a:ext cx="347150" cy="213450"/>
            </a:xfrm>
            <a:custGeom>
              <a:avLst/>
              <a:gdLst/>
              <a:ahLst/>
              <a:cxnLst/>
              <a:rect l="l" t="t" r="r" b="b"/>
              <a:pathLst>
                <a:path w="13886" h="8538" extrusionOk="0">
                  <a:moveTo>
                    <a:pt x="11466" y="0"/>
                  </a:moveTo>
                  <a:cubicBezTo>
                    <a:pt x="11328" y="0"/>
                    <a:pt x="11189" y="20"/>
                    <a:pt x="11053" y="61"/>
                  </a:cubicBezTo>
                  <a:lnTo>
                    <a:pt x="1203" y="2978"/>
                  </a:lnTo>
                  <a:cubicBezTo>
                    <a:pt x="438" y="3206"/>
                    <a:pt x="1" y="4013"/>
                    <a:pt x="226" y="4778"/>
                  </a:cubicBezTo>
                  <a:lnTo>
                    <a:pt x="1034" y="7501"/>
                  </a:lnTo>
                  <a:cubicBezTo>
                    <a:pt x="1212" y="8107"/>
                    <a:pt x="1758" y="8524"/>
                    <a:pt x="2391" y="8537"/>
                  </a:cubicBezTo>
                  <a:lnTo>
                    <a:pt x="2389" y="8537"/>
                  </a:lnTo>
                  <a:cubicBezTo>
                    <a:pt x="2399" y="8538"/>
                    <a:pt x="2409" y="8538"/>
                    <a:pt x="2419" y="8538"/>
                  </a:cubicBezTo>
                  <a:cubicBezTo>
                    <a:pt x="2559" y="8538"/>
                    <a:pt x="2697" y="8518"/>
                    <a:pt x="2833" y="8478"/>
                  </a:cubicBezTo>
                  <a:lnTo>
                    <a:pt x="12683" y="5560"/>
                  </a:lnTo>
                  <a:cubicBezTo>
                    <a:pt x="13448" y="5332"/>
                    <a:pt x="13886" y="4525"/>
                    <a:pt x="13660" y="3760"/>
                  </a:cubicBezTo>
                  <a:lnTo>
                    <a:pt x="12853" y="1038"/>
                  </a:lnTo>
                  <a:cubicBezTo>
                    <a:pt x="12673" y="431"/>
                    <a:pt x="12129" y="14"/>
                    <a:pt x="11496" y="1"/>
                  </a:cubicBezTo>
                  <a:cubicBezTo>
                    <a:pt x="11486" y="0"/>
                    <a:pt x="11476" y="0"/>
                    <a:pt x="1146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824;p38">
              <a:extLst>
                <a:ext uri="{FF2B5EF4-FFF2-40B4-BE49-F238E27FC236}">
                  <a16:creationId xmlns:a16="http://schemas.microsoft.com/office/drawing/2014/main" id="{18F1F132-B2B4-1828-7E49-1C48CA1A31F4}"/>
                </a:ext>
              </a:extLst>
            </p:cNvPr>
            <p:cNvSpPr/>
            <p:nvPr/>
          </p:nvSpPr>
          <p:spPr>
            <a:xfrm>
              <a:off x="3383175" y="2379250"/>
              <a:ext cx="56600" cy="89100"/>
            </a:xfrm>
            <a:custGeom>
              <a:avLst/>
              <a:gdLst/>
              <a:ahLst/>
              <a:cxnLst/>
              <a:rect l="l" t="t" r="r" b="b"/>
              <a:pathLst>
                <a:path w="2264" h="3564" extrusionOk="0">
                  <a:moveTo>
                    <a:pt x="823" y="1"/>
                  </a:moveTo>
                  <a:cubicBezTo>
                    <a:pt x="754" y="1"/>
                    <a:pt x="684" y="10"/>
                    <a:pt x="614" y="31"/>
                  </a:cubicBezTo>
                  <a:cubicBezTo>
                    <a:pt x="223" y="146"/>
                    <a:pt x="1" y="557"/>
                    <a:pt x="117" y="946"/>
                  </a:cubicBezTo>
                  <a:lnTo>
                    <a:pt x="735" y="3036"/>
                  </a:lnTo>
                  <a:cubicBezTo>
                    <a:pt x="831" y="3356"/>
                    <a:pt x="1124" y="3563"/>
                    <a:pt x="1443" y="3563"/>
                  </a:cubicBezTo>
                  <a:cubicBezTo>
                    <a:pt x="1512" y="3563"/>
                    <a:pt x="1582" y="3554"/>
                    <a:pt x="1652" y="3533"/>
                  </a:cubicBezTo>
                  <a:cubicBezTo>
                    <a:pt x="2041" y="3418"/>
                    <a:pt x="2264" y="3007"/>
                    <a:pt x="2149" y="2617"/>
                  </a:cubicBezTo>
                  <a:lnTo>
                    <a:pt x="1529" y="528"/>
                  </a:lnTo>
                  <a:cubicBezTo>
                    <a:pt x="1434" y="208"/>
                    <a:pt x="1141" y="1"/>
                    <a:pt x="823" y="1"/>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825;p38">
              <a:extLst>
                <a:ext uri="{FF2B5EF4-FFF2-40B4-BE49-F238E27FC236}">
                  <a16:creationId xmlns:a16="http://schemas.microsoft.com/office/drawing/2014/main" id="{3B4EE19C-2B65-7EBB-45D5-D7C633D4D393}"/>
                </a:ext>
              </a:extLst>
            </p:cNvPr>
            <p:cNvSpPr/>
            <p:nvPr/>
          </p:nvSpPr>
          <p:spPr>
            <a:xfrm>
              <a:off x="3241375" y="2420575"/>
              <a:ext cx="56600" cy="89075"/>
            </a:xfrm>
            <a:custGeom>
              <a:avLst/>
              <a:gdLst/>
              <a:ahLst/>
              <a:cxnLst/>
              <a:rect l="l" t="t" r="r" b="b"/>
              <a:pathLst>
                <a:path w="2264" h="3563" extrusionOk="0">
                  <a:moveTo>
                    <a:pt x="821" y="0"/>
                  </a:moveTo>
                  <a:cubicBezTo>
                    <a:pt x="752" y="0"/>
                    <a:pt x="682" y="10"/>
                    <a:pt x="612" y="31"/>
                  </a:cubicBezTo>
                  <a:cubicBezTo>
                    <a:pt x="223" y="147"/>
                    <a:pt x="0" y="556"/>
                    <a:pt x="115" y="947"/>
                  </a:cubicBezTo>
                  <a:lnTo>
                    <a:pt x="735" y="3036"/>
                  </a:lnTo>
                  <a:cubicBezTo>
                    <a:pt x="829" y="3356"/>
                    <a:pt x="1123" y="3563"/>
                    <a:pt x="1441" y="3563"/>
                  </a:cubicBezTo>
                  <a:cubicBezTo>
                    <a:pt x="1510" y="3563"/>
                    <a:pt x="1580" y="3553"/>
                    <a:pt x="1650" y="3533"/>
                  </a:cubicBezTo>
                  <a:cubicBezTo>
                    <a:pt x="2040" y="3417"/>
                    <a:pt x="2263" y="3007"/>
                    <a:pt x="2146" y="2616"/>
                  </a:cubicBezTo>
                  <a:lnTo>
                    <a:pt x="1528" y="527"/>
                  </a:lnTo>
                  <a:cubicBezTo>
                    <a:pt x="1433" y="208"/>
                    <a:pt x="1140" y="0"/>
                    <a:pt x="821"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826;p38">
              <a:extLst>
                <a:ext uri="{FF2B5EF4-FFF2-40B4-BE49-F238E27FC236}">
                  <a16:creationId xmlns:a16="http://schemas.microsoft.com/office/drawing/2014/main" id="{2C6F6732-0000-F73E-9BD4-163BCBA18BF3}"/>
                </a:ext>
              </a:extLst>
            </p:cNvPr>
            <p:cNvSpPr/>
            <p:nvPr/>
          </p:nvSpPr>
          <p:spPr>
            <a:xfrm>
              <a:off x="3070400" y="2272900"/>
              <a:ext cx="194200" cy="112100"/>
            </a:xfrm>
            <a:custGeom>
              <a:avLst/>
              <a:gdLst/>
              <a:ahLst/>
              <a:cxnLst/>
              <a:rect l="l" t="t" r="r" b="b"/>
              <a:pathLst>
                <a:path w="7768" h="4484" extrusionOk="0">
                  <a:moveTo>
                    <a:pt x="4871" y="1"/>
                  </a:moveTo>
                  <a:cubicBezTo>
                    <a:pt x="4361" y="1"/>
                    <a:pt x="3808" y="69"/>
                    <a:pt x="3245" y="213"/>
                  </a:cubicBezTo>
                  <a:cubicBezTo>
                    <a:pt x="1439" y="675"/>
                    <a:pt x="115" y="1762"/>
                    <a:pt x="15" y="2778"/>
                  </a:cubicBezTo>
                  <a:cubicBezTo>
                    <a:pt x="0" y="2919"/>
                    <a:pt x="11" y="3058"/>
                    <a:pt x="46" y="3193"/>
                  </a:cubicBezTo>
                  <a:lnTo>
                    <a:pt x="46" y="3194"/>
                  </a:lnTo>
                  <a:cubicBezTo>
                    <a:pt x="103" y="3419"/>
                    <a:pt x="226" y="3619"/>
                    <a:pt x="402" y="3790"/>
                  </a:cubicBezTo>
                  <a:cubicBezTo>
                    <a:pt x="861" y="4234"/>
                    <a:pt x="1682" y="4483"/>
                    <a:pt x="2655" y="4483"/>
                  </a:cubicBezTo>
                  <a:cubicBezTo>
                    <a:pt x="3166" y="4483"/>
                    <a:pt x="3718" y="4415"/>
                    <a:pt x="4282" y="4270"/>
                  </a:cubicBezTo>
                  <a:cubicBezTo>
                    <a:pt x="6336" y="3744"/>
                    <a:pt x="7768" y="2410"/>
                    <a:pt x="7481" y="1290"/>
                  </a:cubicBezTo>
                  <a:cubicBezTo>
                    <a:pt x="7274" y="477"/>
                    <a:pt x="6218" y="1"/>
                    <a:pt x="4871"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827;p38">
              <a:extLst>
                <a:ext uri="{FF2B5EF4-FFF2-40B4-BE49-F238E27FC236}">
                  <a16:creationId xmlns:a16="http://schemas.microsoft.com/office/drawing/2014/main" id="{36E47611-6421-52DC-0935-A8C09B1A551C}"/>
                </a:ext>
              </a:extLst>
            </p:cNvPr>
            <p:cNvSpPr/>
            <p:nvPr/>
          </p:nvSpPr>
          <p:spPr>
            <a:xfrm>
              <a:off x="3070400" y="2342375"/>
              <a:ext cx="17700" cy="25275"/>
            </a:xfrm>
            <a:custGeom>
              <a:avLst/>
              <a:gdLst/>
              <a:ahLst/>
              <a:cxnLst/>
              <a:rect l="l" t="t" r="r" b="b"/>
              <a:pathLst>
                <a:path w="708" h="1011" extrusionOk="0">
                  <a:moveTo>
                    <a:pt x="15" y="0"/>
                  </a:moveTo>
                  <a:lnTo>
                    <a:pt x="15" y="0"/>
                  </a:lnTo>
                  <a:cubicBezTo>
                    <a:pt x="0" y="140"/>
                    <a:pt x="11" y="279"/>
                    <a:pt x="46" y="415"/>
                  </a:cubicBezTo>
                  <a:cubicBezTo>
                    <a:pt x="103" y="640"/>
                    <a:pt x="226" y="840"/>
                    <a:pt x="402" y="1011"/>
                  </a:cubicBezTo>
                  <a:cubicBezTo>
                    <a:pt x="603" y="855"/>
                    <a:pt x="708" y="629"/>
                    <a:pt x="652" y="414"/>
                  </a:cubicBezTo>
                  <a:cubicBezTo>
                    <a:pt x="588" y="162"/>
                    <a:pt x="324" y="3"/>
                    <a:pt x="15"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828;p38">
              <a:extLst>
                <a:ext uri="{FF2B5EF4-FFF2-40B4-BE49-F238E27FC236}">
                  <a16:creationId xmlns:a16="http://schemas.microsoft.com/office/drawing/2014/main" id="{7A11C260-8461-46AD-081B-F8B0F93185C8}"/>
                </a:ext>
              </a:extLst>
            </p:cNvPr>
            <p:cNvSpPr/>
            <p:nvPr/>
          </p:nvSpPr>
          <p:spPr>
            <a:xfrm>
              <a:off x="3084150" y="2479375"/>
              <a:ext cx="48875" cy="74725"/>
            </a:xfrm>
            <a:custGeom>
              <a:avLst/>
              <a:gdLst/>
              <a:ahLst/>
              <a:cxnLst/>
              <a:rect l="l" t="t" r="r" b="b"/>
              <a:pathLst>
                <a:path w="1955" h="2989" extrusionOk="0">
                  <a:moveTo>
                    <a:pt x="981" y="1"/>
                  </a:moveTo>
                  <a:cubicBezTo>
                    <a:pt x="950" y="1"/>
                    <a:pt x="919" y="5"/>
                    <a:pt x="888" y="14"/>
                  </a:cubicBezTo>
                  <a:lnTo>
                    <a:pt x="273" y="196"/>
                  </a:lnTo>
                  <a:cubicBezTo>
                    <a:pt x="100" y="248"/>
                    <a:pt x="0" y="429"/>
                    <a:pt x="52" y="603"/>
                  </a:cubicBezTo>
                  <a:lnTo>
                    <a:pt x="660" y="2657"/>
                  </a:lnTo>
                  <a:cubicBezTo>
                    <a:pt x="706" y="2813"/>
                    <a:pt x="585" y="2988"/>
                    <a:pt x="680" y="2988"/>
                  </a:cubicBezTo>
                  <a:cubicBezTo>
                    <a:pt x="692" y="2988"/>
                    <a:pt x="707" y="2986"/>
                    <a:pt x="726" y="2980"/>
                  </a:cubicBezTo>
                  <a:lnTo>
                    <a:pt x="727" y="2980"/>
                  </a:lnTo>
                  <a:lnTo>
                    <a:pt x="1681" y="2697"/>
                  </a:lnTo>
                  <a:cubicBezTo>
                    <a:pt x="1856" y="2645"/>
                    <a:pt x="1954" y="2464"/>
                    <a:pt x="1903" y="2289"/>
                  </a:cubicBezTo>
                  <a:lnTo>
                    <a:pt x="1294" y="235"/>
                  </a:lnTo>
                  <a:cubicBezTo>
                    <a:pt x="1251" y="93"/>
                    <a:pt x="1121" y="1"/>
                    <a:pt x="981"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829;p38">
              <a:extLst>
                <a:ext uri="{FF2B5EF4-FFF2-40B4-BE49-F238E27FC236}">
                  <a16:creationId xmlns:a16="http://schemas.microsoft.com/office/drawing/2014/main" id="{B2055A1A-2BBB-A148-E5B9-56DB2DFAB8AD}"/>
                </a:ext>
              </a:extLst>
            </p:cNvPr>
            <p:cNvSpPr/>
            <p:nvPr/>
          </p:nvSpPr>
          <p:spPr>
            <a:xfrm>
              <a:off x="3076225" y="2483025"/>
              <a:ext cx="44100" cy="71025"/>
            </a:xfrm>
            <a:custGeom>
              <a:avLst/>
              <a:gdLst/>
              <a:ahLst/>
              <a:cxnLst/>
              <a:rect l="l" t="t" r="r" b="b"/>
              <a:pathLst>
                <a:path w="1764" h="2841" extrusionOk="0">
                  <a:moveTo>
                    <a:pt x="791" y="0"/>
                  </a:moveTo>
                  <a:cubicBezTo>
                    <a:pt x="760" y="0"/>
                    <a:pt x="729" y="4"/>
                    <a:pt x="697" y="14"/>
                  </a:cubicBezTo>
                  <a:lnTo>
                    <a:pt x="272" y="144"/>
                  </a:lnTo>
                  <a:cubicBezTo>
                    <a:pt x="99" y="195"/>
                    <a:pt x="0" y="379"/>
                    <a:pt x="52" y="551"/>
                  </a:cubicBezTo>
                  <a:lnTo>
                    <a:pt x="661" y="2607"/>
                  </a:lnTo>
                  <a:cubicBezTo>
                    <a:pt x="703" y="2748"/>
                    <a:pt x="833" y="2840"/>
                    <a:pt x="974" y="2840"/>
                  </a:cubicBezTo>
                  <a:cubicBezTo>
                    <a:pt x="1004" y="2840"/>
                    <a:pt x="1036" y="2836"/>
                    <a:pt x="1067" y="2826"/>
                  </a:cubicBezTo>
                  <a:lnTo>
                    <a:pt x="1492" y="2696"/>
                  </a:lnTo>
                  <a:cubicBezTo>
                    <a:pt x="1665" y="2645"/>
                    <a:pt x="1764" y="2463"/>
                    <a:pt x="1714" y="2289"/>
                  </a:cubicBezTo>
                  <a:lnTo>
                    <a:pt x="1105" y="235"/>
                  </a:lnTo>
                  <a:cubicBezTo>
                    <a:pt x="1062" y="92"/>
                    <a:pt x="933" y="0"/>
                    <a:pt x="791"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830;p38">
              <a:extLst>
                <a:ext uri="{FF2B5EF4-FFF2-40B4-BE49-F238E27FC236}">
                  <a16:creationId xmlns:a16="http://schemas.microsoft.com/office/drawing/2014/main" id="{AAE254A2-1292-9784-8C7C-F1B7A6739F0C}"/>
                </a:ext>
              </a:extLst>
            </p:cNvPr>
            <p:cNvSpPr/>
            <p:nvPr/>
          </p:nvSpPr>
          <p:spPr>
            <a:xfrm>
              <a:off x="3023625" y="2293425"/>
              <a:ext cx="78100" cy="223300"/>
            </a:xfrm>
            <a:custGeom>
              <a:avLst/>
              <a:gdLst/>
              <a:ahLst/>
              <a:cxnLst/>
              <a:rect l="l" t="t" r="r" b="b"/>
              <a:pathLst>
                <a:path w="3124" h="8932" extrusionOk="0">
                  <a:moveTo>
                    <a:pt x="309" y="0"/>
                  </a:moveTo>
                  <a:cubicBezTo>
                    <a:pt x="283" y="0"/>
                    <a:pt x="257" y="4"/>
                    <a:pt x="231" y="12"/>
                  </a:cubicBezTo>
                  <a:cubicBezTo>
                    <a:pt x="84" y="56"/>
                    <a:pt x="1" y="209"/>
                    <a:pt x="43" y="356"/>
                  </a:cubicBezTo>
                  <a:lnTo>
                    <a:pt x="2550" y="8734"/>
                  </a:lnTo>
                  <a:cubicBezTo>
                    <a:pt x="2586" y="8854"/>
                    <a:pt x="2695" y="8932"/>
                    <a:pt x="2814" y="8932"/>
                  </a:cubicBezTo>
                  <a:cubicBezTo>
                    <a:pt x="2840" y="8932"/>
                    <a:pt x="2867" y="8928"/>
                    <a:pt x="2894" y="8920"/>
                  </a:cubicBezTo>
                  <a:cubicBezTo>
                    <a:pt x="3041" y="8878"/>
                    <a:pt x="3124" y="8723"/>
                    <a:pt x="3080" y="8576"/>
                  </a:cubicBezTo>
                  <a:lnTo>
                    <a:pt x="575" y="198"/>
                  </a:lnTo>
                  <a:cubicBezTo>
                    <a:pt x="539" y="79"/>
                    <a:pt x="428" y="0"/>
                    <a:pt x="309" y="0"/>
                  </a:cubicBezTo>
                  <a:close/>
                </a:path>
              </a:pathLst>
            </a:custGeom>
            <a:solidFill>
              <a:srgbClr val="F2F5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831;p38">
              <a:extLst>
                <a:ext uri="{FF2B5EF4-FFF2-40B4-BE49-F238E27FC236}">
                  <a16:creationId xmlns:a16="http://schemas.microsoft.com/office/drawing/2014/main" id="{483127E7-0B67-444C-A308-A1F9EE46DEC5}"/>
                </a:ext>
              </a:extLst>
            </p:cNvPr>
            <p:cNvSpPr/>
            <p:nvPr/>
          </p:nvSpPr>
          <p:spPr>
            <a:xfrm>
              <a:off x="3115450" y="3232225"/>
              <a:ext cx="290400" cy="75425"/>
            </a:xfrm>
            <a:custGeom>
              <a:avLst/>
              <a:gdLst/>
              <a:ahLst/>
              <a:cxnLst/>
              <a:rect l="l" t="t" r="r" b="b"/>
              <a:pathLst>
                <a:path w="11616" h="3017" extrusionOk="0">
                  <a:moveTo>
                    <a:pt x="2847" y="1"/>
                  </a:moveTo>
                  <a:cubicBezTo>
                    <a:pt x="2797" y="243"/>
                    <a:pt x="2750" y="505"/>
                    <a:pt x="2709" y="785"/>
                  </a:cubicBezTo>
                  <a:cubicBezTo>
                    <a:pt x="2338" y="776"/>
                    <a:pt x="1181" y="696"/>
                    <a:pt x="120" y="85"/>
                  </a:cubicBezTo>
                  <a:cubicBezTo>
                    <a:pt x="79" y="170"/>
                    <a:pt x="40" y="258"/>
                    <a:pt x="1" y="349"/>
                  </a:cubicBezTo>
                  <a:cubicBezTo>
                    <a:pt x="1093" y="968"/>
                    <a:pt x="2247" y="1061"/>
                    <a:pt x="2671" y="1071"/>
                  </a:cubicBezTo>
                  <a:cubicBezTo>
                    <a:pt x="2618" y="1505"/>
                    <a:pt x="2585" y="1974"/>
                    <a:pt x="2579" y="2479"/>
                  </a:cubicBezTo>
                  <a:lnTo>
                    <a:pt x="2580" y="2479"/>
                  </a:lnTo>
                  <a:lnTo>
                    <a:pt x="2579" y="2600"/>
                  </a:lnTo>
                  <a:lnTo>
                    <a:pt x="2698" y="2621"/>
                  </a:lnTo>
                  <a:cubicBezTo>
                    <a:pt x="4390" y="2913"/>
                    <a:pt x="5873" y="3016"/>
                    <a:pt x="7129" y="3016"/>
                  </a:cubicBezTo>
                  <a:cubicBezTo>
                    <a:pt x="9430" y="3016"/>
                    <a:pt x="10964" y="2668"/>
                    <a:pt x="11616" y="2483"/>
                  </a:cubicBezTo>
                  <a:cubicBezTo>
                    <a:pt x="11596" y="2389"/>
                    <a:pt x="11575" y="2295"/>
                    <a:pt x="11552" y="2203"/>
                  </a:cubicBezTo>
                  <a:cubicBezTo>
                    <a:pt x="10934" y="2380"/>
                    <a:pt x="9422" y="2730"/>
                    <a:pt x="7135" y="2730"/>
                  </a:cubicBezTo>
                  <a:cubicBezTo>
                    <a:pt x="5924" y="2730"/>
                    <a:pt x="4497" y="2632"/>
                    <a:pt x="2870" y="2359"/>
                  </a:cubicBezTo>
                  <a:cubicBezTo>
                    <a:pt x="2886" y="1485"/>
                    <a:pt x="2995" y="709"/>
                    <a:pt x="3127" y="75"/>
                  </a:cubicBezTo>
                  <a:cubicBezTo>
                    <a:pt x="3033" y="52"/>
                    <a:pt x="2939" y="26"/>
                    <a:pt x="284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832;p38">
              <a:extLst>
                <a:ext uri="{FF2B5EF4-FFF2-40B4-BE49-F238E27FC236}">
                  <a16:creationId xmlns:a16="http://schemas.microsoft.com/office/drawing/2014/main" id="{9C0C08D7-10A1-91CC-A5CD-0D9898139FDB}"/>
                </a:ext>
              </a:extLst>
            </p:cNvPr>
            <p:cNvSpPr/>
            <p:nvPr/>
          </p:nvSpPr>
          <p:spPr>
            <a:xfrm>
              <a:off x="2952925" y="2716325"/>
              <a:ext cx="139875" cy="166600"/>
            </a:xfrm>
            <a:custGeom>
              <a:avLst/>
              <a:gdLst/>
              <a:ahLst/>
              <a:cxnLst/>
              <a:rect l="l" t="t" r="r" b="b"/>
              <a:pathLst>
                <a:path w="5595" h="6664" extrusionOk="0">
                  <a:moveTo>
                    <a:pt x="2472" y="0"/>
                  </a:moveTo>
                  <a:cubicBezTo>
                    <a:pt x="2344" y="0"/>
                    <a:pt x="2216" y="14"/>
                    <a:pt x="2088" y="41"/>
                  </a:cubicBezTo>
                  <a:cubicBezTo>
                    <a:pt x="759" y="327"/>
                    <a:pt x="1" y="2033"/>
                    <a:pt x="393" y="3851"/>
                  </a:cubicBezTo>
                  <a:cubicBezTo>
                    <a:pt x="746" y="5493"/>
                    <a:pt x="1918" y="6664"/>
                    <a:pt x="3121" y="6664"/>
                  </a:cubicBezTo>
                  <a:cubicBezTo>
                    <a:pt x="3250" y="6664"/>
                    <a:pt x="3379" y="6650"/>
                    <a:pt x="3507" y="6622"/>
                  </a:cubicBezTo>
                  <a:cubicBezTo>
                    <a:pt x="4836" y="6336"/>
                    <a:pt x="5594" y="4632"/>
                    <a:pt x="5202" y="2814"/>
                  </a:cubicBezTo>
                  <a:cubicBezTo>
                    <a:pt x="4848" y="1172"/>
                    <a:pt x="3675" y="0"/>
                    <a:pt x="2472"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833;p38">
              <a:extLst>
                <a:ext uri="{FF2B5EF4-FFF2-40B4-BE49-F238E27FC236}">
                  <a16:creationId xmlns:a16="http://schemas.microsoft.com/office/drawing/2014/main" id="{BEF12F40-3EF2-F9D0-93B7-BF10A5FC84D9}"/>
                </a:ext>
              </a:extLst>
            </p:cNvPr>
            <p:cNvSpPr/>
            <p:nvPr/>
          </p:nvSpPr>
          <p:spPr>
            <a:xfrm>
              <a:off x="2941100" y="2737225"/>
              <a:ext cx="123825" cy="133175"/>
            </a:xfrm>
            <a:custGeom>
              <a:avLst/>
              <a:gdLst/>
              <a:ahLst/>
              <a:cxnLst/>
              <a:rect l="l" t="t" r="r" b="b"/>
              <a:pathLst>
                <a:path w="4953" h="5327" extrusionOk="0">
                  <a:moveTo>
                    <a:pt x="2516" y="1"/>
                  </a:moveTo>
                  <a:cubicBezTo>
                    <a:pt x="2410" y="1"/>
                    <a:pt x="2303" y="12"/>
                    <a:pt x="2196" y="35"/>
                  </a:cubicBezTo>
                  <a:cubicBezTo>
                    <a:pt x="1134" y="264"/>
                    <a:pt x="1" y="1627"/>
                    <a:pt x="315" y="3078"/>
                  </a:cubicBezTo>
                  <a:cubicBezTo>
                    <a:pt x="596" y="4390"/>
                    <a:pt x="1963" y="5327"/>
                    <a:pt x="3007" y="5327"/>
                  </a:cubicBezTo>
                  <a:cubicBezTo>
                    <a:pt x="3118" y="5327"/>
                    <a:pt x="3226" y="5316"/>
                    <a:pt x="3329" y="5294"/>
                  </a:cubicBezTo>
                  <a:cubicBezTo>
                    <a:pt x="4391" y="5065"/>
                    <a:pt x="4953" y="3648"/>
                    <a:pt x="4639" y="2197"/>
                  </a:cubicBezTo>
                  <a:cubicBezTo>
                    <a:pt x="4358" y="891"/>
                    <a:pt x="3464" y="1"/>
                    <a:pt x="2516"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834;p38">
              <a:extLst>
                <a:ext uri="{FF2B5EF4-FFF2-40B4-BE49-F238E27FC236}">
                  <a16:creationId xmlns:a16="http://schemas.microsoft.com/office/drawing/2014/main" id="{44207609-EEA6-7EC5-D429-4128B5EB0002}"/>
                </a:ext>
              </a:extLst>
            </p:cNvPr>
            <p:cNvSpPr/>
            <p:nvPr/>
          </p:nvSpPr>
          <p:spPr>
            <a:xfrm>
              <a:off x="2964775" y="2776500"/>
              <a:ext cx="41500" cy="61175"/>
            </a:xfrm>
            <a:custGeom>
              <a:avLst/>
              <a:gdLst/>
              <a:ahLst/>
              <a:cxnLst/>
              <a:rect l="l" t="t" r="r" b="b"/>
              <a:pathLst>
                <a:path w="1660" h="2447" extrusionOk="0">
                  <a:moveTo>
                    <a:pt x="829" y="0"/>
                  </a:moveTo>
                  <a:cubicBezTo>
                    <a:pt x="372" y="0"/>
                    <a:pt x="1" y="547"/>
                    <a:pt x="1" y="1224"/>
                  </a:cubicBezTo>
                  <a:cubicBezTo>
                    <a:pt x="1" y="1899"/>
                    <a:pt x="372" y="2446"/>
                    <a:pt x="829" y="2446"/>
                  </a:cubicBezTo>
                  <a:cubicBezTo>
                    <a:pt x="1288" y="2446"/>
                    <a:pt x="1659" y="1898"/>
                    <a:pt x="1659" y="1224"/>
                  </a:cubicBezTo>
                  <a:cubicBezTo>
                    <a:pt x="1659" y="548"/>
                    <a:pt x="1288" y="0"/>
                    <a:pt x="829"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835;p38">
              <a:extLst>
                <a:ext uri="{FF2B5EF4-FFF2-40B4-BE49-F238E27FC236}">
                  <a16:creationId xmlns:a16="http://schemas.microsoft.com/office/drawing/2014/main" id="{69541ED1-7439-F179-A060-836D4C9BFC5A}"/>
                </a:ext>
              </a:extLst>
            </p:cNvPr>
            <p:cNvSpPr/>
            <p:nvPr/>
          </p:nvSpPr>
          <p:spPr>
            <a:xfrm>
              <a:off x="2985500" y="2776500"/>
              <a:ext cx="36075" cy="61175"/>
            </a:xfrm>
            <a:custGeom>
              <a:avLst/>
              <a:gdLst/>
              <a:ahLst/>
              <a:cxnLst/>
              <a:rect l="l" t="t" r="r" b="b"/>
              <a:pathLst>
                <a:path w="1443" h="2447" extrusionOk="0">
                  <a:moveTo>
                    <a:pt x="0" y="0"/>
                  </a:moveTo>
                  <a:cubicBezTo>
                    <a:pt x="459" y="0"/>
                    <a:pt x="830" y="547"/>
                    <a:pt x="830" y="1224"/>
                  </a:cubicBezTo>
                  <a:cubicBezTo>
                    <a:pt x="830" y="1899"/>
                    <a:pt x="459" y="2446"/>
                    <a:pt x="0" y="2446"/>
                  </a:cubicBezTo>
                  <a:lnTo>
                    <a:pt x="614" y="2446"/>
                  </a:lnTo>
                  <a:cubicBezTo>
                    <a:pt x="1071" y="2446"/>
                    <a:pt x="1442" y="1898"/>
                    <a:pt x="1442" y="1224"/>
                  </a:cubicBezTo>
                  <a:cubicBezTo>
                    <a:pt x="1442" y="548"/>
                    <a:pt x="1071" y="0"/>
                    <a:pt x="61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836;p38">
              <a:extLst>
                <a:ext uri="{FF2B5EF4-FFF2-40B4-BE49-F238E27FC236}">
                  <a16:creationId xmlns:a16="http://schemas.microsoft.com/office/drawing/2014/main" id="{95983298-AF78-3EBE-E229-30316AFC6960}"/>
                </a:ext>
              </a:extLst>
            </p:cNvPr>
            <p:cNvSpPr/>
            <p:nvPr/>
          </p:nvSpPr>
          <p:spPr>
            <a:xfrm>
              <a:off x="2952925" y="2716325"/>
              <a:ext cx="139875" cy="166600"/>
            </a:xfrm>
            <a:custGeom>
              <a:avLst/>
              <a:gdLst/>
              <a:ahLst/>
              <a:cxnLst/>
              <a:rect l="l" t="t" r="r" b="b"/>
              <a:pathLst>
                <a:path w="5595" h="6664" extrusionOk="0">
                  <a:moveTo>
                    <a:pt x="2472" y="0"/>
                  </a:moveTo>
                  <a:cubicBezTo>
                    <a:pt x="2344" y="0"/>
                    <a:pt x="2216" y="14"/>
                    <a:pt x="2088" y="41"/>
                  </a:cubicBezTo>
                  <a:cubicBezTo>
                    <a:pt x="759" y="327"/>
                    <a:pt x="1" y="2033"/>
                    <a:pt x="393" y="3851"/>
                  </a:cubicBezTo>
                  <a:cubicBezTo>
                    <a:pt x="746" y="5493"/>
                    <a:pt x="1918" y="6664"/>
                    <a:pt x="3121" y="6664"/>
                  </a:cubicBezTo>
                  <a:cubicBezTo>
                    <a:pt x="3250" y="6664"/>
                    <a:pt x="3379" y="6650"/>
                    <a:pt x="3507" y="6622"/>
                  </a:cubicBezTo>
                  <a:cubicBezTo>
                    <a:pt x="4836" y="6336"/>
                    <a:pt x="5594" y="4632"/>
                    <a:pt x="5202" y="2814"/>
                  </a:cubicBezTo>
                  <a:cubicBezTo>
                    <a:pt x="4848" y="1172"/>
                    <a:pt x="3675" y="0"/>
                    <a:pt x="2472"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837;p38">
              <a:extLst>
                <a:ext uri="{FF2B5EF4-FFF2-40B4-BE49-F238E27FC236}">
                  <a16:creationId xmlns:a16="http://schemas.microsoft.com/office/drawing/2014/main" id="{4857E504-8DCE-205D-A073-5815320C8173}"/>
                </a:ext>
              </a:extLst>
            </p:cNvPr>
            <p:cNvSpPr/>
            <p:nvPr/>
          </p:nvSpPr>
          <p:spPr>
            <a:xfrm>
              <a:off x="2941100" y="2737225"/>
              <a:ext cx="123825" cy="133175"/>
            </a:xfrm>
            <a:custGeom>
              <a:avLst/>
              <a:gdLst/>
              <a:ahLst/>
              <a:cxnLst/>
              <a:rect l="l" t="t" r="r" b="b"/>
              <a:pathLst>
                <a:path w="4953" h="5327" extrusionOk="0">
                  <a:moveTo>
                    <a:pt x="2516" y="1"/>
                  </a:moveTo>
                  <a:cubicBezTo>
                    <a:pt x="2410" y="1"/>
                    <a:pt x="2303" y="12"/>
                    <a:pt x="2196" y="35"/>
                  </a:cubicBezTo>
                  <a:cubicBezTo>
                    <a:pt x="1134" y="264"/>
                    <a:pt x="1" y="1627"/>
                    <a:pt x="315" y="3078"/>
                  </a:cubicBezTo>
                  <a:cubicBezTo>
                    <a:pt x="596" y="4390"/>
                    <a:pt x="1963" y="5327"/>
                    <a:pt x="3007" y="5327"/>
                  </a:cubicBezTo>
                  <a:cubicBezTo>
                    <a:pt x="3118" y="5327"/>
                    <a:pt x="3226" y="5316"/>
                    <a:pt x="3329" y="5294"/>
                  </a:cubicBezTo>
                  <a:cubicBezTo>
                    <a:pt x="4391" y="5065"/>
                    <a:pt x="4953" y="3648"/>
                    <a:pt x="4639" y="2197"/>
                  </a:cubicBezTo>
                  <a:cubicBezTo>
                    <a:pt x="4358" y="891"/>
                    <a:pt x="3464" y="1"/>
                    <a:pt x="2516"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838;p38">
              <a:extLst>
                <a:ext uri="{FF2B5EF4-FFF2-40B4-BE49-F238E27FC236}">
                  <a16:creationId xmlns:a16="http://schemas.microsoft.com/office/drawing/2014/main" id="{1F409891-9454-675B-FA45-BCA91FCC0496}"/>
                </a:ext>
              </a:extLst>
            </p:cNvPr>
            <p:cNvSpPr/>
            <p:nvPr/>
          </p:nvSpPr>
          <p:spPr>
            <a:xfrm>
              <a:off x="2964775" y="2776500"/>
              <a:ext cx="41500" cy="61175"/>
            </a:xfrm>
            <a:custGeom>
              <a:avLst/>
              <a:gdLst/>
              <a:ahLst/>
              <a:cxnLst/>
              <a:rect l="l" t="t" r="r" b="b"/>
              <a:pathLst>
                <a:path w="1660" h="2447" extrusionOk="0">
                  <a:moveTo>
                    <a:pt x="829" y="0"/>
                  </a:moveTo>
                  <a:cubicBezTo>
                    <a:pt x="372" y="0"/>
                    <a:pt x="1" y="547"/>
                    <a:pt x="1" y="1224"/>
                  </a:cubicBezTo>
                  <a:cubicBezTo>
                    <a:pt x="1" y="1899"/>
                    <a:pt x="372" y="2446"/>
                    <a:pt x="829" y="2446"/>
                  </a:cubicBezTo>
                  <a:cubicBezTo>
                    <a:pt x="1288" y="2446"/>
                    <a:pt x="1659" y="1898"/>
                    <a:pt x="1659" y="1224"/>
                  </a:cubicBezTo>
                  <a:cubicBezTo>
                    <a:pt x="1659" y="548"/>
                    <a:pt x="1288" y="0"/>
                    <a:pt x="829"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839;p38">
              <a:extLst>
                <a:ext uri="{FF2B5EF4-FFF2-40B4-BE49-F238E27FC236}">
                  <a16:creationId xmlns:a16="http://schemas.microsoft.com/office/drawing/2014/main" id="{BC4F1856-1842-2E38-EE32-5B875640D150}"/>
                </a:ext>
              </a:extLst>
            </p:cNvPr>
            <p:cNvSpPr/>
            <p:nvPr/>
          </p:nvSpPr>
          <p:spPr>
            <a:xfrm>
              <a:off x="2985500" y="2776500"/>
              <a:ext cx="36075" cy="61175"/>
            </a:xfrm>
            <a:custGeom>
              <a:avLst/>
              <a:gdLst/>
              <a:ahLst/>
              <a:cxnLst/>
              <a:rect l="l" t="t" r="r" b="b"/>
              <a:pathLst>
                <a:path w="1443" h="2447" extrusionOk="0">
                  <a:moveTo>
                    <a:pt x="0" y="0"/>
                  </a:moveTo>
                  <a:cubicBezTo>
                    <a:pt x="459" y="0"/>
                    <a:pt x="830" y="547"/>
                    <a:pt x="830" y="1224"/>
                  </a:cubicBezTo>
                  <a:cubicBezTo>
                    <a:pt x="830" y="1899"/>
                    <a:pt x="459" y="2446"/>
                    <a:pt x="0" y="2446"/>
                  </a:cubicBezTo>
                  <a:lnTo>
                    <a:pt x="614" y="2446"/>
                  </a:lnTo>
                  <a:cubicBezTo>
                    <a:pt x="1071" y="2446"/>
                    <a:pt x="1442" y="1898"/>
                    <a:pt x="1442" y="1224"/>
                  </a:cubicBezTo>
                  <a:cubicBezTo>
                    <a:pt x="1442" y="548"/>
                    <a:pt x="1071" y="0"/>
                    <a:pt x="61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840;p38">
              <a:extLst>
                <a:ext uri="{FF2B5EF4-FFF2-40B4-BE49-F238E27FC236}">
                  <a16:creationId xmlns:a16="http://schemas.microsoft.com/office/drawing/2014/main" id="{142B759F-4EC3-2231-CE83-A3E5EAEC9206}"/>
                </a:ext>
              </a:extLst>
            </p:cNvPr>
            <p:cNvSpPr/>
            <p:nvPr/>
          </p:nvSpPr>
          <p:spPr>
            <a:xfrm>
              <a:off x="2735825" y="2782850"/>
              <a:ext cx="384850" cy="382025"/>
            </a:xfrm>
            <a:custGeom>
              <a:avLst/>
              <a:gdLst/>
              <a:ahLst/>
              <a:cxnLst/>
              <a:rect l="l" t="t" r="r" b="b"/>
              <a:pathLst>
                <a:path w="15394" h="15281" extrusionOk="0">
                  <a:moveTo>
                    <a:pt x="9764" y="0"/>
                  </a:moveTo>
                  <a:cubicBezTo>
                    <a:pt x="9738" y="0"/>
                    <a:pt x="9712" y="1"/>
                    <a:pt x="9686" y="4"/>
                  </a:cubicBezTo>
                  <a:cubicBezTo>
                    <a:pt x="9610" y="10"/>
                    <a:pt x="8950" y="66"/>
                    <a:pt x="8006" y="269"/>
                  </a:cubicBezTo>
                  <a:cubicBezTo>
                    <a:pt x="7855" y="300"/>
                    <a:pt x="7697" y="337"/>
                    <a:pt x="7532" y="376"/>
                  </a:cubicBezTo>
                  <a:cubicBezTo>
                    <a:pt x="6644" y="596"/>
                    <a:pt x="5579" y="935"/>
                    <a:pt x="4534" y="1458"/>
                  </a:cubicBezTo>
                  <a:lnTo>
                    <a:pt x="4533" y="1458"/>
                  </a:lnTo>
                  <a:cubicBezTo>
                    <a:pt x="4401" y="1524"/>
                    <a:pt x="4271" y="1592"/>
                    <a:pt x="4140" y="1665"/>
                  </a:cubicBezTo>
                  <a:cubicBezTo>
                    <a:pt x="3307" y="2124"/>
                    <a:pt x="2502" y="2707"/>
                    <a:pt x="1827" y="3448"/>
                  </a:cubicBezTo>
                  <a:cubicBezTo>
                    <a:pt x="1718" y="3566"/>
                    <a:pt x="1614" y="3687"/>
                    <a:pt x="1514" y="3815"/>
                  </a:cubicBezTo>
                  <a:cubicBezTo>
                    <a:pt x="1503" y="3827"/>
                    <a:pt x="1494" y="3839"/>
                    <a:pt x="1485" y="3851"/>
                  </a:cubicBezTo>
                  <a:cubicBezTo>
                    <a:pt x="734" y="4805"/>
                    <a:pt x="270" y="5890"/>
                    <a:pt x="99" y="7091"/>
                  </a:cubicBezTo>
                  <a:cubicBezTo>
                    <a:pt x="75" y="7264"/>
                    <a:pt x="55" y="7438"/>
                    <a:pt x="43" y="7616"/>
                  </a:cubicBezTo>
                  <a:cubicBezTo>
                    <a:pt x="1" y="8219"/>
                    <a:pt x="26" y="8852"/>
                    <a:pt x="123" y="9511"/>
                  </a:cubicBezTo>
                  <a:lnTo>
                    <a:pt x="123" y="9510"/>
                  </a:lnTo>
                  <a:cubicBezTo>
                    <a:pt x="192" y="9973"/>
                    <a:pt x="282" y="10410"/>
                    <a:pt x="398" y="10819"/>
                  </a:cubicBezTo>
                  <a:cubicBezTo>
                    <a:pt x="448" y="11000"/>
                    <a:pt x="504" y="11176"/>
                    <a:pt x="564" y="11347"/>
                  </a:cubicBezTo>
                  <a:cubicBezTo>
                    <a:pt x="908" y="12327"/>
                    <a:pt x="1403" y="13130"/>
                    <a:pt x="2046" y="13750"/>
                  </a:cubicBezTo>
                  <a:cubicBezTo>
                    <a:pt x="2197" y="13896"/>
                    <a:pt x="2356" y="14033"/>
                    <a:pt x="2524" y="14159"/>
                  </a:cubicBezTo>
                  <a:cubicBezTo>
                    <a:pt x="2818" y="14378"/>
                    <a:pt x="3136" y="14567"/>
                    <a:pt x="3479" y="14727"/>
                  </a:cubicBezTo>
                  <a:cubicBezTo>
                    <a:pt x="4101" y="15013"/>
                    <a:pt x="4793" y="15189"/>
                    <a:pt x="5552" y="15252"/>
                  </a:cubicBezTo>
                  <a:cubicBezTo>
                    <a:pt x="5722" y="15267"/>
                    <a:pt x="5898" y="15276"/>
                    <a:pt x="6076" y="15279"/>
                  </a:cubicBezTo>
                  <a:cubicBezTo>
                    <a:pt x="6126" y="15279"/>
                    <a:pt x="6176" y="15281"/>
                    <a:pt x="6228" y="15281"/>
                  </a:cubicBezTo>
                  <a:cubicBezTo>
                    <a:pt x="7164" y="15281"/>
                    <a:pt x="8191" y="15126"/>
                    <a:pt x="9304" y="14820"/>
                  </a:cubicBezTo>
                  <a:cubicBezTo>
                    <a:pt x="9493" y="14769"/>
                    <a:pt x="9684" y="14711"/>
                    <a:pt x="9878" y="14651"/>
                  </a:cubicBezTo>
                  <a:cubicBezTo>
                    <a:pt x="10216" y="14545"/>
                    <a:pt x="10561" y="14427"/>
                    <a:pt x="10914" y="14293"/>
                  </a:cubicBezTo>
                  <a:cubicBezTo>
                    <a:pt x="11272" y="14159"/>
                    <a:pt x="11616" y="14018"/>
                    <a:pt x="11941" y="13877"/>
                  </a:cubicBezTo>
                  <a:cubicBezTo>
                    <a:pt x="12085" y="13815"/>
                    <a:pt x="12224" y="13753"/>
                    <a:pt x="12361" y="13690"/>
                  </a:cubicBezTo>
                  <a:cubicBezTo>
                    <a:pt x="13792" y="13036"/>
                    <a:pt x="14774" y="12421"/>
                    <a:pt x="14827" y="12389"/>
                  </a:cubicBezTo>
                  <a:cubicBezTo>
                    <a:pt x="14862" y="12367"/>
                    <a:pt x="14895" y="12342"/>
                    <a:pt x="14927" y="12317"/>
                  </a:cubicBezTo>
                  <a:cubicBezTo>
                    <a:pt x="15298" y="12011"/>
                    <a:pt x="15393" y="11470"/>
                    <a:pt x="15130" y="11053"/>
                  </a:cubicBezTo>
                  <a:cubicBezTo>
                    <a:pt x="14946" y="10760"/>
                    <a:pt x="14632" y="10600"/>
                    <a:pt x="14310" y="10600"/>
                  </a:cubicBezTo>
                  <a:cubicBezTo>
                    <a:pt x="14201" y="10600"/>
                    <a:pt x="14091" y="10619"/>
                    <a:pt x="13985" y="10656"/>
                  </a:cubicBezTo>
                  <a:cubicBezTo>
                    <a:pt x="13919" y="10681"/>
                    <a:pt x="13856" y="10711"/>
                    <a:pt x="13794" y="10749"/>
                  </a:cubicBezTo>
                  <a:cubicBezTo>
                    <a:pt x="13501" y="10934"/>
                    <a:pt x="13109" y="11159"/>
                    <a:pt x="12644" y="11402"/>
                  </a:cubicBezTo>
                  <a:cubicBezTo>
                    <a:pt x="12353" y="11553"/>
                    <a:pt x="12032" y="11712"/>
                    <a:pt x="11691" y="11868"/>
                  </a:cubicBezTo>
                  <a:cubicBezTo>
                    <a:pt x="11549" y="11935"/>
                    <a:pt x="11402" y="12000"/>
                    <a:pt x="11254" y="12065"/>
                  </a:cubicBezTo>
                  <a:cubicBezTo>
                    <a:pt x="10567" y="12364"/>
                    <a:pt x="9816" y="12648"/>
                    <a:pt x="9048" y="12873"/>
                  </a:cubicBezTo>
                  <a:cubicBezTo>
                    <a:pt x="8889" y="12919"/>
                    <a:pt x="8730" y="12963"/>
                    <a:pt x="8571" y="13004"/>
                  </a:cubicBezTo>
                  <a:cubicBezTo>
                    <a:pt x="7771" y="13209"/>
                    <a:pt x="6965" y="13338"/>
                    <a:pt x="6210" y="13338"/>
                  </a:cubicBezTo>
                  <a:cubicBezTo>
                    <a:pt x="6169" y="13338"/>
                    <a:pt x="6128" y="13338"/>
                    <a:pt x="6087" y="13336"/>
                  </a:cubicBezTo>
                  <a:cubicBezTo>
                    <a:pt x="5923" y="13333"/>
                    <a:pt x="5763" y="13324"/>
                    <a:pt x="5605" y="13307"/>
                  </a:cubicBezTo>
                  <a:cubicBezTo>
                    <a:pt x="5133" y="13259"/>
                    <a:pt x="4689" y="13150"/>
                    <a:pt x="4287" y="12965"/>
                  </a:cubicBezTo>
                  <a:cubicBezTo>
                    <a:pt x="4039" y="12851"/>
                    <a:pt x="3813" y="12710"/>
                    <a:pt x="3606" y="12542"/>
                  </a:cubicBezTo>
                  <a:cubicBezTo>
                    <a:pt x="3483" y="12444"/>
                    <a:pt x="3368" y="12336"/>
                    <a:pt x="3259" y="12217"/>
                  </a:cubicBezTo>
                  <a:cubicBezTo>
                    <a:pt x="2845" y="11770"/>
                    <a:pt x="2529" y="11182"/>
                    <a:pt x="2308" y="10452"/>
                  </a:cubicBezTo>
                  <a:cubicBezTo>
                    <a:pt x="2264" y="10311"/>
                    <a:pt x="2224" y="10166"/>
                    <a:pt x="2190" y="10016"/>
                  </a:cubicBezTo>
                  <a:cubicBezTo>
                    <a:pt x="2130" y="9767"/>
                    <a:pt x="2080" y="9505"/>
                    <a:pt x="2040" y="9228"/>
                  </a:cubicBezTo>
                  <a:cubicBezTo>
                    <a:pt x="1955" y="8656"/>
                    <a:pt x="1937" y="8118"/>
                    <a:pt x="1987" y="7613"/>
                  </a:cubicBezTo>
                  <a:cubicBezTo>
                    <a:pt x="2000" y="7459"/>
                    <a:pt x="2021" y="7309"/>
                    <a:pt x="2049" y="7162"/>
                  </a:cubicBezTo>
                  <a:cubicBezTo>
                    <a:pt x="2194" y="6370"/>
                    <a:pt x="2518" y="5662"/>
                    <a:pt x="3024" y="5026"/>
                  </a:cubicBezTo>
                  <a:cubicBezTo>
                    <a:pt x="3094" y="4938"/>
                    <a:pt x="3165" y="4854"/>
                    <a:pt x="3241" y="4772"/>
                  </a:cubicBezTo>
                  <a:cubicBezTo>
                    <a:pt x="3341" y="4660"/>
                    <a:pt x="3445" y="4552"/>
                    <a:pt x="3554" y="4449"/>
                  </a:cubicBezTo>
                  <a:cubicBezTo>
                    <a:pt x="4063" y="3968"/>
                    <a:pt x="4655" y="3575"/>
                    <a:pt x="5269" y="3257"/>
                  </a:cubicBezTo>
                  <a:cubicBezTo>
                    <a:pt x="5407" y="3186"/>
                    <a:pt x="5545" y="3118"/>
                    <a:pt x="5684" y="3053"/>
                  </a:cubicBezTo>
                  <a:cubicBezTo>
                    <a:pt x="6509" y="2672"/>
                    <a:pt x="7347" y="2416"/>
                    <a:pt x="8053" y="2247"/>
                  </a:cubicBezTo>
                  <a:cubicBezTo>
                    <a:pt x="8232" y="2204"/>
                    <a:pt x="8401" y="2167"/>
                    <a:pt x="8560" y="2135"/>
                  </a:cubicBezTo>
                  <a:cubicBezTo>
                    <a:pt x="9313" y="1980"/>
                    <a:pt x="9822" y="1936"/>
                    <a:pt x="9839" y="1935"/>
                  </a:cubicBezTo>
                  <a:cubicBezTo>
                    <a:pt x="10372" y="1891"/>
                    <a:pt x="10769" y="1424"/>
                    <a:pt x="10726" y="893"/>
                  </a:cubicBezTo>
                  <a:cubicBezTo>
                    <a:pt x="10720" y="815"/>
                    <a:pt x="10705" y="743"/>
                    <a:pt x="10682" y="673"/>
                  </a:cubicBezTo>
                  <a:cubicBezTo>
                    <a:pt x="10557" y="279"/>
                    <a:pt x="10189" y="0"/>
                    <a:pt x="976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841;p38">
              <a:extLst>
                <a:ext uri="{FF2B5EF4-FFF2-40B4-BE49-F238E27FC236}">
                  <a16:creationId xmlns:a16="http://schemas.microsoft.com/office/drawing/2014/main" id="{0BD455DE-1249-89DE-9DD9-677F41317B70}"/>
                </a:ext>
              </a:extLst>
            </p:cNvPr>
            <p:cNvSpPr/>
            <p:nvPr/>
          </p:nvSpPr>
          <p:spPr>
            <a:xfrm>
              <a:off x="3017125" y="3079575"/>
              <a:ext cx="27725" cy="50200"/>
            </a:xfrm>
            <a:custGeom>
              <a:avLst/>
              <a:gdLst/>
              <a:ahLst/>
              <a:cxnLst/>
              <a:rect l="l" t="t" r="r" b="b"/>
              <a:pathLst>
                <a:path w="1109" h="2008" extrusionOk="0">
                  <a:moveTo>
                    <a:pt x="439" y="1"/>
                  </a:moveTo>
                  <a:cubicBezTo>
                    <a:pt x="297" y="66"/>
                    <a:pt x="150" y="131"/>
                    <a:pt x="0" y="196"/>
                  </a:cubicBezTo>
                  <a:cubicBezTo>
                    <a:pt x="9" y="331"/>
                    <a:pt x="26" y="478"/>
                    <a:pt x="55" y="631"/>
                  </a:cubicBezTo>
                  <a:cubicBezTo>
                    <a:pt x="132" y="1029"/>
                    <a:pt x="307" y="1522"/>
                    <a:pt x="689" y="2008"/>
                  </a:cubicBezTo>
                  <a:cubicBezTo>
                    <a:pt x="833" y="1946"/>
                    <a:pt x="972" y="1884"/>
                    <a:pt x="1109" y="1821"/>
                  </a:cubicBezTo>
                  <a:cubicBezTo>
                    <a:pt x="560" y="1170"/>
                    <a:pt x="441" y="476"/>
                    <a:pt x="439"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842;p38">
              <a:extLst>
                <a:ext uri="{FF2B5EF4-FFF2-40B4-BE49-F238E27FC236}">
                  <a16:creationId xmlns:a16="http://schemas.microsoft.com/office/drawing/2014/main" id="{6B0C052E-9F74-4949-DF30-8EC55ACBF7AB}"/>
                </a:ext>
              </a:extLst>
            </p:cNvPr>
            <p:cNvSpPr/>
            <p:nvPr/>
          </p:nvSpPr>
          <p:spPr>
            <a:xfrm>
              <a:off x="2948925" y="3104650"/>
              <a:ext cx="33875" cy="48725"/>
            </a:xfrm>
            <a:custGeom>
              <a:avLst/>
              <a:gdLst/>
              <a:ahLst/>
              <a:cxnLst/>
              <a:rect l="l" t="t" r="r" b="b"/>
              <a:pathLst>
                <a:path w="1355" h="1949" extrusionOk="0">
                  <a:moveTo>
                    <a:pt x="524" y="1"/>
                  </a:moveTo>
                  <a:cubicBezTo>
                    <a:pt x="365" y="47"/>
                    <a:pt x="206" y="91"/>
                    <a:pt x="45" y="132"/>
                  </a:cubicBezTo>
                  <a:cubicBezTo>
                    <a:pt x="0" y="452"/>
                    <a:pt x="41" y="796"/>
                    <a:pt x="176" y="1129"/>
                  </a:cubicBezTo>
                  <a:cubicBezTo>
                    <a:pt x="311" y="1467"/>
                    <a:pt x="523" y="1745"/>
                    <a:pt x="780" y="1948"/>
                  </a:cubicBezTo>
                  <a:cubicBezTo>
                    <a:pt x="969" y="1897"/>
                    <a:pt x="1160" y="1841"/>
                    <a:pt x="1354" y="1779"/>
                  </a:cubicBezTo>
                  <a:cubicBezTo>
                    <a:pt x="972" y="1617"/>
                    <a:pt x="712" y="1274"/>
                    <a:pt x="586" y="964"/>
                  </a:cubicBezTo>
                  <a:cubicBezTo>
                    <a:pt x="473" y="684"/>
                    <a:pt x="423" y="331"/>
                    <a:pt x="52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843;p38">
              <a:extLst>
                <a:ext uri="{FF2B5EF4-FFF2-40B4-BE49-F238E27FC236}">
                  <a16:creationId xmlns:a16="http://schemas.microsoft.com/office/drawing/2014/main" id="{C77B5E32-2E66-0746-C3F4-86368A3FD66B}"/>
                </a:ext>
              </a:extLst>
            </p:cNvPr>
            <p:cNvSpPr/>
            <p:nvPr/>
          </p:nvSpPr>
          <p:spPr>
            <a:xfrm>
              <a:off x="2868250" y="3115525"/>
              <a:ext cx="19750" cy="49325"/>
            </a:xfrm>
            <a:custGeom>
              <a:avLst/>
              <a:gdLst/>
              <a:ahLst/>
              <a:cxnLst/>
              <a:rect l="l" t="t" r="r" b="b"/>
              <a:pathLst>
                <a:path w="790" h="1973" extrusionOk="0">
                  <a:moveTo>
                    <a:pt x="308" y="0"/>
                  </a:moveTo>
                  <a:cubicBezTo>
                    <a:pt x="146" y="350"/>
                    <a:pt x="1" y="839"/>
                    <a:pt x="81" y="1376"/>
                  </a:cubicBezTo>
                  <a:cubicBezTo>
                    <a:pt x="110" y="1574"/>
                    <a:pt x="169" y="1763"/>
                    <a:pt x="255" y="1945"/>
                  </a:cubicBezTo>
                  <a:cubicBezTo>
                    <a:pt x="425" y="1960"/>
                    <a:pt x="601" y="1969"/>
                    <a:pt x="779" y="1972"/>
                  </a:cubicBezTo>
                  <a:cubicBezTo>
                    <a:pt x="641" y="1765"/>
                    <a:pt x="554" y="1545"/>
                    <a:pt x="519" y="1313"/>
                  </a:cubicBezTo>
                  <a:cubicBezTo>
                    <a:pt x="441" y="798"/>
                    <a:pt x="631" y="321"/>
                    <a:pt x="790" y="29"/>
                  </a:cubicBezTo>
                  <a:cubicBezTo>
                    <a:pt x="626" y="26"/>
                    <a:pt x="466" y="17"/>
                    <a:pt x="308"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844;p38">
              <a:extLst>
                <a:ext uri="{FF2B5EF4-FFF2-40B4-BE49-F238E27FC236}">
                  <a16:creationId xmlns:a16="http://schemas.microsoft.com/office/drawing/2014/main" id="{DBBF6F63-23E8-6F4D-E349-3970FAA7A7E2}"/>
                </a:ext>
              </a:extLst>
            </p:cNvPr>
            <p:cNvSpPr/>
            <p:nvPr/>
          </p:nvSpPr>
          <p:spPr>
            <a:xfrm>
              <a:off x="2786950" y="3088250"/>
              <a:ext cx="39000" cy="48625"/>
            </a:xfrm>
            <a:custGeom>
              <a:avLst/>
              <a:gdLst/>
              <a:ahLst/>
              <a:cxnLst/>
              <a:rect l="l" t="t" r="r" b="b"/>
              <a:pathLst>
                <a:path w="1560" h="1945" extrusionOk="0">
                  <a:moveTo>
                    <a:pt x="1214" y="1"/>
                  </a:moveTo>
                  <a:cubicBezTo>
                    <a:pt x="811" y="205"/>
                    <a:pt x="320" y="550"/>
                    <a:pt x="105" y="1081"/>
                  </a:cubicBezTo>
                  <a:cubicBezTo>
                    <a:pt x="46" y="1226"/>
                    <a:pt x="11" y="1378"/>
                    <a:pt x="1" y="1534"/>
                  </a:cubicBezTo>
                  <a:cubicBezTo>
                    <a:pt x="152" y="1680"/>
                    <a:pt x="311" y="1817"/>
                    <a:pt x="479" y="1944"/>
                  </a:cubicBezTo>
                  <a:cubicBezTo>
                    <a:pt x="417" y="1691"/>
                    <a:pt x="429" y="1458"/>
                    <a:pt x="516" y="1247"/>
                  </a:cubicBezTo>
                  <a:cubicBezTo>
                    <a:pt x="706" y="779"/>
                    <a:pt x="1206" y="484"/>
                    <a:pt x="1559" y="326"/>
                  </a:cubicBezTo>
                  <a:cubicBezTo>
                    <a:pt x="1438" y="228"/>
                    <a:pt x="1321" y="120"/>
                    <a:pt x="121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845;p38">
              <a:extLst>
                <a:ext uri="{FF2B5EF4-FFF2-40B4-BE49-F238E27FC236}">
                  <a16:creationId xmlns:a16="http://schemas.microsoft.com/office/drawing/2014/main" id="{C4283765-F1A0-327D-F6DA-1E79B4707232}"/>
                </a:ext>
              </a:extLst>
            </p:cNvPr>
            <p:cNvSpPr/>
            <p:nvPr/>
          </p:nvSpPr>
          <p:spPr>
            <a:xfrm>
              <a:off x="2745750" y="3033225"/>
              <a:ext cx="47775" cy="33325"/>
            </a:xfrm>
            <a:custGeom>
              <a:avLst/>
              <a:gdLst/>
              <a:ahLst/>
              <a:cxnLst/>
              <a:rect l="l" t="t" r="r" b="b"/>
              <a:pathLst>
                <a:path w="1911" h="1333" extrusionOk="0">
                  <a:moveTo>
                    <a:pt x="1793" y="1"/>
                  </a:moveTo>
                  <a:cubicBezTo>
                    <a:pt x="1196" y="67"/>
                    <a:pt x="455" y="292"/>
                    <a:pt x="1" y="804"/>
                  </a:cubicBezTo>
                  <a:cubicBezTo>
                    <a:pt x="51" y="985"/>
                    <a:pt x="107" y="1161"/>
                    <a:pt x="167" y="1332"/>
                  </a:cubicBezTo>
                  <a:cubicBezTo>
                    <a:pt x="519" y="657"/>
                    <a:pt x="1432" y="481"/>
                    <a:pt x="1911" y="437"/>
                  </a:cubicBezTo>
                  <a:cubicBezTo>
                    <a:pt x="1867" y="296"/>
                    <a:pt x="1827" y="151"/>
                    <a:pt x="1793"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846;p38">
              <a:extLst>
                <a:ext uri="{FF2B5EF4-FFF2-40B4-BE49-F238E27FC236}">
                  <a16:creationId xmlns:a16="http://schemas.microsoft.com/office/drawing/2014/main" id="{C48A15A6-AED4-163B-263D-2B2DF38A9754}"/>
                </a:ext>
              </a:extLst>
            </p:cNvPr>
            <p:cNvSpPr/>
            <p:nvPr/>
          </p:nvSpPr>
          <p:spPr>
            <a:xfrm>
              <a:off x="2736900" y="2955825"/>
              <a:ext cx="50150" cy="17450"/>
            </a:xfrm>
            <a:custGeom>
              <a:avLst/>
              <a:gdLst/>
              <a:ahLst/>
              <a:cxnLst/>
              <a:rect l="l" t="t" r="r" b="b"/>
              <a:pathLst>
                <a:path w="2006" h="698" extrusionOk="0">
                  <a:moveTo>
                    <a:pt x="905" y="0"/>
                  </a:moveTo>
                  <a:cubicBezTo>
                    <a:pt x="634" y="0"/>
                    <a:pt x="346" y="48"/>
                    <a:pt x="56" y="170"/>
                  </a:cubicBezTo>
                  <a:cubicBezTo>
                    <a:pt x="30" y="343"/>
                    <a:pt x="12" y="519"/>
                    <a:pt x="0" y="697"/>
                  </a:cubicBezTo>
                  <a:cubicBezTo>
                    <a:pt x="315" y="508"/>
                    <a:pt x="632" y="440"/>
                    <a:pt x="925" y="440"/>
                  </a:cubicBezTo>
                  <a:cubicBezTo>
                    <a:pt x="1332" y="440"/>
                    <a:pt x="1694" y="572"/>
                    <a:pt x="1942" y="694"/>
                  </a:cubicBezTo>
                  <a:cubicBezTo>
                    <a:pt x="1957" y="540"/>
                    <a:pt x="1978" y="390"/>
                    <a:pt x="2006" y="243"/>
                  </a:cubicBezTo>
                  <a:cubicBezTo>
                    <a:pt x="1715" y="117"/>
                    <a:pt x="1330" y="0"/>
                    <a:pt x="905"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847;p38">
              <a:extLst>
                <a:ext uri="{FF2B5EF4-FFF2-40B4-BE49-F238E27FC236}">
                  <a16:creationId xmlns:a16="http://schemas.microsoft.com/office/drawing/2014/main" id="{068DB704-77FB-2698-EA28-02FA78EA6768}"/>
                </a:ext>
              </a:extLst>
            </p:cNvPr>
            <p:cNvSpPr/>
            <p:nvPr/>
          </p:nvSpPr>
          <p:spPr>
            <a:xfrm>
              <a:off x="2772900" y="2869025"/>
              <a:ext cx="51800" cy="33125"/>
            </a:xfrm>
            <a:custGeom>
              <a:avLst/>
              <a:gdLst/>
              <a:ahLst/>
              <a:cxnLst/>
              <a:rect l="l" t="t" r="r" b="b"/>
              <a:pathLst>
                <a:path w="2072" h="1325" extrusionOk="0">
                  <a:moveTo>
                    <a:pt x="343" y="1"/>
                  </a:moveTo>
                  <a:cubicBezTo>
                    <a:pt x="235" y="118"/>
                    <a:pt x="131" y="240"/>
                    <a:pt x="31" y="366"/>
                  </a:cubicBezTo>
                  <a:cubicBezTo>
                    <a:pt x="20" y="378"/>
                    <a:pt x="11" y="392"/>
                    <a:pt x="1" y="404"/>
                  </a:cubicBezTo>
                  <a:cubicBezTo>
                    <a:pt x="1050" y="492"/>
                    <a:pt x="1550" y="1017"/>
                    <a:pt x="1756" y="1325"/>
                  </a:cubicBezTo>
                  <a:cubicBezTo>
                    <a:pt x="1858" y="1213"/>
                    <a:pt x="1962" y="1105"/>
                    <a:pt x="2071" y="1002"/>
                  </a:cubicBezTo>
                  <a:cubicBezTo>
                    <a:pt x="1811" y="648"/>
                    <a:pt x="1291" y="159"/>
                    <a:pt x="343"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848;p38">
              <a:extLst>
                <a:ext uri="{FF2B5EF4-FFF2-40B4-BE49-F238E27FC236}">
                  <a16:creationId xmlns:a16="http://schemas.microsoft.com/office/drawing/2014/main" id="{FE38EAC7-F156-C236-20AC-29AB86648E06}"/>
                </a:ext>
              </a:extLst>
            </p:cNvPr>
            <p:cNvSpPr/>
            <p:nvPr/>
          </p:nvSpPr>
          <p:spPr>
            <a:xfrm>
              <a:off x="2839325" y="2819275"/>
              <a:ext cx="38600" cy="45025"/>
            </a:xfrm>
            <a:custGeom>
              <a:avLst/>
              <a:gdLst/>
              <a:ahLst/>
              <a:cxnLst/>
              <a:rect l="l" t="t" r="r" b="b"/>
              <a:pathLst>
                <a:path w="1544" h="1801" extrusionOk="0">
                  <a:moveTo>
                    <a:pt x="393" y="1"/>
                  </a:moveTo>
                  <a:cubicBezTo>
                    <a:pt x="261" y="67"/>
                    <a:pt x="131" y="135"/>
                    <a:pt x="0" y="208"/>
                  </a:cubicBezTo>
                  <a:cubicBezTo>
                    <a:pt x="484" y="1026"/>
                    <a:pt x="874" y="1521"/>
                    <a:pt x="1127" y="1800"/>
                  </a:cubicBezTo>
                  <a:cubicBezTo>
                    <a:pt x="1265" y="1729"/>
                    <a:pt x="1405" y="1661"/>
                    <a:pt x="1544" y="1596"/>
                  </a:cubicBezTo>
                  <a:cubicBezTo>
                    <a:pt x="1327" y="1373"/>
                    <a:pt x="921" y="893"/>
                    <a:pt x="393"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849;p38">
              <a:extLst>
                <a:ext uri="{FF2B5EF4-FFF2-40B4-BE49-F238E27FC236}">
                  <a16:creationId xmlns:a16="http://schemas.microsoft.com/office/drawing/2014/main" id="{CF6D01E8-BC3A-AB61-FB28-5EF43B251465}"/>
                </a:ext>
              </a:extLst>
            </p:cNvPr>
            <p:cNvSpPr/>
            <p:nvPr/>
          </p:nvSpPr>
          <p:spPr>
            <a:xfrm>
              <a:off x="2920500" y="2789525"/>
              <a:ext cx="29300" cy="49500"/>
            </a:xfrm>
            <a:custGeom>
              <a:avLst/>
              <a:gdLst/>
              <a:ahLst/>
              <a:cxnLst/>
              <a:rect l="l" t="t" r="r" b="b"/>
              <a:pathLst>
                <a:path w="1172" h="1980" extrusionOk="0">
                  <a:moveTo>
                    <a:pt x="617" y="0"/>
                  </a:moveTo>
                  <a:cubicBezTo>
                    <a:pt x="468" y="33"/>
                    <a:pt x="308" y="68"/>
                    <a:pt x="145" y="109"/>
                  </a:cubicBezTo>
                  <a:cubicBezTo>
                    <a:pt x="1" y="1004"/>
                    <a:pt x="351" y="1622"/>
                    <a:pt x="666" y="1980"/>
                  </a:cubicBezTo>
                  <a:cubicBezTo>
                    <a:pt x="843" y="1937"/>
                    <a:pt x="1014" y="1900"/>
                    <a:pt x="1172" y="1868"/>
                  </a:cubicBezTo>
                  <a:cubicBezTo>
                    <a:pt x="902" y="1639"/>
                    <a:pt x="372" y="1041"/>
                    <a:pt x="617"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850;p38">
              <a:extLst>
                <a:ext uri="{FF2B5EF4-FFF2-40B4-BE49-F238E27FC236}">
                  <a16:creationId xmlns:a16="http://schemas.microsoft.com/office/drawing/2014/main" id="{59F17614-DB72-4A9C-E355-16A0E25B6946}"/>
                </a:ext>
              </a:extLst>
            </p:cNvPr>
            <p:cNvSpPr/>
            <p:nvPr/>
          </p:nvSpPr>
          <p:spPr>
            <a:xfrm>
              <a:off x="3067125" y="3030950"/>
              <a:ext cx="62450" cy="74525"/>
            </a:xfrm>
            <a:custGeom>
              <a:avLst/>
              <a:gdLst/>
              <a:ahLst/>
              <a:cxnLst/>
              <a:rect l="l" t="t" r="r" b="b"/>
              <a:pathLst>
                <a:path w="2498" h="2981" extrusionOk="0">
                  <a:moveTo>
                    <a:pt x="1154" y="1"/>
                  </a:moveTo>
                  <a:lnTo>
                    <a:pt x="211" y="523"/>
                  </a:lnTo>
                  <a:cubicBezTo>
                    <a:pt x="62" y="608"/>
                    <a:pt x="1" y="820"/>
                    <a:pt x="28" y="1096"/>
                  </a:cubicBezTo>
                  <a:cubicBezTo>
                    <a:pt x="30" y="1107"/>
                    <a:pt x="30" y="1119"/>
                    <a:pt x="31" y="1129"/>
                  </a:cubicBezTo>
                  <a:cubicBezTo>
                    <a:pt x="36" y="1175"/>
                    <a:pt x="43" y="1220"/>
                    <a:pt x="52" y="1267"/>
                  </a:cubicBezTo>
                  <a:cubicBezTo>
                    <a:pt x="93" y="1476"/>
                    <a:pt x="175" y="1708"/>
                    <a:pt x="295" y="1944"/>
                  </a:cubicBezTo>
                  <a:cubicBezTo>
                    <a:pt x="311" y="1975"/>
                    <a:pt x="327" y="2003"/>
                    <a:pt x="343" y="2034"/>
                  </a:cubicBezTo>
                  <a:cubicBezTo>
                    <a:pt x="513" y="2338"/>
                    <a:pt x="717" y="2590"/>
                    <a:pt x="919" y="2756"/>
                  </a:cubicBezTo>
                  <a:cubicBezTo>
                    <a:pt x="943" y="2774"/>
                    <a:pt x="966" y="2792"/>
                    <a:pt x="989" y="2809"/>
                  </a:cubicBezTo>
                  <a:cubicBezTo>
                    <a:pt x="1001" y="2818"/>
                    <a:pt x="1011" y="2826"/>
                    <a:pt x="1022" y="2833"/>
                  </a:cubicBezTo>
                  <a:cubicBezTo>
                    <a:pt x="1159" y="2928"/>
                    <a:pt x="1291" y="2980"/>
                    <a:pt x="1406" y="2980"/>
                  </a:cubicBezTo>
                  <a:cubicBezTo>
                    <a:pt x="1461" y="2980"/>
                    <a:pt x="1511" y="2968"/>
                    <a:pt x="1557" y="2942"/>
                  </a:cubicBezTo>
                  <a:lnTo>
                    <a:pt x="2497" y="2420"/>
                  </a:lnTo>
                  <a:lnTo>
                    <a:pt x="1154" y="1"/>
                  </a:ln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851;p38">
              <a:extLst>
                <a:ext uri="{FF2B5EF4-FFF2-40B4-BE49-F238E27FC236}">
                  <a16:creationId xmlns:a16="http://schemas.microsoft.com/office/drawing/2014/main" id="{64BE820A-9451-A00B-476A-49AD1A64DD77}"/>
                </a:ext>
              </a:extLst>
            </p:cNvPr>
            <p:cNvSpPr/>
            <p:nvPr/>
          </p:nvSpPr>
          <p:spPr>
            <a:xfrm>
              <a:off x="3088500" y="2995375"/>
              <a:ext cx="87375" cy="98250"/>
            </a:xfrm>
            <a:custGeom>
              <a:avLst/>
              <a:gdLst/>
              <a:ahLst/>
              <a:cxnLst/>
              <a:rect l="l" t="t" r="r" b="b"/>
              <a:pathLst>
                <a:path w="3495" h="3930" extrusionOk="0">
                  <a:moveTo>
                    <a:pt x="1538" y="0"/>
                  </a:moveTo>
                  <a:cubicBezTo>
                    <a:pt x="1538" y="0"/>
                    <a:pt x="705" y="355"/>
                    <a:pt x="299" y="1424"/>
                  </a:cubicBezTo>
                  <a:cubicBezTo>
                    <a:pt x="0" y="1591"/>
                    <a:pt x="59" y="2266"/>
                    <a:pt x="429" y="2934"/>
                  </a:cubicBezTo>
                  <a:cubicBezTo>
                    <a:pt x="744" y="3501"/>
                    <a:pt x="1183" y="3881"/>
                    <a:pt x="1491" y="3881"/>
                  </a:cubicBezTo>
                  <a:cubicBezTo>
                    <a:pt x="1537" y="3881"/>
                    <a:pt x="1580" y="3872"/>
                    <a:pt x="1619" y="3855"/>
                  </a:cubicBezTo>
                  <a:lnTo>
                    <a:pt x="1626" y="3864"/>
                  </a:lnTo>
                  <a:cubicBezTo>
                    <a:pt x="1841" y="3911"/>
                    <a:pt x="2043" y="3930"/>
                    <a:pt x="2228" y="3930"/>
                  </a:cubicBezTo>
                  <a:cubicBezTo>
                    <a:pt x="3005" y="3930"/>
                    <a:pt x="3495" y="3599"/>
                    <a:pt x="3495" y="3599"/>
                  </a:cubicBezTo>
                  <a:lnTo>
                    <a:pt x="1538" y="0"/>
                  </a:ln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852;p38">
              <a:extLst>
                <a:ext uri="{FF2B5EF4-FFF2-40B4-BE49-F238E27FC236}">
                  <a16:creationId xmlns:a16="http://schemas.microsoft.com/office/drawing/2014/main" id="{209E6FAE-D77B-9385-8E14-F82D44FDEB0E}"/>
                </a:ext>
              </a:extLst>
            </p:cNvPr>
            <p:cNvSpPr/>
            <p:nvPr/>
          </p:nvSpPr>
          <p:spPr>
            <a:xfrm>
              <a:off x="3116700" y="2994000"/>
              <a:ext cx="69100" cy="92075"/>
            </a:xfrm>
            <a:custGeom>
              <a:avLst/>
              <a:gdLst/>
              <a:ahLst/>
              <a:cxnLst/>
              <a:rect l="l" t="t" r="r" b="b"/>
              <a:pathLst>
                <a:path w="2764" h="3683" extrusionOk="0">
                  <a:moveTo>
                    <a:pt x="633" y="0"/>
                  </a:moveTo>
                  <a:cubicBezTo>
                    <a:pt x="551" y="0"/>
                    <a:pt x="476" y="18"/>
                    <a:pt x="410" y="55"/>
                  </a:cubicBezTo>
                  <a:cubicBezTo>
                    <a:pt x="1" y="282"/>
                    <a:pt x="45" y="1158"/>
                    <a:pt x="491" y="2070"/>
                  </a:cubicBezTo>
                  <a:cubicBezTo>
                    <a:pt x="525" y="2141"/>
                    <a:pt x="563" y="2214"/>
                    <a:pt x="604" y="2285"/>
                  </a:cubicBezTo>
                  <a:cubicBezTo>
                    <a:pt x="688" y="2439"/>
                    <a:pt x="781" y="2585"/>
                    <a:pt x="878" y="2719"/>
                  </a:cubicBezTo>
                  <a:cubicBezTo>
                    <a:pt x="1302" y="3310"/>
                    <a:pt x="1802" y="3683"/>
                    <a:pt x="2173" y="3683"/>
                  </a:cubicBezTo>
                  <a:cubicBezTo>
                    <a:pt x="2253" y="3683"/>
                    <a:pt x="2328" y="3665"/>
                    <a:pt x="2394" y="3628"/>
                  </a:cubicBezTo>
                  <a:cubicBezTo>
                    <a:pt x="2760" y="3424"/>
                    <a:pt x="2764" y="2701"/>
                    <a:pt x="2439" y="1897"/>
                  </a:cubicBezTo>
                  <a:cubicBezTo>
                    <a:pt x="2373" y="1733"/>
                    <a:pt x="2294" y="1565"/>
                    <a:pt x="2200" y="1397"/>
                  </a:cubicBezTo>
                  <a:cubicBezTo>
                    <a:pt x="2146" y="1299"/>
                    <a:pt x="2088" y="1205"/>
                    <a:pt x="2029" y="1114"/>
                  </a:cubicBezTo>
                  <a:cubicBezTo>
                    <a:pt x="1587" y="436"/>
                    <a:pt x="1034" y="0"/>
                    <a:pt x="633"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853;p38">
              <a:extLst>
                <a:ext uri="{FF2B5EF4-FFF2-40B4-BE49-F238E27FC236}">
                  <a16:creationId xmlns:a16="http://schemas.microsoft.com/office/drawing/2014/main" id="{751BEE3B-35D6-A764-2727-B794B98C7502}"/>
                </a:ext>
              </a:extLst>
            </p:cNvPr>
            <p:cNvSpPr/>
            <p:nvPr/>
          </p:nvSpPr>
          <p:spPr>
            <a:xfrm>
              <a:off x="3133025" y="3003575"/>
              <a:ext cx="49075" cy="69275"/>
            </a:xfrm>
            <a:custGeom>
              <a:avLst/>
              <a:gdLst/>
              <a:ahLst/>
              <a:cxnLst/>
              <a:rect l="l" t="t" r="r" b="b"/>
              <a:pathLst>
                <a:path w="1963" h="2771" extrusionOk="0">
                  <a:moveTo>
                    <a:pt x="304" y="0"/>
                  </a:moveTo>
                  <a:cubicBezTo>
                    <a:pt x="243" y="0"/>
                    <a:pt x="187" y="14"/>
                    <a:pt x="137" y="42"/>
                  </a:cubicBezTo>
                  <a:cubicBezTo>
                    <a:pt x="81" y="73"/>
                    <a:pt x="35" y="122"/>
                    <a:pt x="1" y="184"/>
                  </a:cubicBezTo>
                  <a:cubicBezTo>
                    <a:pt x="341" y="208"/>
                    <a:pt x="809" y="623"/>
                    <a:pt x="1149" y="1234"/>
                  </a:cubicBezTo>
                  <a:cubicBezTo>
                    <a:pt x="1491" y="1849"/>
                    <a:pt x="1594" y="2470"/>
                    <a:pt x="1430" y="2770"/>
                  </a:cubicBezTo>
                  <a:cubicBezTo>
                    <a:pt x="1440" y="2770"/>
                    <a:pt x="1450" y="2771"/>
                    <a:pt x="1459" y="2771"/>
                  </a:cubicBezTo>
                  <a:cubicBezTo>
                    <a:pt x="1521" y="2771"/>
                    <a:pt x="1579" y="2758"/>
                    <a:pt x="1630" y="2729"/>
                  </a:cubicBezTo>
                  <a:cubicBezTo>
                    <a:pt x="1962" y="2544"/>
                    <a:pt x="1897" y="1794"/>
                    <a:pt x="1485" y="1052"/>
                  </a:cubicBezTo>
                  <a:cubicBezTo>
                    <a:pt x="1135" y="422"/>
                    <a:pt x="647" y="0"/>
                    <a:pt x="304" y="0"/>
                  </a:cubicBezTo>
                  <a:close/>
                </a:path>
              </a:pathLst>
            </a:custGeom>
            <a:solidFill>
              <a:srgbClr val="F4A6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854;p38">
              <a:extLst>
                <a:ext uri="{FF2B5EF4-FFF2-40B4-BE49-F238E27FC236}">
                  <a16:creationId xmlns:a16="http://schemas.microsoft.com/office/drawing/2014/main" id="{61043691-DAF5-565A-B65E-85F3E59E8598}"/>
                </a:ext>
              </a:extLst>
            </p:cNvPr>
            <p:cNvSpPr/>
            <p:nvPr/>
          </p:nvSpPr>
          <p:spPr>
            <a:xfrm>
              <a:off x="3129000" y="3008175"/>
              <a:ext cx="42225" cy="64650"/>
            </a:xfrm>
            <a:custGeom>
              <a:avLst/>
              <a:gdLst/>
              <a:ahLst/>
              <a:cxnLst/>
              <a:rect l="l" t="t" r="r" b="b"/>
              <a:pathLst>
                <a:path w="1689" h="2586" extrusionOk="0">
                  <a:moveTo>
                    <a:pt x="162" y="0"/>
                  </a:moveTo>
                  <a:lnTo>
                    <a:pt x="162" y="0"/>
                  </a:lnTo>
                  <a:cubicBezTo>
                    <a:pt x="1" y="295"/>
                    <a:pt x="99" y="903"/>
                    <a:pt x="430" y="1509"/>
                  </a:cubicBezTo>
                  <a:cubicBezTo>
                    <a:pt x="434" y="1518"/>
                    <a:pt x="439" y="1525"/>
                    <a:pt x="443" y="1534"/>
                  </a:cubicBezTo>
                  <a:cubicBezTo>
                    <a:pt x="584" y="1789"/>
                    <a:pt x="748" y="2009"/>
                    <a:pt x="914" y="2181"/>
                  </a:cubicBezTo>
                  <a:cubicBezTo>
                    <a:pt x="1149" y="2424"/>
                    <a:pt x="1391" y="2570"/>
                    <a:pt x="1591" y="2586"/>
                  </a:cubicBezTo>
                  <a:cubicBezTo>
                    <a:pt x="1675" y="2433"/>
                    <a:pt x="1688" y="2196"/>
                    <a:pt x="1635" y="1919"/>
                  </a:cubicBezTo>
                  <a:cubicBezTo>
                    <a:pt x="1591" y="1680"/>
                    <a:pt x="1498" y="1409"/>
                    <a:pt x="1357" y="1138"/>
                  </a:cubicBezTo>
                  <a:cubicBezTo>
                    <a:pt x="1341" y="1109"/>
                    <a:pt x="1326" y="1079"/>
                    <a:pt x="1310" y="1050"/>
                  </a:cubicBezTo>
                  <a:cubicBezTo>
                    <a:pt x="970" y="438"/>
                    <a:pt x="502" y="24"/>
                    <a:pt x="162"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855;p38">
              <a:extLst>
                <a:ext uri="{FF2B5EF4-FFF2-40B4-BE49-F238E27FC236}">
                  <a16:creationId xmlns:a16="http://schemas.microsoft.com/office/drawing/2014/main" id="{BA1D7272-A327-6B7B-EC4B-7176CF2878F9}"/>
                </a:ext>
              </a:extLst>
            </p:cNvPr>
            <p:cNvSpPr/>
            <p:nvPr/>
          </p:nvSpPr>
          <p:spPr>
            <a:xfrm>
              <a:off x="3127225" y="2999175"/>
              <a:ext cx="80800" cy="41325"/>
            </a:xfrm>
            <a:custGeom>
              <a:avLst/>
              <a:gdLst/>
              <a:ahLst/>
              <a:cxnLst/>
              <a:rect l="l" t="t" r="r" b="b"/>
              <a:pathLst>
                <a:path w="3232" h="1653" extrusionOk="0">
                  <a:moveTo>
                    <a:pt x="2008" y="1"/>
                  </a:moveTo>
                  <a:cubicBezTo>
                    <a:pt x="1194" y="1"/>
                    <a:pt x="348" y="772"/>
                    <a:pt x="169" y="945"/>
                  </a:cubicBezTo>
                  <a:cubicBezTo>
                    <a:pt x="5" y="1102"/>
                    <a:pt x="1" y="1363"/>
                    <a:pt x="158" y="1526"/>
                  </a:cubicBezTo>
                  <a:cubicBezTo>
                    <a:pt x="239" y="1610"/>
                    <a:pt x="347" y="1653"/>
                    <a:pt x="455" y="1653"/>
                  </a:cubicBezTo>
                  <a:cubicBezTo>
                    <a:pt x="558" y="1653"/>
                    <a:pt x="660" y="1614"/>
                    <a:pt x="740" y="1537"/>
                  </a:cubicBezTo>
                  <a:cubicBezTo>
                    <a:pt x="1073" y="1216"/>
                    <a:pt x="1662" y="823"/>
                    <a:pt x="2007" y="823"/>
                  </a:cubicBezTo>
                  <a:cubicBezTo>
                    <a:pt x="2042" y="823"/>
                    <a:pt x="2074" y="827"/>
                    <a:pt x="2103" y="836"/>
                  </a:cubicBezTo>
                  <a:cubicBezTo>
                    <a:pt x="2258" y="881"/>
                    <a:pt x="2344" y="1105"/>
                    <a:pt x="2388" y="1287"/>
                  </a:cubicBezTo>
                  <a:cubicBezTo>
                    <a:pt x="2434" y="1474"/>
                    <a:pt x="2603" y="1600"/>
                    <a:pt x="2789" y="1600"/>
                  </a:cubicBezTo>
                  <a:cubicBezTo>
                    <a:pt x="2821" y="1600"/>
                    <a:pt x="2854" y="1596"/>
                    <a:pt x="2886" y="1588"/>
                  </a:cubicBezTo>
                  <a:cubicBezTo>
                    <a:pt x="2926" y="1578"/>
                    <a:pt x="2964" y="1563"/>
                    <a:pt x="2998" y="1542"/>
                  </a:cubicBezTo>
                  <a:cubicBezTo>
                    <a:pt x="3150" y="1452"/>
                    <a:pt x="3232" y="1270"/>
                    <a:pt x="3188" y="1090"/>
                  </a:cubicBezTo>
                  <a:cubicBezTo>
                    <a:pt x="3014" y="381"/>
                    <a:pt x="2626" y="130"/>
                    <a:pt x="2330" y="45"/>
                  </a:cubicBezTo>
                  <a:cubicBezTo>
                    <a:pt x="2225" y="14"/>
                    <a:pt x="2117" y="1"/>
                    <a:pt x="200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856;p38">
              <a:extLst>
                <a:ext uri="{FF2B5EF4-FFF2-40B4-BE49-F238E27FC236}">
                  <a16:creationId xmlns:a16="http://schemas.microsoft.com/office/drawing/2014/main" id="{94F9A49D-23EC-29C0-5593-91A4824B7936}"/>
                </a:ext>
              </a:extLst>
            </p:cNvPr>
            <p:cNvSpPr/>
            <p:nvPr/>
          </p:nvSpPr>
          <p:spPr>
            <a:xfrm>
              <a:off x="3119875" y="2973800"/>
              <a:ext cx="80650" cy="45950"/>
            </a:xfrm>
            <a:custGeom>
              <a:avLst/>
              <a:gdLst/>
              <a:ahLst/>
              <a:cxnLst/>
              <a:rect l="l" t="t" r="r" b="b"/>
              <a:pathLst>
                <a:path w="3226" h="1838" extrusionOk="0">
                  <a:moveTo>
                    <a:pt x="2005" y="0"/>
                  </a:moveTo>
                  <a:cubicBezTo>
                    <a:pt x="1143" y="0"/>
                    <a:pt x="312" y="961"/>
                    <a:pt x="145" y="1166"/>
                  </a:cubicBezTo>
                  <a:cubicBezTo>
                    <a:pt x="1" y="1342"/>
                    <a:pt x="27" y="1601"/>
                    <a:pt x="204" y="1745"/>
                  </a:cubicBezTo>
                  <a:cubicBezTo>
                    <a:pt x="280" y="1807"/>
                    <a:pt x="372" y="1837"/>
                    <a:pt x="463" y="1837"/>
                  </a:cubicBezTo>
                  <a:cubicBezTo>
                    <a:pt x="582" y="1837"/>
                    <a:pt x="701" y="1785"/>
                    <a:pt x="783" y="1686"/>
                  </a:cubicBezTo>
                  <a:cubicBezTo>
                    <a:pt x="1088" y="1311"/>
                    <a:pt x="1664" y="824"/>
                    <a:pt x="2003" y="824"/>
                  </a:cubicBezTo>
                  <a:cubicBezTo>
                    <a:pt x="2020" y="824"/>
                    <a:pt x="2037" y="826"/>
                    <a:pt x="2053" y="828"/>
                  </a:cubicBezTo>
                  <a:cubicBezTo>
                    <a:pt x="2212" y="854"/>
                    <a:pt x="2324" y="1066"/>
                    <a:pt x="2390" y="1242"/>
                  </a:cubicBezTo>
                  <a:cubicBezTo>
                    <a:pt x="2452" y="1406"/>
                    <a:pt x="2608" y="1508"/>
                    <a:pt x="2774" y="1508"/>
                  </a:cubicBezTo>
                  <a:cubicBezTo>
                    <a:pt x="2823" y="1508"/>
                    <a:pt x="2872" y="1499"/>
                    <a:pt x="2920" y="1481"/>
                  </a:cubicBezTo>
                  <a:cubicBezTo>
                    <a:pt x="2958" y="1466"/>
                    <a:pt x="2994" y="1446"/>
                    <a:pt x="3026" y="1422"/>
                  </a:cubicBezTo>
                  <a:cubicBezTo>
                    <a:pt x="3165" y="1314"/>
                    <a:pt x="3226" y="1125"/>
                    <a:pt x="3159" y="951"/>
                  </a:cubicBezTo>
                  <a:cubicBezTo>
                    <a:pt x="2903" y="268"/>
                    <a:pt x="2488" y="65"/>
                    <a:pt x="2185" y="15"/>
                  </a:cubicBezTo>
                  <a:cubicBezTo>
                    <a:pt x="2125" y="5"/>
                    <a:pt x="2065" y="0"/>
                    <a:pt x="2005"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857;p38">
              <a:extLst>
                <a:ext uri="{FF2B5EF4-FFF2-40B4-BE49-F238E27FC236}">
                  <a16:creationId xmlns:a16="http://schemas.microsoft.com/office/drawing/2014/main" id="{1445B0ED-1F39-47B7-ADCE-7AB4939ABDCF}"/>
                </a:ext>
              </a:extLst>
            </p:cNvPr>
            <p:cNvSpPr/>
            <p:nvPr/>
          </p:nvSpPr>
          <p:spPr>
            <a:xfrm>
              <a:off x="3139725" y="3034050"/>
              <a:ext cx="73200" cy="45725"/>
            </a:xfrm>
            <a:custGeom>
              <a:avLst/>
              <a:gdLst/>
              <a:ahLst/>
              <a:cxnLst/>
              <a:rect l="l" t="t" r="r" b="b"/>
              <a:pathLst>
                <a:path w="2928" h="1829" extrusionOk="0">
                  <a:moveTo>
                    <a:pt x="1634" y="1"/>
                  </a:moveTo>
                  <a:cubicBezTo>
                    <a:pt x="1395" y="1"/>
                    <a:pt x="1152" y="43"/>
                    <a:pt x="928" y="103"/>
                  </a:cubicBezTo>
                  <a:cubicBezTo>
                    <a:pt x="507" y="215"/>
                    <a:pt x="157" y="389"/>
                    <a:pt x="39" y="451"/>
                  </a:cubicBezTo>
                  <a:cubicBezTo>
                    <a:pt x="25" y="459"/>
                    <a:pt x="13" y="465"/>
                    <a:pt x="1" y="474"/>
                  </a:cubicBezTo>
                  <a:cubicBezTo>
                    <a:pt x="5" y="483"/>
                    <a:pt x="10" y="490"/>
                    <a:pt x="14" y="499"/>
                  </a:cubicBezTo>
                  <a:cubicBezTo>
                    <a:pt x="155" y="754"/>
                    <a:pt x="319" y="974"/>
                    <a:pt x="485" y="1146"/>
                  </a:cubicBezTo>
                  <a:cubicBezTo>
                    <a:pt x="694" y="1043"/>
                    <a:pt x="958" y="945"/>
                    <a:pt x="1206" y="884"/>
                  </a:cubicBezTo>
                  <a:cubicBezTo>
                    <a:pt x="1362" y="847"/>
                    <a:pt x="1513" y="824"/>
                    <a:pt x="1641" y="824"/>
                  </a:cubicBezTo>
                  <a:cubicBezTo>
                    <a:pt x="1742" y="824"/>
                    <a:pt x="1829" y="838"/>
                    <a:pt x="1896" y="869"/>
                  </a:cubicBezTo>
                  <a:cubicBezTo>
                    <a:pt x="1906" y="875"/>
                    <a:pt x="1917" y="881"/>
                    <a:pt x="1926" y="887"/>
                  </a:cubicBezTo>
                  <a:cubicBezTo>
                    <a:pt x="2064" y="974"/>
                    <a:pt x="2082" y="1214"/>
                    <a:pt x="2074" y="1399"/>
                  </a:cubicBezTo>
                  <a:cubicBezTo>
                    <a:pt x="2064" y="1626"/>
                    <a:pt x="2239" y="1819"/>
                    <a:pt x="2468" y="1828"/>
                  </a:cubicBezTo>
                  <a:cubicBezTo>
                    <a:pt x="2473" y="1828"/>
                    <a:pt x="2478" y="1828"/>
                    <a:pt x="2484" y="1828"/>
                  </a:cubicBezTo>
                  <a:cubicBezTo>
                    <a:pt x="2519" y="1828"/>
                    <a:pt x="2555" y="1824"/>
                    <a:pt x="2588" y="1816"/>
                  </a:cubicBezTo>
                  <a:cubicBezTo>
                    <a:pt x="2759" y="1772"/>
                    <a:pt x="2889" y="1620"/>
                    <a:pt x="2897" y="1434"/>
                  </a:cubicBezTo>
                  <a:cubicBezTo>
                    <a:pt x="2927" y="705"/>
                    <a:pt x="2626" y="356"/>
                    <a:pt x="2368" y="192"/>
                  </a:cubicBezTo>
                  <a:cubicBezTo>
                    <a:pt x="2174" y="69"/>
                    <a:pt x="1952" y="15"/>
                    <a:pt x="1721" y="3"/>
                  </a:cubicBezTo>
                  <a:cubicBezTo>
                    <a:pt x="1692" y="1"/>
                    <a:pt x="1663" y="1"/>
                    <a:pt x="163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858;p38">
              <a:extLst>
                <a:ext uri="{FF2B5EF4-FFF2-40B4-BE49-F238E27FC236}">
                  <a16:creationId xmlns:a16="http://schemas.microsoft.com/office/drawing/2014/main" id="{AF762FA3-F3BA-E16F-0A81-A12885082EB5}"/>
                </a:ext>
              </a:extLst>
            </p:cNvPr>
            <p:cNvSpPr/>
            <p:nvPr/>
          </p:nvSpPr>
          <p:spPr>
            <a:xfrm>
              <a:off x="2735825" y="2782850"/>
              <a:ext cx="356075" cy="382025"/>
            </a:xfrm>
            <a:custGeom>
              <a:avLst/>
              <a:gdLst/>
              <a:ahLst/>
              <a:cxnLst/>
              <a:rect l="l" t="t" r="r" b="b"/>
              <a:pathLst>
                <a:path w="14243" h="15281" extrusionOk="0">
                  <a:moveTo>
                    <a:pt x="9764" y="0"/>
                  </a:moveTo>
                  <a:cubicBezTo>
                    <a:pt x="9738" y="0"/>
                    <a:pt x="9712" y="1"/>
                    <a:pt x="9686" y="4"/>
                  </a:cubicBezTo>
                  <a:cubicBezTo>
                    <a:pt x="9610" y="8"/>
                    <a:pt x="8950" y="64"/>
                    <a:pt x="8006" y="267"/>
                  </a:cubicBezTo>
                  <a:cubicBezTo>
                    <a:pt x="7855" y="299"/>
                    <a:pt x="7697" y="335"/>
                    <a:pt x="7532" y="376"/>
                  </a:cubicBezTo>
                  <a:cubicBezTo>
                    <a:pt x="6644" y="594"/>
                    <a:pt x="5579" y="934"/>
                    <a:pt x="4534" y="1458"/>
                  </a:cubicBezTo>
                  <a:lnTo>
                    <a:pt x="4533" y="1458"/>
                  </a:lnTo>
                  <a:cubicBezTo>
                    <a:pt x="4401" y="1523"/>
                    <a:pt x="4271" y="1592"/>
                    <a:pt x="4140" y="1665"/>
                  </a:cubicBezTo>
                  <a:cubicBezTo>
                    <a:pt x="3307" y="2123"/>
                    <a:pt x="2502" y="2707"/>
                    <a:pt x="1827" y="3448"/>
                  </a:cubicBezTo>
                  <a:cubicBezTo>
                    <a:pt x="1718" y="3565"/>
                    <a:pt x="1614" y="3687"/>
                    <a:pt x="1514" y="3813"/>
                  </a:cubicBezTo>
                  <a:cubicBezTo>
                    <a:pt x="1503" y="3825"/>
                    <a:pt x="1494" y="3839"/>
                    <a:pt x="1485" y="3851"/>
                  </a:cubicBezTo>
                  <a:cubicBezTo>
                    <a:pt x="734" y="4805"/>
                    <a:pt x="270" y="5888"/>
                    <a:pt x="99" y="7089"/>
                  </a:cubicBezTo>
                  <a:cubicBezTo>
                    <a:pt x="75" y="7262"/>
                    <a:pt x="55" y="7438"/>
                    <a:pt x="43" y="7615"/>
                  </a:cubicBezTo>
                  <a:cubicBezTo>
                    <a:pt x="1" y="8219"/>
                    <a:pt x="26" y="8851"/>
                    <a:pt x="123" y="9510"/>
                  </a:cubicBezTo>
                  <a:cubicBezTo>
                    <a:pt x="192" y="9973"/>
                    <a:pt x="282" y="10410"/>
                    <a:pt x="398" y="10819"/>
                  </a:cubicBezTo>
                  <a:cubicBezTo>
                    <a:pt x="448" y="11000"/>
                    <a:pt x="504" y="11176"/>
                    <a:pt x="564" y="11347"/>
                  </a:cubicBezTo>
                  <a:cubicBezTo>
                    <a:pt x="908" y="12327"/>
                    <a:pt x="1403" y="13130"/>
                    <a:pt x="2046" y="13750"/>
                  </a:cubicBezTo>
                  <a:cubicBezTo>
                    <a:pt x="2197" y="13896"/>
                    <a:pt x="2356" y="14033"/>
                    <a:pt x="2524" y="14159"/>
                  </a:cubicBezTo>
                  <a:cubicBezTo>
                    <a:pt x="2818" y="14378"/>
                    <a:pt x="3136" y="14567"/>
                    <a:pt x="3479" y="14727"/>
                  </a:cubicBezTo>
                  <a:cubicBezTo>
                    <a:pt x="4101" y="15013"/>
                    <a:pt x="4793" y="15189"/>
                    <a:pt x="5552" y="15252"/>
                  </a:cubicBezTo>
                  <a:cubicBezTo>
                    <a:pt x="5722" y="15267"/>
                    <a:pt x="5898" y="15276"/>
                    <a:pt x="6076" y="15279"/>
                  </a:cubicBezTo>
                  <a:cubicBezTo>
                    <a:pt x="6126" y="15279"/>
                    <a:pt x="6176" y="15281"/>
                    <a:pt x="6228" y="15281"/>
                  </a:cubicBezTo>
                  <a:cubicBezTo>
                    <a:pt x="7164" y="15281"/>
                    <a:pt x="8191" y="15126"/>
                    <a:pt x="9304" y="14820"/>
                  </a:cubicBezTo>
                  <a:cubicBezTo>
                    <a:pt x="9493" y="14769"/>
                    <a:pt x="9684" y="14711"/>
                    <a:pt x="9878" y="14651"/>
                  </a:cubicBezTo>
                  <a:cubicBezTo>
                    <a:pt x="10216" y="14545"/>
                    <a:pt x="10561" y="14427"/>
                    <a:pt x="10914" y="14293"/>
                  </a:cubicBezTo>
                  <a:cubicBezTo>
                    <a:pt x="11272" y="14159"/>
                    <a:pt x="11616" y="14018"/>
                    <a:pt x="11941" y="13877"/>
                  </a:cubicBezTo>
                  <a:cubicBezTo>
                    <a:pt x="12085" y="13815"/>
                    <a:pt x="12224" y="13753"/>
                    <a:pt x="12361" y="13690"/>
                  </a:cubicBezTo>
                  <a:cubicBezTo>
                    <a:pt x="13151" y="13328"/>
                    <a:pt x="13806" y="12979"/>
                    <a:pt x="14242" y="12733"/>
                  </a:cubicBezTo>
                  <a:cubicBezTo>
                    <a:pt x="14218" y="12716"/>
                    <a:pt x="14195" y="12698"/>
                    <a:pt x="14171" y="12679"/>
                  </a:cubicBezTo>
                  <a:cubicBezTo>
                    <a:pt x="13969" y="12512"/>
                    <a:pt x="13765" y="12262"/>
                    <a:pt x="13595" y="11958"/>
                  </a:cubicBezTo>
                  <a:cubicBezTo>
                    <a:pt x="13579" y="11927"/>
                    <a:pt x="13563" y="11897"/>
                    <a:pt x="13547" y="11868"/>
                  </a:cubicBezTo>
                  <a:cubicBezTo>
                    <a:pt x="13427" y="11632"/>
                    <a:pt x="13345" y="11399"/>
                    <a:pt x="13304" y="11191"/>
                  </a:cubicBezTo>
                  <a:lnTo>
                    <a:pt x="13304" y="11190"/>
                  </a:lnTo>
                  <a:cubicBezTo>
                    <a:pt x="13295" y="11144"/>
                    <a:pt x="13288" y="11097"/>
                    <a:pt x="13283" y="11053"/>
                  </a:cubicBezTo>
                  <a:cubicBezTo>
                    <a:pt x="13091" y="11162"/>
                    <a:pt x="12876" y="11281"/>
                    <a:pt x="12644" y="11402"/>
                  </a:cubicBezTo>
                  <a:cubicBezTo>
                    <a:pt x="12659" y="11450"/>
                    <a:pt x="12676" y="11502"/>
                    <a:pt x="12694" y="11555"/>
                  </a:cubicBezTo>
                  <a:cubicBezTo>
                    <a:pt x="12883" y="12086"/>
                    <a:pt x="12641" y="12677"/>
                    <a:pt x="12123" y="12903"/>
                  </a:cubicBezTo>
                  <a:cubicBezTo>
                    <a:pt x="9598" y="13999"/>
                    <a:pt x="7671" y="14438"/>
                    <a:pt x="6193" y="14438"/>
                  </a:cubicBezTo>
                  <a:cubicBezTo>
                    <a:pt x="2022" y="14438"/>
                    <a:pt x="1426" y="10940"/>
                    <a:pt x="1046" y="8828"/>
                  </a:cubicBezTo>
                  <a:cubicBezTo>
                    <a:pt x="263" y="1088"/>
                    <a:pt x="10143" y="688"/>
                    <a:pt x="10682" y="672"/>
                  </a:cubicBezTo>
                  <a:cubicBezTo>
                    <a:pt x="10557" y="277"/>
                    <a:pt x="10189" y="0"/>
                    <a:pt x="9764"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94446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F551B373-72D0-73AC-C245-D08E3DE88F77}"/>
            </a:ext>
          </a:extLst>
        </p:cNvPr>
        <p:cNvGrpSpPr/>
        <p:nvPr/>
      </p:nvGrpSpPr>
      <p:grpSpPr>
        <a:xfrm>
          <a:off x="0" y="0"/>
          <a:ext cx="0" cy="0"/>
          <a:chOff x="0" y="0"/>
          <a:chExt cx="0" cy="0"/>
        </a:xfrm>
      </p:grpSpPr>
      <p:sp>
        <p:nvSpPr>
          <p:cNvPr id="201" name="Google Shape;201;p23">
            <a:extLst>
              <a:ext uri="{FF2B5EF4-FFF2-40B4-BE49-F238E27FC236}">
                <a16:creationId xmlns:a16="http://schemas.microsoft.com/office/drawing/2014/main" id="{CD185861-E772-B0D9-2442-9A53C240245A}"/>
              </a:ext>
            </a:extLst>
          </p:cNvPr>
          <p:cNvSpPr txBox="1">
            <a:spLocks noGrp="1"/>
          </p:cNvSpPr>
          <p:nvPr>
            <p:ph type="title"/>
          </p:nvPr>
        </p:nvSpPr>
        <p:spPr>
          <a:xfrm>
            <a:off x="715100" y="2542537"/>
            <a:ext cx="6036574" cy="1071600"/>
          </a:xfrm>
          <a:prstGeom prst="rect">
            <a:avLst/>
          </a:prstGeom>
        </p:spPr>
        <p:txBody>
          <a:bodyPr spcFirstLastPara="1" wrap="square" lIns="91425" tIns="91425" rIns="91425" bIns="91425" anchor="t" anchorCtr="0">
            <a:noAutofit/>
          </a:bodyPr>
          <a:lstStyle/>
          <a:p>
            <a:r>
              <a:rPr lang="en-US" sz="4800" dirty="0">
                <a:solidFill>
                  <a:schemeClr val="bg1"/>
                </a:solidFill>
                <a:latin typeface="+mn-lt"/>
              </a:rPr>
              <a:t>Tools &amp; Technologies</a:t>
            </a:r>
            <a:br>
              <a:rPr lang="en-US" sz="4800" dirty="0">
                <a:solidFill>
                  <a:schemeClr val="bg1"/>
                </a:solidFill>
                <a:latin typeface="+mn-lt"/>
              </a:rPr>
            </a:br>
            <a:endParaRPr dirty="0"/>
          </a:p>
        </p:txBody>
      </p:sp>
      <p:sp>
        <p:nvSpPr>
          <p:cNvPr id="202" name="Google Shape;202;p23">
            <a:extLst>
              <a:ext uri="{FF2B5EF4-FFF2-40B4-BE49-F238E27FC236}">
                <a16:creationId xmlns:a16="http://schemas.microsoft.com/office/drawing/2014/main" id="{1BEEE1F5-24F9-EE4D-4473-B6F568BABADA}"/>
              </a:ext>
            </a:extLst>
          </p:cNvPr>
          <p:cNvSpPr txBox="1">
            <a:spLocks noGrp="1"/>
          </p:cNvSpPr>
          <p:nvPr>
            <p:ph type="title" idx="2"/>
          </p:nvPr>
        </p:nvSpPr>
        <p:spPr>
          <a:xfrm>
            <a:off x="715100" y="1382334"/>
            <a:ext cx="2035200" cy="10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grpSp>
        <p:nvGrpSpPr>
          <p:cNvPr id="2" name="Google Shape;529;p36">
            <a:extLst>
              <a:ext uri="{FF2B5EF4-FFF2-40B4-BE49-F238E27FC236}">
                <a16:creationId xmlns:a16="http://schemas.microsoft.com/office/drawing/2014/main" id="{BC1C516C-45C1-164F-D872-D2FB59C39339}"/>
              </a:ext>
            </a:extLst>
          </p:cNvPr>
          <p:cNvGrpSpPr/>
          <p:nvPr/>
        </p:nvGrpSpPr>
        <p:grpSpPr>
          <a:xfrm flipH="1">
            <a:off x="5583962" y="2593416"/>
            <a:ext cx="3706695" cy="2550084"/>
            <a:chOff x="4388650" y="2224200"/>
            <a:chExt cx="1707525" cy="1174775"/>
          </a:xfrm>
        </p:grpSpPr>
        <p:sp>
          <p:nvSpPr>
            <p:cNvPr id="3" name="Google Shape;530;p36">
              <a:extLst>
                <a:ext uri="{FF2B5EF4-FFF2-40B4-BE49-F238E27FC236}">
                  <a16:creationId xmlns:a16="http://schemas.microsoft.com/office/drawing/2014/main" id="{16466892-36F1-9226-62D8-534C7D423247}"/>
                </a:ext>
              </a:extLst>
            </p:cNvPr>
            <p:cNvSpPr/>
            <p:nvPr/>
          </p:nvSpPr>
          <p:spPr>
            <a:xfrm>
              <a:off x="4422875" y="3236475"/>
              <a:ext cx="284875" cy="162500"/>
            </a:xfrm>
            <a:custGeom>
              <a:avLst/>
              <a:gdLst/>
              <a:ahLst/>
              <a:cxnLst/>
              <a:rect l="l" t="t" r="r" b="b"/>
              <a:pathLst>
                <a:path w="11395" h="6500" extrusionOk="0">
                  <a:moveTo>
                    <a:pt x="440" y="0"/>
                  </a:moveTo>
                  <a:cubicBezTo>
                    <a:pt x="352" y="135"/>
                    <a:pt x="270" y="274"/>
                    <a:pt x="193" y="415"/>
                  </a:cubicBezTo>
                  <a:lnTo>
                    <a:pt x="191" y="415"/>
                  </a:lnTo>
                  <a:cubicBezTo>
                    <a:pt x="1" y="767"/>
                    <a:pt x="2303" y="2396"/>
                    <a:pt x="5337" y="4058"/>
                  </a:cubicBezTo>
                  <a:cubicBezTo>
                    <a:pt x="7981" y="5506"/>
                    <a:pt x="10305" y="6500"/>
                    <a:pt x="10986" y="6500"/>
                  </a:cubicBezTo>
                  <a:cubicBezTo>
                    <a:pt x="11087" y="6500"/>
                    <a:pt x="11151" y="6478"/>
                    <a:pt x="11176" y="6433"/>
                  </a:cubicBezTo>
                  <a:cubicBezTo>
                    <a:pt x="11255" y="6291"/>
                    <a:pt x="11326" y="6147"/>
                    <a:pt x="11394" y="6000"/>
                  </a:cubicBezTo>
                  <a:lnTo>
                    <a:pt x="11394" y="6000"/>
                  </a:lnTo>
                  <a:cubicBezTo>
                    <a:pt x="11360" y="6019"/>
                    <a:pt x="11310" y="6028"/>
                    <a:pt x="11244" y="6028"/>
                  </a:cubicBezTo>
                  <a:cubicBezTo>
                    <a:pt x="10562" y="6028"/>
                    <a:pt x="8237" y="5036"/>
                    <a:pt x="5594" y="3587"/>
                  </a:cubicBezTo>
                  <a:cubicBezTo>
                    <a:pt x="2697" y="2000"/>
                    <a:pt x="464" y="441"/>
                    <a:pt x="4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31;p36">
              <a:extLst>
                <a:ext uri="{FF2B5EF4-FFF2-40B4-BE49-F238E27FC236}">
                  <a16:creationId xmlns:a16="http://schemas.microsoft.com/office/drawing/2014/main" id="{8AC7AD2C-2B8E-58D3-24A1-E3CF2E919F3D}"/>
                </a:ext>
              </a:extLst>
            </p:cNvPr>
            <p:cNvSpPr/>
            <p:nvPr/>
          </p:nvSpPr>
          <p:spPr>
            <a:xfrm>
              <a:off x="4433850" y="3137400"/>
              <a:ext cx="302375" cy="249825"/>
            </a:xfrm>
            <a:custGeom>
              <a:avLst/>
              <a:gdLst/>
              <a:ahLst/>
              <a:cxnLst/>
              <a:rect l="l" t="t" r="r" b="b"/>
              <a:pathLst>
                <a:path w="12095" h="9993" extrusionOk="0">
                  <a:moveTo>
                    <a:pt x="4816" y="1"/>
                  </a:moveTo>
                  <a:cubicBezTo>
                    <a:pt x="4816" y="1"/>
                    <a:pt x="3750" y="461"/>
                    <a:pt x="2529" y="1359"/>
                  </a:cubicBezTo>
                  <a:cubicBezTo>
                    <a:pt x="2453" y="1415"/>
                    <a:pt x="2377" y="1473"/>
                    <a:pt x="2300" y="1532"/>
                  </a:cubicBezTo>
                  <a:cubicBezTo>
                    <a:pt x="1488" y="2156"/>
                    <a:pt x="636" y="2970"/>
                    <a:pt x="1" y="3963"/>
                  </a:cubicBezTo>
                  <a:cubicBezTo>
                    <a:pt x="25" y="4404"/>
                    <a:pt x="2258" y="5963"/>
                    <a:pt x="5155" y="7552"/>
                  </a:cubicBezTo>
                  <a:cubicBezTo>
                    <a:pt x="7800" y="9000"/>
                    <a:pt x="10126" y="9993"/>
                    <a:pt x="10806" y="9993"/>
                  </a:cubicBezTo>
                  <a:cubicBezTo>
                    <a:pt x="10871" y="9993"/>
                    <a:pt x="10921" y="9983"/>
                    <a:pt x="10955" y="9964"/>
                  </a:cubicBezTo>
                  <a:cubicBezTo>
                    <a:pt x="11116" y="9616"/>
                    <a:pt x="11249" y="9257"/>
                    <a:pt x="11358" y="8900"/>
                  </a:cubicBezTo>
                  <a:cubicBezTo>
                    <a:pt x="11385" y="8809"/>
                    <a:pt x="11411" y="8718"/>
                    <a:pt x="11435" y="8627"/>
                  </a:cubicBezTo>
                  <a:cubicBezTo>
                    <a:pt x="12094" y="6188"/>
                    <a:pt x="11700" y="3772"/>
                    <a:pt x="11700" y="3772"/>
                  </a:cubicBezTo>
                  <a:lnTo>
                    <a:pt x="48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32;p36">
              <a:extLst>
                <a:ext uri="{FF2B5EF4-FFF2-40B4-BE49-F238E27FC236}">
                  <a16:creationId xmlns:a16="http://schemas.microsoft.com/office/drawing/2014/main" id="{850C7C9A-E470-42C5-133C-C78552759CDF}"/>
                </a:ext>
              </a:extLst>
            </p:cNvPr>
            <p:cNvSpPr/>
            <p:nvPr/>
          </p:nvSpPr>
          <p:spPr>
            <a:xfrm>
              <a:off x="5008550" y="2646000"/>
              <a:ext cx="577200" cy="331650"/>
            </a:xfrm>
            <a:custGeom>
              <a:avLst/>
              <a:gdLst/>
              <a:ahLst/>
              <a:cxnLst/>
              <a:rect l="l" t="t" r="r" b="b"/>
              <a:pathLst>
                <a:path w="23088" h="13266" extrusionOk="0">
                  <a:moveTo>
                    <a:pt x="21874" y="0"/>
                  </a:moveTo>
                  <a:cubicBezTo>
                    <a:pt x="21472" y="0"/>
                    <a:pt x="21087" y="228"/>
                    <a:pt x="20908" y="617"/>
                  </a:cubicBezTo>
                  <a:lnTo>
                    <a:pt x="19853" y="2890"/>
                  </a:lnTo>
                  <a:lnTo>
                    <a:pt x="19244" y="4204"/>
                  </a:lnTo>
                  <a:lnTo>
                    <a:pt x="18984" y="4767"/>
                  </a:lnTo>
                  <a:lnTo>
                    <a:pt x="18851" y="5055"/>
                  </a:lnTo>
                  <a:lnTo>
                    <a:pt x="18411" y="6003"/>
                  </a:lnTo>
                  <a:cubicBezTo>
                    <a:pt x="18074" y="6732"/>
                    <a:pt x="17645" y="7395"/>
                    <a:pt x="17147" y="7983"/>
                  </a:cubicBezTo>
                  <a:cubicBezTo>
                    <a:pt x="17086" y="8057"/>
                    <a:pt x="17021" y="8131"/>
                    <a:pt x="16956" y="8203"/>
                  </a:cubicBezTo>
                  <a:cubicBezTo>
                    <a:pt x="16301" y="8927"/>
                    <a:pt x="15538" y="9528"/>
                    <a:pt x="14703" y="9994"/>
                  </a:cubicBezTo>
                  <a:cubicBezTo>
                    <a:pt x="14622" y="10040"/>
                    <a:pt x="14538" y="10084"/>
                    <a:pt x="14455" y="10126"/>
                  </a:cubicBezTo>
                  <a:cubicBezTo>
                    <a:pt x="13584" y="10579"/>
                    <a:pt x="12642" y="10885"/>
                    <a:pt x="11666" y="11032"/>
                  </a:cubicBezTo>
                  <a:cubicBezTo>
                    <a:pt x="11574" y="11047"/>
                    <a:pt x="11480" y="11059"/>
                    <a:pt x="11385" y="11070"/>
                  </a:cubicBezTo>
                  <a:cubicBezTo>
                    <a:pt x="11043" y="11110"/>
                    <a:pt x="10699" y="11130"/>
                    <a:pt x="10353" y="11130"/>
                  </a:cubicBezTo>
                  <a:cubicBezTo>
                    <a:pt x="9477" y="11130"/>
                    <a:pt x="8591" y="11000"/>
                    <a:pt x="7722" y="10726"/>
                  </a:cubicBezTo>
                  <a:cubicBezTo>
                    <a:pt x="7633" y="10699"/>
                    <a:pt x="7542" y="10668"/>
                    <a:pt x="7452" y="10637"/>
                  </a:cubicBezTo>
                  <a:cubicBezTo>
                    <a:pt x="7380" y="10611"/>
                    <a:pt x="7307" y="10585"/>
                    <a:pt x="7234" y="10556"/>
                  </a:cubicBezTo>
                  <a:lnTo>
                    <a:pt x="1563" y="8402"/>
                  </a:lnTo>
                  <a:cubicBezTo>
                    <a:pt x="1439" y="8355"/>
                    <a:pt x="1312" y="8333"/>
                    <a:pt x="1186" y="8333"/>
                  </a:cubicBezTo>
                  <a:cubicBezTo>
                    <a:pt x="758" y="8333"/>
                    <a:pt x="353" y="8595"/>
                    <a:pt x="191" y="9020"/>
                  </a:cubicBezTo>
                  <a:cubicBezTo>
                    <a:pt x="0" y="9522"/>
                    <a:pt x="214" y="10079"/>
                    <a:pt x="673" y="10331"/>
                  </a:cubicBezTo>
                  <a:cubicBezTo>
                    <a:pt x="715" y="10355"/>
                    <a:pt x="760" y="10375"/>
                    <a:pt x="807" y="10393"/>
                  </a:cubicBezTo>
                  <a:lnTo>
                    <a:pt x="1842" y="10787"/>
                  </a:lnTo>
                  <a:lnTo>
                    <a:pt x="6479" y="12547"/>
                  </a:lnTo>
                  <a:cubicBezTo>
                    <a:pt x="6900" y="12707"/>
                    <a:pt x="7328" y="12841"/>
                    <a:pt x="7761" y="12948"/>
                  </a:cubicBezTo>
                  <a:cubicBezTo>
                    <a:pt x="7895" y="12980"/>
                    <a:pt x="8027" y="13010"/>
                    <a:pt x="8160" y="13037"/>
                  </a:cubicBezTo>
                  <a:cubicBezTo>
                    <a:pt x="8892" y="13189"/>
                    <a:pt x="9636" y="13265"/>
                    <a:pt x="10379" y="13265"/>
                  </a:cubicBezTo>
                  <a:cubicBezTo>
                    <a:pt x="10999" y="13265"/>
                    <a:pt x="11618" y="13213"/>
                    <a:pt x="12231" y="13107"/>
                  </a:cubicBezTo>
                  <a:cubicBezTo>
                    <a:pt x="12346" y="13089"/>
                    <a:pt x="12462" y="13066"/>
                    <a:pt x="12577" y="13042"/>
                  </a:cubicBezTo>
                  <a:cubicBezTo>
                    <a:pt x="13237" y="12907"/>
                    <a:pt x="13887" y="12710"/>
                    <a:pt x="14522" y="12451"/>
                  </a:cubicBezTo>
                  <a:cubicBezTo>
                    <a:pt x="15006" y="12254"/>
                    <a:pt x="15473" y="12024"/>
                    <a:pt x="15918" y="11765"/>
                  </a:cubicBezTo>
                  <a:cubicBezTo>
                    <a:pt x="16008" y="11712"/>
                    <a:pt x="16097" y="11659"/>
                    <a:pt x="16185" y="11603"/>
                  </a:cubicBezTo>
                  <a:cubicBezTo>
                    <a:pt x="17116" y="11026"/>
                    <a:pt x="17951" y="10314"/>
                    <a:pt x="18666" y="9492"/>
                  </a:cubicBezTo>
                  <a:cubicBezTo>
                    <a:pt x="18733" y="9416"/>
                    <a:pt x="18796" y="9339"/>
                    <a:pt x="18860" y="9261"/>
                  </a:cubicBezTo>
                  <a:cubicBezTo>
                    <a:pt x="19447" y="8548"/>
                    <a:pt x="19947" y="7756"/>
                    <a:pt x="20343" y="6900"/>
                  </a:cubicBezTo>
                  <a:lnTo>
                    <a:pt x="20733" y="6056"/>
                  </a:lnTo>
                  <a:lnTo>
                    <a:pt x="20862" y="5782"/>
                  </a:lnTo>
                  <a:lnTo>
                    <a:pt x="21751" y="3864"/>
                  </a:lnTo>
                  <a:lnTo>
                    <a:pt x="22840" y="1512"/>
                  </a:lnTo>
                  <a:cubicBezTo>
                    <a:pt x="23087" y="979"/>
                    <a:pt x="22856" y="346"/>
                    <a:pt x="22321" y="99"/>
                  </a:cubicBezTo>
                  <a:cubicBezTo>
                    <a:pt x="22176" y="32"/>
                    <a:pt x="22024" y="0"/>
                    <a:pt x="21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33;p36">
              <a:extLst>
                <a:ext uri="{FF2B5EF4-FFF2-40B4-BE49-F238E27FC236}">
                  <a16:creationId xmlns:a16="http://schemas.microsoft.com/office/drawing/2014/main" id="{6BEBE0E8-F657-0FD1-5A3F-32EBFD758282}"/>
                </a:ext>
              </a:extLst>
            </p:cNvPr>
            <p:cNvSpPr/>
            <p:nvPr/>
          </p:nvSpPr>
          <p:spPr>
            <a:xfrm>
              <a:off x="4444500" y="2590075"/>
              <a:ext cx="711075" cy="698300"/>
            </a:xfrm>
            <a:custGeom>
              <a:avLst/>
              <a:gdLst/>
              <a:ahLst/>
              <a:cxnLst/>
              <a:rect l="l" t="t" r="r" b="b"/>
              <a:pathLst>
                <a:path w="28443" h="27932" extrusionOk="0">
                  <a:moveTo>
                    <a:pt x="5556" y="0"/>
                  </a:moveTo>
                  <a:lnTo>
                    <a:pt x="1502" y="12131"/>
                  </a:lnTo>
                  <a:cubicBezTo>
                    <a:pt x="0" y="16623"/>
                    <a:pt x="1321" y="21379"/>
                    <a:pt x="4507" y="24475"/>
                  </a:cubicBezTo>
                  <a:cubicBezTo>
                    <a:pt x="4575" y="24541"/>
                    <a:pt x="4645" y="24608"/>
                    <a:pt x="4714" y="24672"/>
                  </a:cubicBezTo>
                  <a:cubicBezTo>
                    <a:pt x="5905" y="25774"/>
                    <a:pt x="7339" y="26651"/>
                    <a:pt x="8972" y="27209"/>
                  </a:cubicBezTo>
                  <a:cubicBezTo>
                    <a:pt x="9036" y="27230"/>
                    <a:pt x="9099" y="27251"/>
                    <a:pt x="9163" y="27272"/>
                  </a:cubicBezTo>
                  <a:cubicBezTo>
                    <a:pt x="9227" y="27294"/>
                    <a:pt x="9289" y="27315"/>
                    <a:pt x="9352" y="27335"/>
                  </a:cubicBezTo>
                  <a:cubicBezTo>
                    <a:pt x="9548" y="27400"/>
                    <a:pt x="9743" y="27457"/>
                    <a:pt x="9940" y="27512"/>
                  </a:cubicBezTo>
                  <a:cubicBezTo>
                    <a:pt x="10982" y="27795"/>
                    <a:pt x="12033" y="27931"/>
                    <a:pt x="13070" y="27931"/>
                  </a:cubicBezTo>
                  <a:cubicBezTo>
                    <a:pt x="18065" y="27931"/>
                    <a:pt x="22718" y="24773"/>
                    <a:pt x="24387" y="19779"/>
                  </a:cubicBezTo>
                  <a:lnTo>
                    <a:pt x="27146" y="11527"/>
                  </a:lnTo>
                  <a:lnTo>
                    <a:pt x="28442" y="7648"/>
                  </a:lnTo>
                  <a:lnTo>
                    <a:pt x="55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4;p36">
              <a:extLst>
                <a:ext uri="{FF2B5EF4-FFF2-40B4-BE49-F238E27FC236}">
                  <a16:creationId xmlns:a16="http://schemas.microsoft.com/office/drawing/2014/main" id="{FAD33524-297F-C0B5-371C-4563770700A1}"/>
                </a:ext>
              </a:extLst>
            </p:cNvPr>
            <p:cNvSpPr/>
            <p:nvPr/>
          </p:nvSpPr>
          <p:spPr>
            <a:xfrm>
              <a:off x="4574225" y="2577925"/>
              <a:ext cx="590500" cy="215475"/>
            </a:xfrm>
            <a:custGeom>
              <a:avLst/>
              <a:gdLst/>
              <a:ahLst/>
              <a:cxnLst/>
              <a:rect l="l" t="t" r="r" b="b"/>
              <a:pathLst>
                <a:path w="23620" h="8619" extrusionOk="0">
                  <a:moveTo>
                    <a:pt x="1951" y="0"/>
                  </a:moveTo>
                  <a:cubicBezTo>
                    <a:pt x="1043" y="0"/>
                    <a:pt x="477" y="156"/>
                    <a:pt x="367" y="485"/>
                  </a:cubicBezTo>
                  <a:cubicBezTo>
                    <a:pt x="1" y="1581"/>
                    <a:pt x="4828" y="4181"/>
                    <a:pt x="11148" y="6294"/>
                  </a:cubicBezTo>
                  <a:cubicBezTo>
                    <a:pt x="15570" y="7771"/>
                    <a:pt x="19552" y="8618"/>
                    <a:pt x="21670" y="8618"/>
                  </a:cubicBezTo>
                  <a:cubicBezTo>
                    <a:pt x="22578" y="8618"/>
                    <a:pt x="23143" y="8463"/>
                    <a:pt x="23253" y="8134"/>
                  </a:cubicBezTo>
                  <a:cubicBezTo>
                    <a:pt x="23620" y="7037"/>
                    <a:pt x="18792" y="4436"/>
                    <a:pt x="12473" y="2325"/>
                  </a:cubicBezTo>
                  <a:cubicBezTo>
                    <a:pt x="8050" y="847"/>
                    <a:pt x="4068" y="0"/>
                    <a:pt x="19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35;p36">
              <a:extLst>
                <a:ext uri="{FF2B5EF4-FFF2-40B4-BE49-F238E27FC236}">
                  <a16:creationId xmlns:a16="http://schemas.microsoft.com/office/drawing/2014/main" id="{758E837A-05D4-A10C-7BB8-02E2E4997D24}"/>
                </a:ext>
              </a:extLst>
            </p:cNvPr>
            <p:cNvSpPr/>
            <p:nvPr/>
          </p:nvSpPr>
          <p:spPr>
            <a:xfrm>
              <a:off x="4590900" y="2586800"/>
              <a:ext cx="557175" cy="197700"/>
            </a:xfrm>
            <a:custGeom>
              <a:avLst/>
              <a:gdLst/>
              <a:ahLst/>
              <a:cxnLst/>
              <a:rect l="l" t="t" r="r" b="b"/>
              <a:pathLst>
                <a:path w="22287" h="7908" extrusionOk="0">
                  <a:moveTo>
                    <a:pt x="1289" y="1"/>
                  </a:moveTo>
                  <a:cubicBezTo>
                    <a:pt x="358" y="1"/>
                    <a:pt x="61" y="168"/>
                    <a:pt x="37" y="242"/>
                  </a:cubicBezTo>
                  <a:cubicBezTo>
                    <a:pt x="0" y="351"/>
                    <a:pt x="329" y="1014"/>
                    <a:pt x="2601" y="2258"/>
                  </a:cubicBezTo>
                  <a:lnTo>
                    <a:pt x="2600" y="2258"/>
                  </a:lnTo>
                  <a:cubicBezTo>
                    <a:pt x="4629" y="3370"/>
                    <a:pt x="7468" y="4557"/>
                    <a:pt x="10593" y="5601"/>
                  </a:cubicBezTo>
                  <a:cubicBezTo>
                    <a:pt x="13631" y="6617"/>
                    <a:pt x="16552" y="7365"/>
                    <a:pt x="18819" y="7711"/>
                  </a:cubicBezTo>
                  <a:cubicBezTo>
                    <a:pt x="19779" y="7857"/>
                    <a:pt x="20485" y="7908"/>
                    <a:pt x="20998" y="7908"/>
                  </a:cubicBezTo>
                  <a:cubicBezTo>
                    <a:pt x="21929" y="7908"/>
                    <a:pt x="22226" y="7740"/>
                    <a:pt x="22250" y="7667"/>
                  </a:cubicBezTo>
                  <a:cubicBezTo>
                    <a:pt x="22286" y="7558"/>
                    <a:pt x="21958" y="6894"/>
                    <a:pt x="19686" y="5649"/>
                  </a:cubicBezTo>
                  <a:cubicBezTo>
                    <a:pt x="17656" y="4537"/>
                    <a:pt x="14817" y="3351"/>
                    <a:pt x="11694" y="2306"/>
                  </a:cubicBezTo>
                  <a:cubicBezTo>
                    <a:pt x="8657" y="1291"/>
                    <a:pt x="5735" y="542"/>
                    <a:pt x="3468" y="198"/>
                  </a:cubicBezTo>
                  <a:cubicBezTo>
                    <a:pt x="2508" y="52"/>
                    <a:pt x="1802" y="1"/>
                    <a:pt x="12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6;p36">
              <a:extLst>
                <a:ext uri="{FF2B5EF4-FFF2-40B4-BE49-F238E27FC236}">
                  <a16:creationId xmlns:a16="http://schemas.microsoft.com/office/drawing/2014/main" id="{2D0DE69A-E690-3AE8-758B-858B7477EB31}"/>
                </a:ext>
              </a:extLst>
            </p:cNvPr>
            <p:cNvSpPr/>
            <p:nvPr/>
          </p:nvSpPr>
          <p:spPr>
            <a:xfrm>
              <a:off x="4590825" y="2520000"/>
              <a:ext cx="586625" cy="223800"/>
            </a:xfrm>
            <a:custGeom>
              <a:avLst/>
              <a:gdLst/>
              <a:ahLst/>
              <a:cxnLst/>
              <a:rect l="l" t="t" r="r" b="b"/>
              <a:pathLst>
                <a:path w="23465" h="8952" extrusionOk="0">
                  <a:moveTo>
                    <a:pt x="644" y="1"/>
                  </a:moveTo>
                  <a:cubicBezTo>
                    <a:pt x="608" y="102"/>
                    <a:pt x="571" y="204"/>
                    <a:pt x="538" y="307"/>
                  </a:cubicBezTo>
                  <a:lnTo>
                    <a:pt x="367" y="817"/>
                  </a:lnTo>
                  <a:cubicBezTo>
                    <a:pt x="0" y="1914"/>
                    <a:pt x="4826" y="4513"/>
                    <a:pt x="11147" y="6626"/>
                  </a:cubicBezTo>
                  <a:cubicBezTo>
                    <a:pt x="15570" y="8104"/>
                    <a:pt x="19551" y="8952"/>
                    <a:pt x="21668" y="8952"/>
                  </a:cubicBezTo>
                  <a:cubicBezTo>
                    <a:pt x="22577" y="8952"/>
                    <a:pt x="23142" y="8796"/>
                    <a:pt x="23251" y="8467"/>
                  </a:cubicBezTo>
                  <a:lnTo>
                    <a:pt x="23422" y="7955"/>
                  </a:lnTo>
                  <a:cubicBezTo>
                    <a:pt x="23437" y="7912"/>
                    <a:pt x="23450" y="7871"/>
                    <a:pt x="23465" y="7829"/>
                  </a:cubicBezTo>
                  <a:lnTo>
                    <a:pt x="23465" y="7829"/>
                  </a:lnTo>
                  <a:cubicBezTo>
                    <a:pt x="23188" y="7920"/>
                    <a:pt x="22797" y="7965"/>
                    <a:pt x="22308" y="7965"/>
                  </a:cubicBezTo>
                  <a:cubicBezTo>
                    <a:pt x="20153" y="7965"/>
                    <a:pt x="16101" y="7102"/>
                    <a:pt x="11598" y="5598"/>
                  </a:cubicBezTo>
                  <a:cubicBezTo>
                    <a:pt x="5712" y="3630"/>
                    <a:pt x="1097" y="1246"/>
                    <a:pt x="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7;p36">
              <a:extLst>
                <a:ext uri="{FF2B5EF4-FFF2-40B4-BE49-F238E27FC236}">
                  <a16:creationId xmlns:a16="http://schemas.microsoft.com/office/drawing/2014/main" id="{C492E019-9761-D046-CBAC-DCA21E8C5A48}"/>
                </a:ext>
              </a:extLst>
            </p:cNvPr>
            <p:cNvSpPr/>
            <p:nvPr/>
          </p:nvSpPr>
          <p:spPr>
            <a:xfrm>
              <a:off x="4606925" y="2321525"/>
              <a:ext cx="621150" cy="397600"/>
            </a:xfrm>
            <a:custGeom>
              <a:avLst/>
              <a:gdLst/>
              <a:ahLst/>
              <a:cxnLst/>
              <a:rect l="l" t="t" r="r" b="b"/>
              <a:pathLst>
                <a:path w="24846" h="15904" extrusionOk="0">
                  <a:moveTo>
                    <a:pt x="11335" y="1"/>
                  </a:moveTo>
                  <a:cubicBezTo>
                    <a:pt x="9445" y="1"/>
                    <a:pt x="7603" y="449"/>
                    <a:pt x="5948" y="1274"/>
                  </a:cubicBezTo>
                  <a:cubicBezTo>
                    <a:pt x="3276" y="2607"/>
                    <a:pt x="1095" y="4929"/>
                    <a:pt x="0" y="7940"/>
                  </a:cubicBezTo>
                  <a:cubicBezTo>
                    <a:pt x="453" y="9185"/>
                    <a:pt x="5068" y="11569"/>
                    <a:pt x="10954" y="13537"/>
                  </a:cubicBezTo>
                  <a:cubicBezTo>
                    <a:pt x="15457" y="15041"/>
                    <a:pt x="19509" y="15904"/>
                    <a:pt x="21664" y="15904"/>
                  </a:cubicBezTo>
                  <a:cubicBezTo>
                    <a:pt x="22153" y="15904"/>
                    <a:pt x="22544" y="15859"/>
                    <a:pt x="22821" y="15768"/>
                  </a:cubicBezTo>
                  <a:cubicBezTo>
                    <a:pt x="24846" y="9483"/>
                    <a:pt x="21439" y="2725"/>
                    <a:pt x="15161" y="627"/>
                  </a:cubicBezTo>
                  <a:cubicBezTo>
                    <a:pt x="13892" y="202"/>
                    <a:pt x="12603" y="1"/>
                    <a:pt x="113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38;p36">
              <a:extLst>
                <a:ext uri="{FF2B5EF4-FFF2-40B4-BE49-F238E27FC236}">
                  <a16:creationId xmlns:a16="http://schemas.microsoft.com/office/drawing/2014/main" id="{B547CB11-D9E5-ACFA-1DD4-033B91421EBD}"/>
                </a:ext>
              </a:extLst>
            </p:cNvPr>
            <p:cNvSpPr/>
            <p:nvPr/>
          </p:nvSpPr>
          <p:spPr>
            <a:xfrm>
              <a:off x="4719000" y="2826275"/>
              <a:ext cx="401475" cy="462100"/>
            </a:xfrm>
            <a:custGeom>
              <a:avLst/>
              <a:gdLst/>
              <a:ahLst/>
              <a:cxnLst/>
              <a:rect l="l" t="t" r="r" b="b"/>
              <a:pathLst>
                <a:path w="16059" h="18484" extrusionOk="0">
                  <a:moveTo>
                    <a:pt x="11689" y="0"/>
                  </a:moveTo>
                  <a:cubicBezTo>
                    <a:pt x="9277" y="0"/>
                    <a:pt x="6932" y="1498"/>
                    <a:pt x="6117" y="4063"/>
                  </a:cubicBezTo>
                  <a:cubicBezTo>
                    <a:pt x="5037" y="7462"/>
                    <a:pt x="3225" y="12146"/>
                    <a:pt x="585" y="15808"/>
                  </a:cubicBezTo>
                  <a:cubicBezTo>
                    <a:pt x="578" y="15816"/>
                    <a:pt x="573" y="15825"/>
                    <a:pt x="566" y="15833"/>
                  </a:cubicBezTo>
                  <a:cubicBezTo>
                    <a:pt x="1" y="16617"/>
                    <a:pt x="234" y="17632"/>
                    <a:pt x="911" y="18149"/>
                  </a:cubicBezTo>
                  <a:cubicBezTo>
                    <a:pt x="1175" y="18349"/>
                    <a:pt x="1506" y="18474"/>
                    <a:pt x="1882" y="18482"/>
                  </a:cubicBezTo>
                  <a:cubicBezTo>
                    <a:pt x="1950" y="18483"/>
                    <a:pt x="2019" y="18484"/>
                    <a:pt x="2087" y="18484"/>
                  </a:cubicBezTo>
                  <a:cubicBezTo>
                    <a:pt x="7084" y="18484"/>
                    <a:pt x="11738" y="15327"/>
                    <a:pt x="13407" y="10331"/>
                  </a:cubicBezTo>
                  <a:lnTo>
                    <a:pt x="15413" y="4330"/>
                  </a:lnTo>
                  <a:lnTo>
                    <a:pt x="15532" y="3972"/>
                  </a:lnTo>
                  <a:lnTo>
                    <a:pt x="15861" y="2988"/>
                  </a:lnTo>
                  <a:cubicBezTo>
                    <a:pt x="16058" y="2402"/>
                    <a:pt x="15875" y="1756"/>
                    <a:pt x="15402" y="1360"/>
                  </a:cubicBezTo>
                  <a:cubicBezTo>
                    <a:pt x="15098" y="1102"/>
                    <a:pt x="14777" y="885"/>
                    <a:pt x="14445" y="704"/>
                  </a:cubicBezTo>
                  <a:cubicBezTo>
                    <a:pt x="14375" y="666"/>
                    <a:pt x="14304" y="628"/>
                    <a:pt x="14233" y="593"/>
                  </a:cubicBezTo>
                  <a:cubicBezTo>
                    <a:pt x="13421" y="191"/>
                    <a:pt x="12550" y="0"/>
                    <a:pt x="116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39;p36">
              <a:extLst>
                <a:ext uri="{FF2B5EF4-FFF2-40B4-BE49-F238E27FC236}">
                  <a16:creationId xmlns:a16="http://schemas.microsoft.com/office/drawing/2014/main" id="{625349C5-D1F8-9766-D5BE-89C24F1615CB}"/>
                </a:ext>
              </a:extLst>
            </p:cNvPr>
            <p:cNvSpPr/>
            <p:nvPr/>
          </p:nvSpPr>
          <p:spPr>
            <a:xfrm>
              <a:off x="4705700" y="2820425"/>
              <a:ext cx="369125" cy="459575"/>
            </a:xfrm>
            <a:custGeom>
              <a:avLst/>
              <a:gdLst/>
              <a:ahLst/>
              <a:cxnLst/>
              <a:rect l="l" t="t" r="r" b="b"/>
              <a:pathLst>
                <a:path w="14765" h="18383" extrusionOk="0">
                  <a:moveTo>
                    <a:pt x="11794" y="1"/>
                  </a:moveTo>
                  <a:cubicBezTo>
                    <a:pt x="9383" y="1"/>
                    <a:pt x="7038" y="1497"/>
                    <a:pt x="6222" y="4063"/>
                  </a:cubicBezTo>
                  <a:lnTo>
                    <a:pt x="6223" y="4063"/>
                  </a:lnTo>
                  <a:cubicBezTo>
                    <a:pt x="5142" y="7463"/>
                    <a:pt x="3330" y="12145"/>
                    <a:pt x="690" y="15808"/>
                  </a:cubicBezTo>
                  <a:cubicBezTo>
                    <a:pt x="684" y="15817"/>
                    <a:pt x="678" y="15824"/>
                    <a:pt x="672" y="15833"/>
                  </a:cubicBezTo>
                  <a:cubicBezTo>
                    <a:pt x="1" y="16765"/>
                    <a:pt x="457" y="18022"/>
                    <a:pt x="1443" y="18383"/>
                  </a:cubicBezTo>
                  <a:cubicBezTo>
                    <a:pt x="766" y="17866"/>
                    <a:pt x="533" y="16851"/>
                    <a:pt x="1098" y="16067"/>
                  </a:cubicBezTo>
                  <a:cubicBezTo>
                    <a:pt x="1104" y="16059"/>
                    <a:pt x="1111" y="16050"/>
                    <a:pt x="1117" y="16041"/>
                  </a:cubicBezTo>
                  <a:cubicBezTo>
                    <a:pt x="3757" y="12378"/>
                    <a:pt x="5568" y="7696"/>
                    <a:pt x="6649" y="4296"/>
                  </a:cubicBezTo>
                  <a:cubicBezTo>
                    <a:pt x="7465" y="1731"/>
                    <a:pt x="9810" y="234"/>
                    <a:pt x="12221" y="234"/>
                  </a:cubicBezTo>
                  <a:cubicBezTo>
                    <a:pt x="13083" y="234"/>
                    <a:pt x="13953" y="425"/>
                    <a:pt x="14765" y="827"/>
                  </a:cubicBezTo>
                  <a:cubicBezTo>
                    <a:pt x="14694" y="785"/>
                    <a:pt x="14622" y="744"/>
                    <a:pt x="14551" y="704"/>
                  </a:cubicBezTo>
                  <a:cubicBezTo>
                    <a:pt x="13679" y="227"/>
                    <a:pt x="12732" y="1"/>
                    <a:pt x="117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0;p36">
              <a:extLst>
                <a:ext uri="{FF2B5EF4-FFF2-40B4-BE49-F238E27FC236}">
                  <a16:creationId xmlns:a16="http://schemas.microsoft.com/office/drawing/2014/main" id="{7F92CEDB-84AE-90A5-4A27-B7443C01819B}"/>
                </a:ext>
              </a:extLst>
            </p:cNvPr>
            <p:cNvSpPr/>
            <p:nvPr/>
          </p:nvSpPr>
          <p:spPr>
            <a:xfrm>
              <a:off x="5487750" y="2687725"/>
              <a:ext cx="86000" cy="65025"/>
            </a:xfrm>
            <a:custGeom>
              <a:avLst/>
              <a:gdLst/>
              <a:ahLst/>
              <a:cxnLst/>
              <a:rect l="l" t="t" r="r" b="b"/>
              <a:pathLst>
                <a:path w="3440" h="2601" extrusionOk="0">
                  <a:moveTo>
                    <a:pt x="546" y="1"/>
                  </a:moveTo>
                  <a:lnTo>
                    <a:pt x="83" y="1126"/>
                  </a:lnTo>
                  <a:cubicBezTo>
                    <a:pt x="1" y="1326"/>
                    <a:pt x="129" y="1588"/>
                    <a:pt x="401" y="1838"/>
                  </a:cubicBezTo>
                  <a:cubicBezTo>
                    <a:pt x="613" y="2035"/>
                    <a:pt x="911" y="2223"/>
                    <a:pt x="1264" y="2368"/>
                  </a:cubicBezTo>
                  <a:cubicBezTo>
                    <a:pt x="1642" y="2524"/>
                    <a:pt x="2013" y="2600"/>
                    <a:pt x="2315" y="2600"/>
                  </a:cubicBezTo>
                  <a:cubicBezTo>
                    <a:pt x="2342" y="2600"/>
                    <a:pt x="2369" y="2600"/>
                    <a:pt x="2395" y="2598"/>
                  </a:cubicBezTo>
                  <a:cubicBezTo>
                    <a:pt x="2689" y="2583"/>
                    <a:pt x="2906" y="2489"/>
                    <a:pt x="2976" y="2317"/>
                  </a:cubicBezTo>
                  <a:lnTo>
                    <a:pt x="3439" y="1191"/>
                  </a:lnTo>
                  <a:lnTo>
                    <a:pt x="5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41;p36">
              <a:extLst>
                <a:ext uri="{FF2B5EF4-FFF2-40B4-BE49-F238E27FC236}">
                  <a16:creationId xmlns:a16="http://schemas.microsoft.com/office/drawing/2014/main" id="{6AC966CE-FA00-A05B-7C3F-8C5B32A9E412}"/>
                </a:ext>
              </a:extLst>
            </p:cNvPr>
            <p:cNvSpPr/>
            <p:nvPr/>
          </p:nvSpPr>
          <p:spPr>
            <a:xfrm>
              <a:off x="5491475" y="2634400"/>
              <a:ext cx="118875" cy="90200"/>
            </a:xfrm>
            <a:custGeom>
              <a:avLst/>
              <a:gdLst/>
              <a:ahLst/>
              <a:cxnLst/>
              <a:rect l="l" t="t" r="r" b="b"/>
              <a:pathLst>
                <a:path w="4755" h="3608" extrusionOk="0">
                  <a:moveTo>
                    <a:pt x="488" y="1"/>
                  </a:moveTo>
                  <a:cubicBezTo>
                    <a:pt x="488" y="1"/>
                    <a:pt x="0" y="902"/>
                    <a:pt x="397" y="2134"/>
                  </a:cubicBezTo>
                  <a:cubicBezTo>
                    <a:pt x="250" y="2491"/>
                    <a:pt x="779" y="3047"/>
                    <a:pt x="1577" y="3376"/>
                  </a:cubicBezTo>
                  <a:cubicBezTo>
                    <a:pt x="1955" y="3530"/>
                    <a:pt x="2325" y="3607"/>
                    <a:pt x="2626" y="3607"/>
                  </a:cubicBezTo>
                  <a:cubicBezTo>
                    <a:pt x="2947" y="3607"/>
                    <a:pt x="3189" y="3520"/>
                    <a:pt x="3278" y="3348"/>
                  </a:cubicBezTo>
                  <a:lnTo>
                    <a:pt x="3290" y="3354"/>
                  </a:lnTo>
                  <a:cubicBezTo>
                    <a:pt x="4449" y="2779"/>
                    <a:pt x="4755" y="1802"/>
                    <a:pt x="4755" y="1802"/>
                  </a:cubicBezTo>
                  <a:lnTo>
                    <a:pt x="4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42;p36">
              <a:extLst>
                <a:ext uri="{FF2B5EF4-FFF2-40B4-BE49-F238E27FC236}">
                  <a16:creationId xmlns:a16="http://schemas.microsoft.com/office/drawing/2014/main" id="{B5D6DCEE-8871-99EA-2391-1F4292A081C1}"/>
                </a:ext>
              </a:extLst>
            </p:cNvPr>
            <p:cNvSpPr/>
            <p:nvPr/>
          </p:nvSpPr>
          <p:spPr>
            <a:xfrm>
              <a:off x="5498250" y="2623925"/>
              <a:ext cx="117675" cy="64950"/>
            </a:xfrm>
            <a:custGeom>
              <a:avLst/>
              <a:gdLst/>
              <a:ahLst/>
              <a:cxnLst/>
              <a:rect l="l" t="t" r="r" b="b"/>
              <a:pathLst>
                <a:path w="4707" h="2598" extrusionOk="0">
                  <a:moveTo>
                    <a:pt x="1198" y="1"/>
                  </a:moveTo>
                  <a:cubicBezTo>
                    <a:pt x="701" y="1"/>
                    <a:pt x="331" y="142"/>
                    <a:pt x="217" y="420"/>
                  </a:cubicBezTo>
                  <a:cubicBezTo>
                    <a:pt x="0" y="947"/>
                    <a:pt x="780" y="1769"/>
                    <a:pt x="1960" y="2254"/>
                  </a:cubicBezTo>
                  <a:cubicBezTo>
                    <a:pt x="2517" y="2484"/>
                    <a:pt x="3064" y="2597"/>
                    <a:pt x="3509" y="2597"/>
                  </a:cubicBezTo>
                  <a:cubicBezTo>
                    <a:pt x="4006" y="2597"/>
                    <a:pt x="4375" y="2456"/>
                    <a:pt x="4490" y="2178"/>
                  </a:cubicBezTo>
                  <a:cubicBezTo>
                    <a:pt x="4707" y="1650"/>
                    <a:pt x="3926" y="829"/>
                    <a:pt x="2746" y="343"/>
                  </a:cubicBezTo>
                  <a:cubicBezTo>
                    <a:pt x="2189" y="114"/>
                    <a:pt x="1642" y="1"/>
                    <a:pt x="1198" y="1"/>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3;p36">
              <a:extLst>
                <a:ext uri="{FF2B5EF4-FFF2-40B4-BE49-F238E27FC236}">
                  <a16:creationId xmlns:a16="http://schemas.microsoft.com/office/drawing/2014/main" id="{A693E0CF-FE1B-9A0C-B517-693F975F244D}"/>
                </a:ext>
              </a:extLst>
            </p:cNvPr>
            <p:cNvSpPr/>
            <p:nvPr/>
          </p:nvSpPr>
          <p:spPr>
            <a:xfrm>
              <a:off x="4786400" y="2462150"/>
              <a:ext cx="360800" cy="211625"/>
            </a:xfrm>
            <a:custGeom>
              <a:avLst/>
              <a:gdLst/>
              <a:ahLst/>
              <a:cxnLst/>
              <a:rect l="l" t="t" r="r" b="b"/>
              <a:pathLst>
                <a:path w="14432" h="8465" extrusionOk="0">
                  <a:moveTo>
                    <a:pt x="2547" y="0"/>
                  </a:moveTo>
                  <a:cubicBezTo>
                    <a:pt x="1724" y="0"/>
                    <a:pt x="984" y="572"/>
                    <a:pt x="804" y="1409"/>
                  </a:cubicBezTo>
                  <a:lnTo>
                    <a:pt x="210" y="4152"/>
                  </a:lnTo>
                  <a:cubicBezTo>
                    <a:pt x="1" y="5117"/>
                    <a:pt x="614" y="6068"/>
                    <a:pt x="1578" y="6276"/>
                  </a:cubicBezTo>
                  <a:lnTo>
                    <a:pt x="11505" y="8424"/>
                  </a:lnTo>
                  <a:cubicBezTo>
                    <a:pt x="11633" y="8451"/>
                    <a:pt x="11760" y="8465"/>
                    <a:pt x="11885" y="8465"/>
                  </a:cubicBezTo>
                  <a:cubicBezTo>
                    <a:pt x="12708" y="8465"/>
                    <a:pt x="13447" y="7893"/>
                    <a:pt x="13629" y="7056"/>
                  </a:cubicBezTo>
                  <a:lnTo>
                    <a:pt x="14222" y="4313"/>
                  </a:lnTo>
                  <a:cubicBezTo>
                    <a:pt x="14431" y="3348"/>
                    <a:pt x="13818" y="2397"/>
                    <a:pt x="12855" y="2189"/>
                  </a:cubicBezTo>
                  <a:lnTo>
                    <a:pt x="2927" y="41"/>
                  </a:lnTo>
                  <a:cubicBezTo>
                    <a:pt x="2800" y="14"/>
                    <a:pt x="2672" y="0"/>
                    <a:pt x="2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44;p36">
              <a:extLst>
                <a:ext uri="{FF2B5EF4-FFF2-40B4-BE49-F238E27FC236}">
                  <a16:creationId xmlns:a16="http://schemas.microsoft.com/office/drawing/2014/main" id="{F5F45A85-8AEA-7437-5156-3760D04F3A01}"/>
                </a:ext>
              </a:extLst>
            </p:cNvPr>
            <p:cNvSpPr/>
            <p:nvPr/>
          </p:nvSpPr>
          <p:spPr>
            <a:xfrm>
              <a:off x="4841500" y="2474075"/>
              <a:ext cx="360800" cy="211625"/>
            </a:xfrm>
            <a:custGeom>
              <a:avLst/>
              <a:gdLst/>
              <a:ahLst/>
              <a:cxnLst/>
              <a:rect l="l" t="t" r="r" b="b"/>
              <a:pathLst>
                <a:path w="14432" h="8465" extrusionOk="0">
                  <a:moveTo>
                    <a:pt x="2547" y="1"/>
                  </a:moveTo>
                  <a:cubicBezTo>
                    <a:pt x="1724" y="1"/>
                    <a:pt x="985" y="572"/>
                    <a:pt x="803" y="1409"/>
                  </a:cubicBezTo>
                  <a:lnTo>
                    <a:pt x="210" y="4152"/>
                  </a:lnTo>
                  <a:cubicBezTo>
                    <a:pt x="1" y="5117"/>
                    <a:pt x="614" y="6067"/>
                    <a:pt x="1578" y="6276"/>
                  </a:cubicBezTo>
                  <a:lnTo>
                    <a:pt x="11505" y="8424"/>
                  </a:lnTo>
                  <a:cubicBezTo>
                    <a:pt x="11632" y="8451"/>
                    <a:pt x="11759" y="8465"/>
                    <a:pt x="11884" y="8465"/>
                  </a:cubicBezTo>
                  <a:cubicBezTo>
                    <a:pt x="12707" y="8465"/>
                    <a:pt x="13447" y="7892"/>
                    <a:pt x="13629" y="7056"/>
                  </a:cubicBezTo>
                  <a:lnTo>
                    <a:pt x="14222" y="4313"/>
                  </a:lnTo>
                  <a:cubicBezTo>
                    <a:pt x="14431" y="3348"/>
                    <a:pt x="13818" y="2397"/>
                    <a:pt x="12855" y="2189"/>
                  </a:cubicBezTo>
                  <a:lnTo>
                    <a:pt x="2927" y="41"/>
                  </a:lnTo>
                  <a:cubicBezTo>
                    <a:pt x="2799" y="14"/>
                    <a:pt x="2672" y="1"/>
                    <a:pt x="2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45;p36">
              <a:extLst>
                <a:ext uri="{FF2B5EF4-FFF2-40B4-BE49-F238E27FC236}">
                  <a16:creationId xmlns:a16="http://schemas.microsoft.com/office/drawing/2014/main" id="{D01AF562-91CF-EB56-C29A-810A569572FB}"/>
                </a:ext>
              </a:extLst>
            </p:cNvPr>
            <p:cNvSpPr/>
            <p:nvPr/>
          </p:nvSpPr>
          <p:spPr>
            <a:xfrm>
              <a:off x="4852100" y="2482925"/>
              <a:ext cx="339600" cy="193900"/>
            </a:xfrm>
            <a:custGeom>
              <a:avLst/>
              <a:gdLst/>
              <a:ahLst/>
              <a:cxnLst/>
              <a:rect l="l" t="t" r="r" b="b"/>
              <a:pathLst>
                <a:path w="13584" h="7756" extrusionOk="0">
                  <a:moveTo>
                    <a:pt x="2125" y="0"/>
                  </a:moveTo>
                  <a:cubicBezTo>
                    <a:pt x="1466" y="0"/>
                    <a:pt x="871" y="460"/>
                    <a:pt x="726" y="1129"/>
                  </a:cubicBezTo>
                  <a:lnTo>
                    <a:pt x="133" y="3874"/>
                  </a:lnTo>
                  <a:cubicBezTo>
                    <a:pt x="1" y="4485"/>
                    <a:pt x="275" y="5106"/>
                    <a:pt x="816" y="5416"/>
                  </a:cubicBezTo>
                  <a:cubicBezTo>
                    <a:pt x="944" y="5490"/>
                    <a:pt x="1082" y="5543"/>
                    <a:pt x="1229" y="5575"/>
                  </a:cubicBezTo>
                  <a:lnTo>
                    <a:pt x="11155" y="7723"/>
                  </a:lnTo>
                  <a:cubicBezTo>
                    <a:pt x="11257" y="7745"/>
                    <a:pt x="11358" y="7755"/>
                    <a:pt x="11459" y="7755"/>
                  </a:cubicBezTo>
                  <a:cubicBezTo>
                    <a:pt x="12118" y="7755"/>
                    <a:pt x="12713" y="7297"/>
                    <a:pt x="12858" y="6626"/>
                  </a:cubicBezTo>
                  <a:lnTo>
                    <a:pt x="13451" y="3883"/>
                  </a:lnTo>
                  <a:cubicBezTo>
                    <a:pt x="13583" y="3271"/>
                    <a:pt x="13309" y="2652"/>
                    <a:pt x="12767" y="2340"/>
                  </a:cubicBezTo>
                  <a:cubicBezTo>
                    <a:pt x="12640" y="2266"/>
                    <a:pt x="12500" y="2212"/>
                    <a:pt x="12355" y="2181"/>
                  </a:cubicBezTo>
                  <a:lnTo>
                    <a:pt x="2427" y="33"/>
                  </a:lnTo>
                  <a:cubicBezTo>
                    <a:pt x="2326" y="11"/>
                    <a:pt x="2225" y="0"/>
                    <a:pt x="2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46;p36">
              <a:extLst>
                <a:ext uri="{FF2B5EF4-FFF2-40B4-BE49-F238E27FC236}">
                  <a16:creationId xmlns:a16="http://schemas.microsoft.com/office/drawing/2014/main" id="{D31CF5FF-9564-AC02-4E88-E0BE0D0EBFEB}"/>
                </a:ext>
              </a:extLst>
            </p:cNvPr>
            <p:cNvSpPr/>
            <p:nvPr/>
          </p:nvSpPr>
          <p:spPr>
            <a:xfrm>
              <a:off x="5110550" y="2563175"/>
              <a:ext cx="51225" cy="89100"/>
            </a:xfrm>
            <a:custGeom>
              <a:avLst/>
              <a:gdLst/>
              <a:ahLst/>
              <a:cxnLst/>
              <a:rect l="l" t="t" r="r" b="b"/>
              <a:pathLst>
                <a:path w="2049" h="3564" extrusionOk="0">
                  <a:moveTo>
                    <a:pt x="1252" y="1"/>
                  </a:moveTo>
                  <a:cubicBezTo>
                    <a:pt x="916" y="1"/>
                    <a:pt x="615" y="234"/>
                    <a:pt x="540" y="575"/>
                  </a:cubicBezTo>
                  <a:lnTo>
                    <a:pt x="86" y="2680"/>
                  </a:lnTo>
                  <a:cubicBezTo>
                    <a:pt x="1" y="3074"/>
                    <a:pt x="249" y="3462"/>
                    <a:pt x="643" y="3547"/>
                  </a:cubicBezTo>
                  <a:cubicBezTo>
                    <a:pt x="695" y="3558"/>
                    <a:pt x="746" y="3563"/>
                    <a:pt x="797" y="3563"/>
                  </a:cubicBezTo>
                  <a:cubicBezTo>
                    <a:pt x="1132" y="3563"/>
                    <a:pt x="1434" y="3330"/>
                    <a:pt x="1508" y="2988"/>
                  </a:cubicBezTo>
                  <a:lnTo>
                    <a:pt x="1964" y="882"/>
                  </a:lnTo>
                  <a:cubicBezTo>
                    <a:pt x="2049" y="490"/>
                    <a:pt x="1799" y="102"/>
                    <a:pt x="1406" y="17"/>
                  </a:cubicBezTo>
                  <a:cubicBezTo>
                    <a:pt x="1355" y="6"/>
                    <a:pt x="1303" y="1"/>
                    <a:pt x="12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47;p36">
              <a:extLst>
                <a:ext uri="{FF2B5EF4-FFF2-40B4-BE49-F238E27FC236}">
                  <a16:creationId xmlns:a16="http://schemas.microsoft.com/office/drawing/2014/main" id="{A02E7474-BBB6-AE11-B62E-B4A411379A39}"/>
                </a:ext>
              </a:extLst>
            </p:cNvPr>
            <p:cNvSpPr/>
            <p:nvPr/>
          </p:nvSpPr>
          <p:spPr>
            <a:xfrm>
              <a:off x="4967900" y="2531650"/>
              <a:ext cx="51275" cy="89075"/>
            </a:xfrm>
            <a:custGeom>
              <a:avLst/>
              <a:gdLst/>
              <a:ahLst/>
              <a:cxnLst/>
              <a:rect l="l" t="t" r="r" b="b"/>
              <a:pathLst>
                <a:path w="2051" h="3563" extrusionOk="0">
                  <a:moveTo>
                    <a:pt x="1253" y="0"/>
                  </a:moveTo>
                  <a:cubicBezTo>
                    <a:pt x="917" y="0"/>
                    <a:pt x="615" y="233"/>
                    <a:pt x="542" y="574"/>
                  </a:cubicBezTo>
                  <a:lnTo>
                    <a:pt x="87" y="2679"/>
                  </a:lnTo>
                  <a:cubicBezTo>
                    <a:pt x="1" y="3073"/>
                    <a:pt x="251" y="3461"/>
                    <a:pt x="645" y="3546"/>
                  </a:cubicBezTo>
                  <a:cubicBezTo>
                    <a:pt x="696" y="3557"/>
                    <a:pt x="748" y="3562"/>
                    <a:pt x="799" y="3562"/>
                  </a:cubicBezTo>
                  <a:cubicBezTo>
                    <a:pt x="1134" y="3562"/>
                    <a:pt x="1436" y="3329"/>
                    <a:pt x="1509" y="2988"/>
                  </a:cubicBezTo>
                  <a:lnTo>
                    <a:pt x="1965" y="883"/>
                  </a:lnTo>
                  <a:cubicBezTo>
                    <a:pt x="2050" y="489"/>
                    <a:pt x="1800" y="101"/>
                    <a:pt x="1408" y="17"/>
                  </a:cubicBezTo>
                  <a:cubicBezTo>
                    <a:pt x="1356" y="5"/>
                    <a:pt x="1304"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48;p36">
              <a:extLst>
                <a:ext uri="{FF2B5EF4-FFF2-40B4-BE49-F238E27FC236}">
                  <a16:creationId xmlns:a16="http://schemas.microsoft.com/office/drawing/2014/main" id="{81A89322-53F0-4DBF-C27F-35B6DFDE2563}"/>
                </a:ext>
              </a:extLst>
            </p:cNvPr>
            <p:cNvSpPr/>
            <p:nvPr/>
          </p:nvSpPr>
          <p:spPr>
            <a:xfrm>
              <a:off x="5563000" y="2623925"/>
              <a:ext cx="144650" cy="69950"/>
            </a:xfrm>
            <a:custGeom>
              <a:avLst/>
              <a:gdLst/>
              <a:ahLst/>
              <a:cxnLst/>
              <a:rect l="l" t="t" r="r" b="b"/>
              <a:pathLst>
                <a:path w="5786" h="2798" extrusionOk="0">
                  <a:moveTo>
                    <a:pt x="5180" y="1"/>
                  </a:moveTo>
                  <a:cubicBezTo>
                    <a:pt x="4976" y="1"/>
                    <a:pt x="4781" y="119"/>
                    <a:pt x="4693" y="318"/>
                  </a:cubicBezTo>
                  <a:cubicBezTo>
                    <a:pt x="4307" y="1189"/>
                    <a:pt x="3451" y="1732"/>
                    <a:pt x="2525" y="1732"/>
                  </a:cubicBezTo>
                  <a:cubicBezTo>
                    <a:pt x="2390" y="1732"/>
                    <a:pt x="2252" y="1721"/>
                    <a:pt x="2115" y="1697"/>
                  </a:cubicBezTo>
                  <a:lnTo>
                    <a:pt x="662" y="1444"/>
                  </a:lnTo>
                  <a:cubicBezTo>
                    <a:pt x="632" y="1439"/>
                    <a:pt x="601" y="1436"/>
                    <a:pt x="571" y="1436"/>
                  </a:cubicBezTo>
                  <a:cubicBezTo>
                    <a:pt x="317" y="1436"/>
                    <a:pt x="92" y="1618"/>
                    <a:pt x="47" y="1877"/>
                  </a:cubicBezTo>
                  <a:cubicBezTo>
                    <a:pt x="0" y="2141"/>
                    <a:pt x="158" y="2394"/>
                    <a:pt x="405" y="2474"/>
                  </a:cubicBezTo>
                  <a:cubicBezTo>
                    <a:pt x="429" y="2483"/>
                    <a:pt x="453" y="2489"/>
                    <a:pt x="479" y="2493"/>
                  </a:cubicBezTo>
                  <a:lnTo>
                    <a:pt x="1932" y="2746"/>
                  </a:lnTo>
                  <a:cubicBezTo>
                    <a:pt x="2131" y="2781"/>
                    <a:pt x="2329" y="2798"/>
                    <a:pt x="2525" y="2798"/>
                  </a:cubicBezTo>
                  <a:cubicBezTo>
                    <a:pt x="3868" y="2798"/>
                    <a:pt x="5108" y="2011"/>
                    <a:pt x="5667" y="749"/>
                  </a:cubicBezTo>
                  <a:cubicBezTo>
                    <a:pt x="5785" y="479"/>
                    <a:pt x="5664" y="165"/>
                    <a:pt x="5394" y="46"/>
                  </a:cubicBezTo>
                  <a:cubicBezTo>
                    <a:pt x="5325" y="15"/>
                    <a:pt x="5252" y="1"/>
                    <a:pt x="5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49;p36">
              <a:extLst>
                <a:ext uri="{FF2B5EF4-FFF2-40B4-BE49-F238E27FC236}">
                  <a16:creationId xmlns:a16="http://schemas.microsoft.com/office/drawing/2014/main" id="{377E6156-0BD7-4100-400A-544CB6A7ED15}"/>
                </a:ext>
              </a:extLst>
            </p:cNvPr>
            <p:cNvSpPr/>
            <p:nvPr/>
          </p:nvSpPr>
          <p:spPr>
            <a:xfrm>
              <a:off x="5560725" y="2556250"/>
              <a:ext cx="98475" cy="106000"/>
            </a:xfrm>
            <a:custGeom>
              <a:avLst/>
              <a:gdLst/>
              <a:ahLst/>
              <a:cxnLst/>
              <a:rect l="l" t="t" r="r" b="b"/>
              <a:pathLst>
                <a:path w="3939" h="4240" extrusionOk="0">
                  <a:moveTo>
                    <a:pt x="3307" y="1"/>
                  </a:moveTo>
                  <a:cubicBezTo>
                    <a:pt x="3296" y="1"/>
                    <a:pt x="3285" y="1"/>
                    <a:pt x="3274" y="2"/>
                  </a:cubicBezTo>
                  <a:cubicBezTo>
                    <a:pt x="2980" y="20"/>
                    <a:pt x="2757" y="273"/>
                    <a:pt x="2777" y="567"/>
                  </a:cubicBezTo>
                  <a:cubicBezTo>
                    <a:pt x="2847" y="1658"/>
                    <a:pt x="2167" y="2650"/>
                    <a:pt x="1126" y="2980"/>
                  </a:cubicBezTo>
                  <a:lnTo>
                    <a:pt x="435" y="3200"/>
                  </a:lnTo>
                  <a:cubicBezTo>
                    <a:pt x="155" y="3289"/>
                    <a:pt x="1" y="3587"/>
                    <a:pt x="88" y="3868"/>
                  </a:cubicBezTo>
                  <a:cubicBezTo>
                    <a:pt x="148" y="4051"/>
                    <a:pt x="296" y="4181"/>
                    <a:pt x="472" y="4224"/>
                  </a:cubicBezTo>
                  <a:cubicBezTo>
                    <a:pt x="513" y="4234"/>
                    <a:pt x="555" y="4239"/>
                    <a:pt x="598" y="4239"/>
                  </a:cubicBezTo>
                  <a:cubicBezTo>
                    <a:pt x="651" y="4239"/>
                    <a:pt x="705" y="4231"/>
                    <a:pt x="758" y="4214"/>
                  </a:cubicBezTo>
                  <a:lnTo>
                    <a:pt x="1447" y="3995"/>
                  </a:lnTo>
                  <a:cubicBezTo>
                    <a:pt x="2956" y="3516"/>
                    <a:pt x="3939" y="2079"/>
                    <a:pt x="3839" y="499"/>
                  </a:cubicBezTo>
                  <a:cubicBezTo>
                    <a:pt x="3821" y="218"/>
                    <a:pt x="3587" y="1"/>
                    <a:pt x="3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50;p36">
              <a:extLst>
                <a:ext uri="{FF2B5EF4-FFF2-40B4-BE49-F238E27FC236}">
                  <a16:creationId xmlns:a16="http://schemas.microsoft.com/office/drawing/2014/main" id="{56375B5A-4B1F-B990-DDB8-382755DAB033}"/>
                </a:ext>
              </a:extLst>
            </p:cNvPr>
            <p:cNvSpPr/>
            <p:nvPr/>
          </p:nvSpPr>
          <p:spPr>
            <a:xfrm>
              <a:off x="4873700" y="2352750"/>
              <a:ext cx="192300" cy="110800"/>
            </a:xfrm>
            <a:custGeom>
              <a:avLst/>
              <a:gdLst/>
              <a:ahLst/>
              <a:cxnLst/>
              <a:rect l="l" t="t" r="r" b="b"/>
              <a:pathLst>
                <a:path w="7692" h="4432" extrusionOk="0">
                  <a:moveTo>
                    <a:pt x="2638" y="0"/>
                  </a:moveTo>
                  <a:cubicBezTo>
                    <a:pt x="1529" y="0"/>
                    <a:pt x="620" y="328"/>
                    <a:pt x="229" y="900"/>
                  </a:cubicBezTo>
                  <a:cubicBezTo>
                    <a:pt x="150" y="1015"/>
                    <a:pt x="93" y="1141"/>
                    <a:pt x="58" y="1274"/>
                  </a:cubicBezTo>
                  <a:lnTo>
                    <a:pt x="58" y="1276"/>
                  </a:lnTo>
                  <a:cubicBezTo>
                    <a:pt x="0" y="1498"/>
                    <a:pt x="11" y="1729"/>
                    <a:pt x="84" y="1960"/>
                  </a:cubicBezTo>
                  <a:cubicBezTo>
                    <a:pt x="368" y="2881"/>
                    <a:pt x="1598" y="3807"/>
                    <a:pt x="3219" y="4220"/>
                  </a:cubicBezTo>
                  <a:cubicBezTo>
                    <a:pt x="3777" y="4364"/>
                    <a:pt x="4324" y="4431"/>
                    <a:pt x="4829" y="4431"/>
                  </a:cubicBezTo>
                  <a:cubicBezTo>
                    <a:pt x="6161" y="4431"/>
                    <a:pt x="7203" y="3960"/>
                    <a:pt x="7409" y="3157"/>
                  </a:cubicBezTo>
                  <a:cubicBezTo>
                    <a:pt x="7692" y="2048"/>
                    <a:pt x="6277" y="731"/>
                    <a:pt x="4246" y="211"/>
                  </a:cubicBezTo>
                  <a:cubicBezTo>
                    <a:pt x="3688" y="68"/>
                    <a:pt x="3142" y="0"/>
                    <a:pt x="26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51;p36">
              <a:extLst>
                <a:ext uri="{FF2B5EF4-FFF2-40B4-BE49-F238E27FC236}">
                  <a16:creationId xmlns:a16="http://schemas.microsoft.com/office/drawing/2014/main" id="{C5FABF61-4997-F526-E6E7-8259F9F5AFA3}"/>
                </a:ext>
              </a:extLst>
            </p:cNvPr>
            <p:cNvSpPr/>
            <p:nvPr/>
          </p:nvSpPr>
          <p:spPr>
            <a:xfrm>
              <a:off x="4873700" y="2375275"/>
              <a:ext cx="16175" cy="26500"/>
            </a:xfrm>
            <a:custGeom>
              <a:avLst/>
              <a:gdLst/>
              <a:ahLst/>
              <a:cxnLst/>
              <a:rect l="l" t="t" r="r" b="b"/>
              <a:pathLst>
                <a:path w="647" h="1060" extrusionOk="0">
                  <a:moveTo>
                    <a:pt x="227" y="1"/>
                  </a:moveTo>
                  <a:cubicBezTo>
                    <a:pt x="149" y="114"/>
                    <a:pt x="91" y="240"/>
                    <a:pt x="58" y="375"/>
                  </a:cubicBezTo>
                  <a:cubicBezTo>
                    <a:pt x="0" y="597"/>
                    <a:pt x="11" y="828"/>
                    <a:pt x="84" y="1059"/>
                  </a:cubicBezTo>
                  <a:cubicBezTo>
                    <a:pt x="330" y="1020"/>
                    <a:pt x="529" y="875"/>
                    <a:pt x="583" y="661"/>
                  </a:cubicBezTo>
                  <a:cubicBezTo>
                    <a:pt x="647" y="413"/>
                    <a:pt x="496" y="149"/>
                    <a:pt x="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52;p36">
              <a:extLst>
                <a:ext uri="{FF2B5EF4-FFF2-40B4-BE49-F238E27FC236}">
                  <a16:creationId xmlns:a16="http://schemas.microsoft.com/office/drawing/2014/main" id="{B1630C84-E45E-BF40-0261-1C727D32517C}"/>
                </a:ext>
              </a:extLst>
            </p:cNvPr>
            <p:cNvSpPr/>
            <p:nvPr/>
          </p:nvSpPr>
          <p:spPr>
            <a:xfrm>
              <a:off x="4801900" y="2507750"/>
              <a:ext cx="50225" cy="71325"/>
            </a:xfrm>
            <a:custGeom>
              <a:avLst/>
              <a:gdLst/>
              <a:ahLst/>
              <a:cxnLst/>
              <a:rect l="l" t="t" r="r" b="b"/>
              <a:pathLst>
                <a:path w="2009" h="2853" extrusionOk="0">
                  <a:moveTo>
                    <a:pt x="1036" y="0"/>
                  </a:moveTo>
                  <a:cubicBezTo>
                    <a:pt x="887" y="0"/>
                    <a:pt x="753" y="104"/>
                    <a:pt x="720" y="255"/>
                  </a:cubicBezTo>
                  <a:lnTo>
                    <a:pt x="271" y="2327"/>
                  </a:lnTo>
                  <a:cubicBezTo>
                    <a:pt x="234" y="2501"/>
                    <a:pt x="0" y="2598"/>
                    <a:pt x="176" y="2636"/>
                  </a:cubicBezTo>
                  <a:lnTo>
                    <a:pt x="1139" y="2845"/>
                  </a:lnTo>
                  <a:cubicBezTo>
                    <a:pt x="1162" y="2850"/>
                    <a:pt x="1186" y="2852"/>
                    <a:pt x="1208" y="2852"/>
                  </a:cubicBezTo>
                  <a:cubicBezTo>
                    <a:pt x="1357" y="2852"/>
                    <a:pt x="1491" y="2749"/>
                    <a:pt x="1524" y="2596"/>
                  </a:cubicBezTo>
                  <a:lnTo>
                    <a:pt x="1971" y="526"/>
                  </a:lnTo>
                  <a:cubicBezTo>
                    <a:pt x="2009" y="352"/>
                    <a:pt x="1898" y="179"/>
                    <a:pt x="1724" y="141"/>
                  </a:cubicBezTo>
                  <a:lnTo>
                    <a:pt x="1105" y="8"/>
                  </a:lnTo>
                  <a:cubicBezTo>
                    <a:pt x="1081" y="3"/>
                    <a:pt x="1058" y="0"/>
                    <a:pt x="103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53;p36">
              <a:extLst>
                <a:ext uri="{FF2B5EF4-FFF2-40B4-BE49-F238E27FC236}">
                  <a16:creationId xmlns:a16="http://schemas.microsoft.com/office/drawing/2014/main" id="{F74392D9-0C4D-F71B-E542-791FF8B79407}"/>
                </a:ext>
              </a:extLst>
            </p:cNvPr>
            <p:cNvSpPr/>
            <p:nvPr/>
          </p:nvSpPr>
          <p:spPr>
            <a:xfrm>
              <a:off x="4799725" y="2506000"/>
              <a:ext cx="39675" cy="70200"/>
            </a:xfrm>
            <a:custGeom>
              <a:avLst/>
              <a:gdLst/>
              <a:ahLst/>
              <a:cxnLst/>
              <a:rect l="l" t="t" r="r" b="b"/>
              <a:pathLst>
                <a:path w="1587" h="2808" extrusionOk="0">
                  <a:moveTo>
                    <a:pt x="802" y="1"/>
                  </a:moveTo>
                  <a:cubicBezTo>
                    <a:pt x="653" y="1"/>
                    <a:pt x="519" y="104"/>
                    <a:pt x="487" y="255"/>
                  </a:cubicBezTo>
                  <a:lnTo>
                    <a:pt x="39" y="2327"/>
                  </a:lnTo>
                  <a:cubicBezTo>
                    <a:pt x="1" y="2501"/>
                    <a:pt x="112" y="2674"/>
                    <a:pt x="286" y="2712"/>
                  </a:cubicBezTo>
                  <a:lnTo>
                    <a:pt x="717" y="2800"/>
                  </a:lnTo>
                  <a:cubicBezTo>
                    <a:pt x="741" y="2805"/>
                    <a:pt x="764" y="2807"/>
                    <a:pt x="786" y="2807"/>
                  </a:cubicBezTo>
                  <a:cubicBezTo>
                    <a:pt x="935" y="2807"/>
                    <a:pt x="1069" y="2704"/>
                    <a:pt x="1102" y="2551"/>
                  </a:cubicBezTo>
                  <a:lnTo>
                    <a:pt x="1549" y="481"/>
                  </a:lnTo>
                  <a:cubicBezTo>
                    <a:pt x="1587" y="306"/>
                    <a:pt x="1476" y="134"/>
                    <a:pt x="1302" y="96"/>
                  </a:cubicBezTo>
                  <a:lnTo>
                    <a:pt x="870" y="8"/>
                  </a:lnTo>
                  <a:cubicBezTo>
                    <a:pt x="847" y="3"/>
                    <a:pt x="824" y="1"/>
                    <a:pt x="8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54;p36">
              <a:extLst>
                <a:ext uri="{FF2B5EF4-FFF2-40B4-BE49-F238E27FC236}">
                  <a16:creationId xmlns:a16="http://schemas.microsoft.com/office/drawing/2014/main" id="{E9F50D6C-D3AE-D341-1C95-D611ECA4D7D5}"/>
                </a:ext>
              </a:extLst>
            </p:cNvPr>
            <p:cNvSpPr/>
            <p:nvPr/>
          </p:nvSpPr>
          <p:spPr>
            <a:xfrm>
              <a:off x="4812500" y="2313275"/>
              <a:ext cx="60150" cy="225100"/>
            </a:xfrm>
            <a:custGeom>
              <a:avLst/>
              <a:gdLst/>
              <a:ahLst/>
              <a:cxnLst/>
              <a:rect l="l" t="t" r="r" b="b"/>
              <a:pathLst>
                <a:path w="2406" h="9004" extrusionOk="0">
                  <a:moveTo>
                    <a:pt x="2107" y="1"/>
                  </a:moveTo>
                  <a:cubicBezTo>
                    <a:pt x="1980" y="1"/>
                    <a:pt x="1867" y="89"/>
                    <a:pt x="1839" y="216"/>
                  </a:cubicBezTo>
                  <a:lnTo>
                    <a:pt x="32" y="8671"/>
                  </a:lnTo>
                  <a:cubicBezTo>
                    <a:pt x="0" y="8818"/>
                    <a:pt x="94" y="8965"/>
                    <a:pt x="243" y="8997"/>
                  </a:cubicBezTo>
                  <a:cubicBezTo>
                    <a:pt x="262" y="9001"/>
                    <a:pt x="281" y="9003"/>
                    <a:pt x="300" y="9003"/>
                  </a:cubicBezTo>
                  <a:cubicBezTo>
                    <a:pt x="426" y="9003"/>
                    <a:pt x="539" y="8915"/>
                    <a:pt x="567" y="8786"/>
                  </a:cubicBezTo>
                  <a:lnTo>
                    <a:pt x="2374" y="331"/>
                  </a:lnTo>
                  <a:cubicBezTo>
                    <a:pt x="2406" y="184"/>
                    <a:pt x="2312" y="39"/>
                    <a:pt x="2165" y="7"/>
                  </a:cubicBezTo>
                  <a:cubicBezTo>
                    <a:pt x="2145" y="3"/>
                    <a:pt x="2126" y="1"/>
                    <a:pt x="2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55;p36">
              <a:extLst>
                <a:ext uri="{FF2B5EF4-FFF2-40B4-BE49-F238E27FC236}">
                  <a16:creationId xmlns:a16="http://schemas.microsoft.com/office/drawing/2014/main" id="{2449C38E-9E73-A2A1-DF24-2C7B65B542CE}"/>
                </a:ext>
              </a:extLst>
            </p:cNvPr>
            <p:cNvSpPr/>
            <p:nvPr/>
          </p:nvSpPr>
          <p:spPr>
            <a:xfrm>
              <a:off x="5479800" y="2765175"/>
              <a:ext cx="50275" cy="32250"/>
            </a:xfrm>
            <a:custGeom>
              <a:avLst/>
              <a:gdLst/>
              <a:ahLst/>
              <a:cxnLst/>
              <a:rect l="l" t="t" r="r" b="b"/>
              <a:pathLst>
                <a:path w="2011" h="1290" extrusionOk="0">
                  <a:moveTo>
                    <a:pt x="134" y="0"/>
                  </a:moveTo>
                  <a:lnTo>
                    <a:pt x="1" y="288"/>
                  </a:lnTo>
                  <a:cubicBezTo>
                    <a:pt x="272" y="609"/>
                    <a:pt x="558" y="832"/>
                    <a:pt x="834" y="983"/>
                  </a:cubicBezTo>
                  <a:cubicBezTo>
                    <a:pt x="1228" y="1198"/>
                    <a:pt x="1602" y="1271"/>
                    <a:pt x="1883" y="1289"/>
                  </a:cubicBezTo>
                  <a:lnTo>
                    <a:pt x="2011" y="1015"/>
                  </a:lnTo>
                  <a:lnTo>
                    <a:pt x="2011" y="1015"/>
                  </a:lnTo>
                  <a:cubicBezTo>
                    <a:pt x="2008" y="1015"/>
                    <a:pt x="2006" y="1015"/>
                    <a:pt x="2004" y="1015"/>
                  </a:cubicBezTo>
                  <a:cubicBezTo>
                    <a:pt x="1583" y="1015"/>
                    <a:pt x="809" y="877"/>
                    <a:pt x="13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56;p36">
              <a:extLst>
                <a:ext uri="{FF2B5EF4-FFF2-40B4-BE49-F238E27FC236}">
                  <a16:creationId xmlns:a16="http://schemas.microsoft.com/office/drawing/2014/main" id="{E6561F84-A784-30A5-75FC-87C7B2F482AF}"/>
                </a:ext>
              </a:extLst>
            </p:cNvPr>
            <p:cNvSpPr/>
            <p:nvPr/>
          </p:nvSpPr>
          <p:spPr>
            <a:xfrm>
              <a:off x="5432425" y="2845550"/>
              <a:ext cx="47625" cy="37750"/>
            </a:xfrm>
            <a:custGeom>
              <a:avLst/>
              <a:gdLst/>
              <a:ahLst/>
              <a:cxnLst/>
              <a:rect l="l" t="t" r="r" b="b"/>
              <a:pathLst>
                <a:path w="1905" h="1510" extrusionOk="0">
                  <a:moveTo>
                    <a:pt x="192" y="1"/>
                  </a:moveTo>
                  <a:cubicBezTo>
                    <a:pt x="129" y="75"/>
                    <a:pt x="66" y="149"/>
                    <a:pt x="1" y="221"/>
                  </a:cubicBezTo>
                  <a:cubicBezTo>
                    <a:pt x="352" y="726"/>
                    <a:pt x="773" y="1054"/>
                    <a:pt x="1163" y="1267"/>
                  </a:cubicBezTo>
                  <a:cubicBezTo>
                    <a:pt x="1358" y="1375"/>
                    <a:pt x="1546" y="1452"/>
                    <a:pt x="1711" y="1510"/>
                  </a:cubicBezTo>
                  <a:cubicBezTo>
                    <a:pt x="1778" y="1434"/>
                    <a:pt x="1841" y="1357"/>
                    <a:pt x="1905" y="1279"/>
                  </a:cubicBezTo>
                  <a:cubicBezTo>
                    <a:pt x="1440" y="1143"/>
                    <a:pt x="723" y="811"/>
                    <a:pt x="192"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57;p36">
              <a:extLst>
                <a:ext uri="{FF2B5EF4-FFF2-40B4-BE49-F238E27FC236}">
                  <a16:creationId xmlns:a16="http://schemas.microsoft.com/office/drawing/2014/main" id="{80430940-7833-BA16-7872-8E0907E294F2}"/>
                </a:ext>
              </a:extLst>
            </p:cNvPr>
            <p:cNvSpPr/>
            <p:nvPr/>
          </p:nvSpPr>
          <p:spPr>
            <a:xfrm>
              <a:off x="5369900" y="2895850"/>
              <a:ext cx="43275" cy="44300"/>
            </a:xfrm>
            <a:custGeom>
              <a:avLst/>
              <a:gdLst/>
              <a:ahLst/>
              <a:cxnLst/>
              <a:rect l="l" t="t" r="r" b="b"/>
              <a:pathLst>
                <a:path w="1731" h="1772" extrusionOk="0">
                  <a:moveTo>
                    <a:pt x="249" y="0"/>
                  </a:moveTo>
                  <a:cubicBezTo>
                    <a:pt x="168" y="46"/>
                    <a:pt x="84" y="90"/>
                    <a:pt x="1" y="132"/>
                  </a:cubicBezTo>
                  <a:cubicBezTo>
                    <a:pt x="342" y="940"/>
                    <a:pt x="948" y="1456"/>
                    <a:pt x="1464" y="1771"/>
                  </a:cubicBezTo>
                  <a:cubicBezTo>
                    <a:pt x="1554" y="1718"/>
                    <a:pt x="1643" y="1665"/>
                    <a:pt x="1731" y="1609"/>
                  </a:cubicBezTo>
                  <a:cubicBezTo>
                    <a:pt x="1223" y="1330"/>
                    <a:pt x="587" y="835"/>
                    <a:pt x="24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58;p36">
              <a:extLst>
                <a:ext uri="{FF2B5EF4-FFF2-40B4-BE49-F238E27FC236}">
                  <a16:creationId xmlns:a16="http://schemas.microsoft.com/office/drawing/2014/main" id="{CAF0A67A-89A3-61D8-8CDA-871D8F3082BC}"/>
                </a:ext>
              </a:extLst>
            </p:cNvPr>
            <p:cNvSpPr/>
            <p:nvPr/>
          </p:nvSpPr>
          <p:spPr>
            <a:xfrm>
              <a:off x="5292900" y="2921750"/>
              <a:ext cx="30075" cy="51950"/>
            </a:xfrm>
            <a:custGeom>
              <a:avLst/>
              <a:gdLst/>
              <a:ahLst/>
              <a:cxnLst/>
              <a:rect l="l" t="t" r="r" b="b"/>
              <a:pathLst>
                <a:path w="1203" h="2078" extrusionOk="0">
                  <a:moveTo>
                    <a:pt x="294" y="0"/>
                  </a:moveTo>
                  <a:cubicBezTo>
                    <a:pt x="200" y="16"/>
                    <a:pt x="105" y="28"/>
                    <a:pt x="11" y="40"/>
                  </a:cubicBezTo>
                  <a:cubicBezTo>
                    <a:pt x="0" y="1050"/>
                    <a:pt x="468" y="1706"/>
                    <a:pt x="857" y="2077"/>
                  </a:cubicBezTo>
                  <a:cubicBezTo>
                    <a:pt x="972" y="2057"/>
                    <a:pt x="1088" y="2036"/>
                    <a:pt x="1203" y="2012"/>
                  </a:cubicBezTo>
                  <a:cubicBezTo>
                    <a:pt x="839" y="1724"/>
                    <a:pt x="264" y="1096"/>
                    <a:pt x="29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559;p36">
              <a:extLst>
                <a:ext uri="{FF2B5EF4-FFF2-40B4-BE49-F238E27FC236}">
                  <a16:creationId xmlns:a16="http://schemas.microsoft.com/office/drawing/2014/main" id="{EDACF52D-3F2B-6247-ACA4-35CA1E1E8B70}"/>
                </a:ext>
              </a:extLst>
            </p:cNvPr>
            <p:cNvSpPr/>
            <p:nvPr/>
          </p:nvSpPr>
          <p:spPr>
            <a:xfrm>
              <a:off x="5185875" y="2911900"/>
              <a:ext cx="26675" cy="60050"/>
            </a:xfrm>
            <a:custGeom>
              <a:avLst/>
              <a:gdLst/>
              <a:ahLst/>
              <a:cxnLst/>
              <a:rect l="l" t="t" r="r" b="b"/>
              <a:pathLst>
                <a:path w="1067" h="2402" extrusionOk="0">
                  <a:moveTo>
                    <a:pt x="359" y="1"/>
                  </a:moveTo>
                  <a:lnTo>
                    <a:pt x="359" y="1"/>
                  </a:lnTo>
                  <a:cubicBezTo>
                    <a:pt x="0" y="912"/>
                    <a:pt x="299" y="1732"/>
                    <a:pt x="668" y="2311"/>
                  </a:cubicBezTo>
                  <a:cubicBezTo>
                    <a:pt x="800" y="2344"/>
                    <a:pt x="934" y="2374"/>
                    <a:pt x="1067" y="2401"/>
                  </a:cubicBezTo>
                  <a:cubicBezTo>
                    <a:pt x="665" y="1880"/>
                    <a:pt x="246" y="1043"/>
                    <a:pt x="631" y="90"/>
                  </a:cubicBezTo>
                  <a:cubicBezTo>
                    <a:pt x="540" y="63"/>
                    <a:pt x="450" y="32"/>
                    <a:pt x="35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560;p36">
              <a:extLst>
                <a:ext uri="{FF2B5EF4-FFF2-40B4-BE49-F238E27FC236}">
                  <a16:creationId xmlns:a16="http://schemas.microsoft.com/office/drawing/2014/main" id="{1BFFB314-B6FD-F254-0B97-F9F77D2335C5}"/>
                </a:ext>
              </a:extLst>
            </p:cNvPr>
            <p:cNvSpPr/>
            <p:nvPr/>
          </p:nvSpPr>
          <p:spPr>
            <a:xfrm>
              <a:off x="4491350" y="3171375"/>
              <a:ext cx="228400" cy="188525"/>
            </a:xfrm>
            <a:custGeom>
              <a:avLst/>
              <a:gdLst/>
              <a:ahLst/>
              <a:cxnLst/>
              <a:rect l="l" t="t" r="r" b="b"/>
              <a:pathLst>
                <a:path w="9136" h="7541" extrusionOk="0">
                  <a:moveTo>
                    <a:pt x="229" y="0"/>
                  </a:moveTo>
                  <a:cubicBezTo>
                    <a:pt x="153" y="56"/>
                    <a:pt x="77" y="114"/>
                    <a:pt x="0" y="173"/>
                  </a:cubicBezTo>
                  <a:cubicBezTo>
                    <a:pt x="652" y="1229"/>
                    <a:pt x="1609" y="1856"/>
                    <a:pt x="1972" y="2068"/>
                  </a:cubicBezTo>
                  <a:cubicBezTo>
                    <a:pt x="1721" y="2419"/>
                    <a:pt x="1468" y="2810"/>
                    <a:pt x="1224" y="3243"/>
                  </a:cubicBezTo>
                  <a:lnTo>
                    <a:pt x="1165" y="3349"/>
                  </a:lnTo>
                  <a:lnTo>
                    <a:pt x="1260" y="3424"/>
                  </a:lnTo>
                  <a:cubicBezTo>
                    <a:pt x="2589" y="4481"/>
                    <a:pt x="3825" y="5275"/>
                    <a:pt x="4914" y="5871"/>
                  </a:cubicBezTo>
                  <a:cubicBezTo>
                    <a:pt x="6909" y="6964"/>
                    <a:pt x="8405" y="7391"/>
                    <a:pt x="9058" y="7541"/>
                  </a:cubicBezTo>
                  <a:cubicBezTo>
                    <a:pt x="9085" y="7450"/>
                    <a:pt x="9111" y="7359"/>
                    <a:pt x="9135" y="7268"/>
                  </a:cubicBezTo>
                  <a:cubicBezTo>
                    <a:pt x="8187" y="7053"/>
                    <a:pt x="5235" y="6196"/>
                    <a:pt x="1532" y="3278"/>
                  </a:cubicBezTo>
                  <a:cubicBezTo>
                    <a:pt x="1962" y="2528"/>
                    <a:pt x="2425" y="1907"/>
                    <a:pt x="2842" y="1420"/>
                  </a:cubicBezTo>
                  <a:cubicBezTo>
                    <a:pt x="2771" y="1356"/>
                    <a:pt x="2701" y="1289"/>
                    <a:pt x="2633" y="1223"/>
                  </a:cubicBezTo>
                  <a:cubicBezTo>
                    <a:pt x="2475" y="1408"/>
                    <a:pt x="2309" y="1612"/>
                    <a:pt x="2140" y="1838"/>
                  </a:cubicBezTo>
                  <a:cubicBezTo>
                    <a:pt x="1824" y="1653"/>
                    <a:pt x="859" y="1033"/>
                    <a:pt x="2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561;p36">
              <a:extLst>
                <a:ext uri="{FF2B5EF4-FFF2-40B4-BE49-F238E27FC236}">
                  <a16:creationId xmlns:a16="http://schemas.microsoft.com/office/drawing/2014/main" id="{38026CE4-C6F2-69C9-6C7E-CF76ADF4B5ED}"/>
                </a:ext>
              </a:extLst>
            </p:cNvPr>
            <p:cNvSpPr/>
            <p:nvPr/>
          </p:nvSpPr>
          <p:spPr>
            <a:xfrm>
              <a:off x="5269600" y="2224200"/>
              <a:ext cx="826575" cy="449875"/>
            </a:xfrm>
            <a:custGeom>
              <a:avLst/>
              <a:gdLst/>
              <a:ahLst/>
              <a:cxnLst/>
              <a:rect l="l" t="t" r="r" b="b"/>
              <a:pathLst>
                <a:path w="33063" h="17995" extrusionOk="0">
                  <a:moveTo>
                    <a:pt x="0" y="0"/>
                  </a:moveTo>
                  <a:lnTo>
                    <a:pt x="0" y="17995"/>
                  </a:lnTo>
                  <a:lnTo>
                    <a:pt x="2533" y="15262"/>
                  </a:lnTo>
                  <a:lnTo>
                    <a:pt x="33062" y="15262"/>
                  </a:lnTo>
                  <a:lnTo>
                    <a:pt x="330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562;p36">
              <a:extLst>
                <a:ext uri="{FF2B5EF4-FFF2-40B4-BE49-F238E27FC236}">
                  <a16:creationId xmlns:a16="http://schemas.microsoft.com/office/drawing/2014/main" id="{484C7CCD-78C4-623E-3A3A-2514F3D14F1F}"/>
                </a:ext>
              </a:extLst>
            </p:cNvPr>
            <p:cNvSpPr/>
            <p:nvPr/>
          </p:nvSpPr>
          <p:spPr>
            <a:xfrm>
              <a:off x="5851600" y="2306750"/>
              <a:ext cx="215675" cy="196525"/>
            </a:xfrm>
            <a:custGeom>
              <a:avLst/>
              <a:gdLst/>
              <a:ahLst/>
              <a:cxnLst/>
              <a:rect l="l" t="t" r="r" b="b"/>
              <a:pathLst>
                <a:path w="8627" h="7861" extrusionOk="0">
                  <a:moveTo>
                    <a:pt x="4313" y="0"/>
                  </a:moveTo>
                  <a:cubicBezTo>
                    <a:pt x="3307" y="0"/>
                    <a:pt x="2302" y="384"/>
                    <a:pt x="1534" y="1151"/>
                  </a:cubicBezTo>
                  <a:cubicBezTo>
                    <a:pt x="0" y="2687"/>
                    <a:pt x="0" y="5174"/>
                    <a:pt x="1534" y="6709"/>
                  </a:cubicBezTo>
                  <a:cubicBezTo>
                    <a:pt x="2302" y="7477"/>
                    <a:pt x="3307" y="7861"/>
                    <a:pt x="4313" y="7861"/>
                  </a:cubicBezTo>
                  <a:cubicBezTo>
                    <a:pt x="5319" y="7861"/>
                    <a:pt x="6325" y="7477"/>
                    <a:pt x="7092" y="6709"/>
                  </a:cubicBezTo>
                  <a:cubicBezTo>
                    <a:pt x="8626" y="5174"/>
                    <a:pt x="8626" y="2687"/>
                    <a:pt x="7092" y="1151"/>
                  </a:cubicBezTo>
                  <a:cubicBezTo>
                    <a:pt x="6325" y="384"/>
                    <a:pt x="5319" y="0"/>
                    <a:pt x="43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563;p36">
              <a:extLst>
                <a:ext uri="{FF2B5EF4-FFF2-40B4-BE49-F238E27FC236}">
                  <a16:creationId xmlns:a16="http://schemas.microsoft.com/office/drawing/2014/main" id="{74675BBB-3131-DA4C-5E6D-1A699C91EFC2}"/>
                </a:ext>
              </a:extLst>
            </p:cNvPr>
            <p:cNvSpPr/>
            <p:nvPr/>
          </p:nvSpPr>
          <p:spPr>
            <a:xfrm>
              <a:off x="5312100" y="2329950"/>
              <a:ext cx="496750" cy="16000"/>
            </a:xfrm>
            <a:custGeom>
              <a:avLst/>
              <a:gdLst/>
              <a:ahLst/>
              <a:cxnLst/>
              <a:rect l="l" t="t" r="r" b="b"/>
              <a:pathLst>
                <a:path w="19870" h="640" extrusionOk="0">
                  <a:moveTo>
                    <a:pt x="320" y="1"/>
                  </a:moveTo>
                  <a:cubicBezTo>
                    <a:pt x="142" y="1"/>
                    <a:pt x="0" y="143"/>
                    <a:pt x="0" y="320"/>
                  </a:cubicBezTo>
                  <a:cubicBezTo>
                    <a:pt x="0" y="496"/>
                    <a:pt x="142" y="640"/>
                    <a:pt x="320" y="640"/>
                  </a:cubicBezTo>
                  <a:lnTo>
                    <a:pt x="19550" y="640"/>
                  </a:lnTo>
                  <a:cubicBezTo>
                    <a:pt x="19728" y="640"/>
                    <a:pt x="19870" y="496"/>
                    <a:pt x="19870" y="320"/>
                  </a:cubicBezTo>
                  <a:cubicBezTo>
                    <a:pt x="19870" y="143"/>
                    <a:pt x="19728" y="1"/>
                    <a:pt x="195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564;p36">
              <a:extLst>
                <a:ext uri="{FF2B5EF4-FFF2-40B4-BE49-F238E27FC236}">
                  <a16:creationId xmlns:a16="http://schemas.microsoft.com/office/drawing/2014/main" id="{1EED48D0-779D-84A7-26FA-369D1E113516}"/>
                </a:ext>
              </a:extLst>
            </p:cNvPr>
            <p:cNvSpPr/>
            <p:nvPr/>
          </p:nvSpPr>
          <p:spPr>
            <a:xfrm>
              <a:off x="5623275" y="2389025"/>
              <a:ext cx="185575" cy="16000"/>
            </a:xfrm>
            <a:custGeom>
              <a:avLst/>
              <a:gdLst/>
              <a:ahLst/>
              <a:cxnLst/>
              <a:rect l="l" t="t" r="r" b="b"/>
              <a:pathLst>
                <a:path w="7423" h="640" extrusionOk="0">
                  <a:moveTo>
                    <a:pt x="320" y="1"/>
                  </a:moveTo>
                  <a:cubicBezTo>
                    <a:pt x="143" y="1"/>
                    <a:pt x="1" y="143"/>
                    <a:pt x="1" y="320"/>
                  </a:cubicBezTo>
                  <a:cubicBezTo>
                    <a:pt x="1" y="497"/>
                    <a:pt x="143" y="640"/>
                    <a:pt x="320" y="640"/>
                  </a:cubicBezTo>
                  <a:lnTo>
                    <a:pt x="7103" y="640"/>
                  </a:lnTo>
                  <a:cubicBezTo>
                    <a:pt x="7281" y="640"/>
                    <a:pt x="7423" y="497"/>
                    <a:pt x="7423" y="320"/>
                  </a:cubicBezTo>
                  <a:cubicBezTo>
                    <a:pt x="7423" y="143"/>
                    <a:pt x="7281" y="1"/>
                    <a:pt x="7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565;p36">
              <a:extLst>
                <a:ext uri="{FF2B5EF4-FFF2-40B4-BE49-F238E27FC236}">
                  <a16:creationId xmlns:a16="http://schemas.microsoft.com/office/drawing/2014/main" id="{6667AE2F-CA9F-7FEF-DB7E-5FBAC8DD479E}"/>
                </a:ext>
              </a:extLst>
            </p:cNvPr>
            <p:cNvSpPr/>
            <p:nvPr/>
          </p:nvSpPr>
          <p:spPr>
            <a:xfrm>
              <a:off x="5308075" y="2389025"/>
              <a:ext cx="288225" cy="16000"/>
            </a:xfrm>
            <a:custGeom>
              <a:avLst/>
              <a:gdLst/>
              <a:ahLst/>
              <a:cxnLst/>
              <a:rect l="l" t="t" r="r" b="b"/>
              <a:pathLst>
                <a:path w="11529" h="640" extrusionOk="0">
                  <a:moveTo>
                    <a:pt x="320" y="1"/>
                  </a:moveTo>
                  <a:cubicBezTo>
                    <a:pt x="144" y="1"/>
                    <a:pt x="0" y="143"/>
                    <a:pt x="0" y="320"/>
                  </a:cubicBezTo>
                  <a:cubicBezTo>
                    <a:pt x="0" y="496"/>
                    <a:pt x="144" y="640"/>
                    <a:pt x="320" y="640"/>
                  </a:cubicBezTo>
                  <a:lnTo>
                    <a:pt x="11209" y="640"/>
                  </a:lnTo>
                  <a:cubicBezTo>
                    <a:pt x="11387" y="640"/>
                    <a:pt x="11529" y="496"/>
                    <a:pt x="11529" y="320"/>
                  </a:cubicBezTo>
                  <a:cubicBezTo>
                    <a:pt x="11529" y="143"/>
                    <a:pt x="11387" y="1"/>
                    <a:pt x="11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566;p36">
              <a:extLst>
                <a:ext uri="{FF2B5EF4-FFF2-40B4-BE49-F238E27FC236}">
                  <a16:creationId xmlns:a16="http://schemas.microsoft.com/office/drawing/2014/main" id="{398158FA-F5A0-6F1D-2131-B9F0E1ECE63E}"/>
                </a:ext>
              </a:extLst>
            </p:cNvPr>
            <p:cNvSpPr/>
            <p:nvPr/>
          </p:nvSpPr>
          <p:spPr>
            <a:xfrm>
              <a:off x="5312100" y="2448100"/>
              <a:ext cx="496750" cy="16000"/>
            </a:xfrm>
            <a:custGeom>
              <a:avLst/>
              <a:gdLst/>
              <a:ahLst/>
              <a:cxnLst/>
              <a:rect l="l" t="t" r="r" b="b"/>
              <a:pathLst>
                <a:path w="19870" h="640" extrusionOk="0">
                  <a:moveTo>
                    <a:pt x="320" y="0"/>
                  </a:moveTo>
                  <a:cubicBezTo>
                    <a:pt x="142" y="0"/>
                    <a:pt x="0" y="144"/>
                    <a:pt x="0" y="320"/>
                  </a:cubicBezTo>
                  <a:cubicBezTo>
                    <a:pt x="0" y="497"/>
                    <a:pt x="142" y="640"/>
                    <a:pt x="320" y="640"/>
                  </a:cubicBezTo>
                  <a:lnTo>
                    <a:pt x="19550" y="640"/>
                  </a:lnTo>
                  <a:cubicBezTo>
                    <a:pt x="19728" y="640"/>
                    <a:pt x="19870" y="497"/>
                    <a:pt x="19870" y="320"/>
                  </a:cubicBezTo>
                  <a:cubicBezTo>
                    <a:pt x="19870" y="144"/>
                    <a:pt x="19728" y="0"/>
                    <a:pt x="19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567;p36">
              <a:extLst>
                <a:ext uri="{FF2B5EF4-FFF2-40B4-BE49-F238E27FC236}">
                  <a16:creationId xmlns:a16="http://schemas.microsoft.com/office/drawing/2014/main" id="{B0AD9C7D-E457-24E6-7DB2-4A6EE7A70CC8}"/>
                </a:ext>
              </a:extLst>
            </p:cNvPr>
            <p:cNvSpPr/>
            <p:nvPr/>
          </p:nvSpPr>
          <p:spPr>
            <a:xfrm>
              <a:off x="5657100" y="2507200"/>
              <a:ext cx="151750" cy="16025"/>
            </a:xfrm>
            <a:custGeom>
              <a:avLst/>
              <a:gdLst/>
              <a:ahLst/>
              <a:cxnLst/>
              <a:rect l="l" t="t" r="r" b="b"/>
              <a:pathLst>
                <a:path w="6070" h="641" extrusionOk="0">
                  <a:moveTo>
                    <a:pt x="320" y="1"/>
                  </a:moveTo>
                  <a:cubicBezTo>
                    <a:pt x="143" y="1"/>
                    <a:pt x="1" y="143"/>
                    <a:pt x="1" y="321"/>
                  </a:cubicBezTo>
                  <a:cubicBezTo>
                    <a:pt x="1" y="496"/>
                    <a:pt x="143" y="640"/>
                    <a:pt x="320" y="640"/>
                  </a:cubicBezTo>
                  <a:lnTo>
                    <a:pt x="5750" y="640"/>
                  </a:lnTo>
                  <a:cubicBezTo>
                    <a:pt x="5928" y="640"/>
                    <a:pt x="6070" y="496"/>
                    <a:pt x="6070" y="321"/>
                  </a:cubicBezTo>
                  <a:cubicBezTo>
                    <a:pt x="6070" y="143"/>
                    <a:pt x="5928" y="1"/>
                    <a:pt x="57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568;p36">
              <a:extLst>
                <a:ext uri="{FF2B5EF4-FFF2-40B4-BE49-F238E27FC236}">
                  <a16:creationId xmlns:a16="http://schemas.microsoft.com/office/drawing/2014/main" id="{14E1A4B2-ECE3-262D-6064-0BDDED3E61DF}"/>
                </a:ext>
              </a:extLst>
            </p:cNvPr>
            <p:cNvSpPr/>
            <p:nvPr/>
          </p:nvSpPr>
          <p:spPr>
            <a:xfrm>
              <a:off x="5429550" y="2507200"/>
              <a:ext cx="201875" cy="16025"/>
            </a:xfrm>
            <a:custGeom>
              <a:avLst/>
              <a:gdLst/>
              <a:ahLst/>
              <a:cxnLst/>
              <a:rect l="l" t="t" r="r" b="b"/>
              <a:pathLst>
                <a:path w="8075" h="641" extrusionOk="0">
                  <a:moveTo>
                    <a:pt x="320" y="1"/>
                  </a:moveTo>
                  <a:cubicBezTo>
                    <a:pt x="145" y="1"/>
                    <a:pt x="1" y="143"/>
                    <a:pt x="1" y="321"/>
                  </a:cubicBezTo>
                  <a:cubicBezTo>
                    <a:pt x="1" y="496"/>
                    <a:pt x="145" y="640"/>
                    <a:pt x="320" y="640"/>
                  </a:cubicBezTo>
                  <a:lnTo>
                    <a:pt x="7754" y="640"/>
                  </a:lnTo>
                  <a:cubicBezTo>
                    <a:pt x="7932" y="640"/>
                    <a:pt x="8074" y="496"/>
                    <a:pt x="8074" y="321"/>
                  </a:cubicBezTo>
                  <a:cubicBezTo>
                    <a:pt x="8074" y="143"/>
                    <a:pt x="7932" y="1"/>
                    <a:pt x="77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569;p36">
              <a:extLst>
                <a:ext uri="{FF2B5EF4-FFF2-40B4-BE49-F238E27FC236}">
                  <a16:creationId xmlns:a16="http://schemas.microsoft.com/office/drawing/2014/main" id="{41DEB708-97C4-44F6-E0CC-DDAD92B1EF8B}"/>
                </a:ext>
              </a:extLst>
            </p:cNvPr>
            <p:cNvSpPr/>
            <p:nvPr/>
          </p:nvSpPr>
          <p:spPr>
            <a:xfrm>
              <a:off x="5493200" y="2531950"/>
              <a:ext cx="70325" cy="122725"/>
            </a:xfrm>
            <a:custGeom>
              <a:avLst/>
              <a:gdLst/>
              <a:ahLst/>
              <a:cxnLst/>
              <a:rect l="l" t="t" r="r" b="b"/>
              <a:pathLst>
                <a:path w="2813" h="4909" extrusionOk="0">
                  <a:moveTo>
                    <a:pt x="2207" y="1"/>
                  </a:moveTo>
                  <a:cubicBezTo>
                    <a:pt x="2100" y="1"/>
                    <a:pt x="1992" y="33"/>
                    <a:pt x="1899" y="100"/>
                  </a:cubicBezTo>
                  <a:cubicBezTo>
                    <a:pt x="832" y="859"/>
                    <a:pt x="237" y="1719"/>
                    <a:pt x="134" y="2655"/>
                  </a:cubicBezTo>
                  <a:cubicBezTo>
                    <a:pt x="1" y="3850"/>
                    <a:pt x="743" y="4696"/>
                    <a:pt x="775" y="4730"/>
                  </a:cubicBezTo>
                  <a:cubicBezTo>
                    <a:pt x="816" y="4777"/>
                    <a:pt x="864" y="4815"/>
                    <a:pt x="916" y="4843"/>
                  </a:cubicBezTo>
                  <a:cubicBezTo>
                    <a:pt x="995" y="4886"/>
                    <a:pt x="1084" y="4908"/>
                    <a:pt x="1172" y="4908"/>
                  </a:cubicBezTo>
                  <a:cubicBezTo>
                    <a:pt x="1298" y="4908"/>
                    <a:pt x="1425" y="4864"/>
                    <a:pt x="1526" y="4773"/>
                  </a:cubicBezTo>
                  <a:cubicBezTo>
                    <a:pt x="1744" y="4577"/>
                    <a:pt x="1764" y="4243"/>
                    <a:pt x="1570" y="4023"/>
                  </a:cubicBezTo>
                  <a:cubicBezTo>
                    <a:pt x="1555" y="4006"/>
                    <a:pt x="1108" y="3472"/>
                    <a:pt x="1193" y="2760"/>
                  </a:cubicBezTo>
                  <a:cubicBezTo>
                    <a:pt x="1267" y="2142"/>
                    <a:pt x="1712" y="1539"/>
                    <a:pt x="2515" y="968"/>
                  </a:cubicBezTo>
                  <a:cubicBezTo>
                    <a:pt x="2756" y="797"/>
                    <a:pt x="2812" y="465"/>
                    <a:pt x="2641" y="226"/>
                  </a:cubicBezTo>
                  <a:cubicBezTo>
                    <a:pt x="2538" y="79"/>
                    <a:pt x="2374" y="1"/>
                    <a:pt x="220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570;p36">
              <a:extLst>
                <a:ext uri="{FF2B5EF4-FFF2-40B4-BE49-F238E27FC236}">
                  <a16:creationId xmlns:a16="http://schemas.microsoft.com/office/drawing/2014/main" id="{ADCD6303-9AD7-0CE6-2653-D6F87B10317D}"/>
                </a:ext>
              </a:extLst>
            </p:cNvPr>
            <p:cNvSpPr/>
            <p:nvPr/>
          </p:nvSpPr>
          <p:spPr>
            <a:xfrm>
              <a:off x="5503650" y="2630150"/>
              <a:ext cx="104675" cy="57775"/>
            </a:xfrm>
            <a:custGeom>
              <a:avLst/>
              <a:gdLst/>
              <a:ahLst/>
              <a:cxnLst/>
              <a:rect l="l" t="t" r="r" b="b"/>
              <a:pathLst>
                <a:path w="4187" h="2311" extrusionOk="0">
                  <a:moveTo>
                    <a:pt x="1065" y="1"/>
                  </a:moveTo>
                  <a:cubicBezTo>
                    <a:pt x="624" y="1"/>
                    <a:pt x="296" y="126"/>
                    <a:pt x="193" y="374"/>
                  </a:cubicBezTo>
                  <a:cubicBezTo>
                    <a:pt x="1" y="843"/>
                    <a:pt x="695" y="1573"/>
                    <a:pt x="1744" y="2005"/>
                  </a:cubicBezTo>
                  <a:cubicBezTo>
                    <a:pt x="2240" y="2209"/>
                    <a:pt x="2726" y="2310"/>
                    <a:pt x="3122" y="2310"/>
                  </a:cubicBezTo>
                  <a:cubicBezTo>
                    <a:pt x="3563" y="2310"/>
                    <a:pt x="3891" y="2185"/>
                    <a:pt x="3994" y="1937"/>
                  </a:cubicBezTo>
                  <a:cubicBezTo>
                    <a:pt x="4186" y="1467"/>
                    <a:pt x="3492" y="737"/>
                    <a:pt x="2443" y="306"/>
                  </a:cubicBezTo>
                  <a:cubicBezTo>
                    <a:pt x="1947" y="102"/>
                    <a:pt x="1461" y="1"/>
                    <a:pt x="10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571;p36">
              <a:extLst>
                <a:ext uri="{FF2B5EF4-FFF2-40B4-BE49-F238E27FC236}">
                  <a16:creationId xmlns:a16="http://schemas.microsoft.com/office/drawing/2014/main" id="{AEEF5355-5892-4A3D-0BBE-1960179C7EEF}"/>
                </a:ext>
              </a:extLst>
            </p:cNvPr>
            <p:cNvSpPr/>
            <p:nvPr/>
          </p:nvSpPr>
          <p:spPr>
            <a:xfrm>
              <a:off x="5527175" y="2641900"/>
              <a:ext cx="59900" cy="34300"/>
            </a:xfrm>
            <a:custGeom>
              <a:avLst/>
              <a:gdLst/>
              <a:ahLst/>
              <a:cxnLst/>
              <a:rect l="l" t="t" r="r" b="b"/>
              <a:pathLst>
                <a:path w="2396" h="1372" extrusionOk="0">
                  <a:moveTo>
                    <a:pt x="542" y="0"/>
                  </a:moveTo>
                  <a:cubicBezTo>
                    <a:pt x="280" y="0"/>
                    <a:pt x="85" y="75"/>
                    <a:pt x="25" y="222"/>
                  </a:cubicBezTo>
                  <a:cubicBezTo>
                    <a:pt x="4" y="270"/>
                    <a:pt x="1" y="323"/>
                    <a:pt x="11" y="381"/>
                  </a:cubicBezTo>
                  <a:cubicBezTo>
                    <a:pt x="61" y="646"/>
                    <a:pt x="431" y="979"/>
                    <a:pt x="946" y="1190"/>
                  </a:cubicBezTo>
                  <a:cubicBezTo>
                    <a:pt x="1240" y="1311"/>
                    <a:pt x="1529" y="1371"/>
                    <a:pt x="1764" y="1371"/>
                  </a:cubicBezTo>
                  <a:cubicBezTo>
                    <a:pt x="1907" y="1371"/>
                    <a:pt x="2030" y="1349"/>
                    <a:pt x="2123" y="1305"/>
                  </a:cubicBezTo>
                  <a:cubicBezTo>
                    <a:pt x="2198" y="1269"/>
                    <a:pt x="2253" y="1217"/>
                    <a:pt x="2280" y="1150"/>
                  </a:cubicBezTo>
                  <a:cubicBezTo>
                    <a:pt x="2395" y="872"/>
                    <a:pt x="1983" y="437"/>
                    <a:pt x="1361" y="181"/>
                  </a:cubicBezTo>
                  <a:cubicBezTo>
                    <a:pt x="1066" y="60"/>
                    <a:pt x="777" y="0"/>
                    <a:pt x="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572;p36">
              <a:extLst>
                <a:ext uri="{FF2B5EF4-FFF2-40B4-BE49-F238E27FC236}">
                  <a16:creationId xmlns:a16="http://schemas.microsoft.com/office/drawing/2014/main" id="{00C8E829-743D-04E8-92F8-A5520DD39F07}"/>
                </a:ext>
              </a:extLst>
            </p:cNvPr>
            <p:cNvSpPr/>
            <p:nvPr/>
          </p:nvSpPr>
          <p:spPr>
            <a:xfrm>
              <a:off x="5527450" y="2649750"/>
              <a:ext cx="52800" cy="26450"/>
            </a:xfrm>
            <a:custGeom>
              <a:avLst/>
              <a:gdLst/>
              <a:ahLst/>
              <a:cxnLst/>
              <a:rect l="l" t="t" r="r" b="b"/>
              <a:pathLst>
                <a:path w="2112" h="1058" extrusionOk="0">
                  <a:moveTo>
                    <a:pt x="357" y="1"/>
                  </a:moveTo>
                  <a:cubicBezTo>
                    <a:pt x="215" y="1"/>
                    <a:pt x="92" y="23"/>
                    <a:pt x="0" y="67"/>
                  </a:cubicBezTo>
                  <a:cubicBezTo>
                    <a:pt x="50" y="332"/>
                    <a:pt x="420" y="665"/>
                    <a:pt x="935" y="876"/>
                  </a:cubicBezTo>
                  <a:cubicBezTo>
                    <a:pt x="1229" y="997"/>
                    <a:pt x="1518" y="1057"/>
                    <a:pt x="1753" y="1057"/>
                  </a:cubicBezTo>
                  <a:cubicBezTo>
                    <a:pt x="1896" y="1057"/>
                    <a:pt x="2019" y="1035"/>
                    <a:pt x="2112" y="991"/>
                  </a:cubicBezTo>
                  <a:cubicBezTo>
                    <a:pt x="2062" y="724"/>
                    <a:pt x="1691" y="393"/>
                    <a:pt x="1177" y="182"/>
                  </a:cubicBezTo>
                  <a:cubicBezTo>
                    <a:pt x="881" y="61"/>
                    <a:pt x="592" y="1"/>
                    <a:pt x="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573;p36">
              <a:extLst>
                <a:ext uri="{FF2B5EF4-FFF2-40B4-BE49-F238E27FC236}">
                  <a16:creationId xmlns:a16="http://schemas.microsoft.com/office/drawing/2014/main" id="{38B86CBE-17DB-2C3F-520D-6740D639DC48}"/>
                </a:ext>
              </a:extLst>
            </p:cNvPr>
            <p:cNvSpPr/>
            <p:nvPr/>
          </p:nvSpPr>
          <p:spPr>
            <a:xfrm>
              <a:off x="5104300" y="2733650"/>
              <a:ext cx="443350" cy="244000"/>
            </a:xfrm>
            <a:custGeom>
              <a:avLst/>
              <a:gdLst/>
              <a:ahLst/>
              <a:cxnLst/>
              <a:rect l="l" t="t" r="r" b="b"/>
              <a:pathLst>
                <a:path w="17734" h="9760" extrusionOk="0">
                  <a:moveTo>
                    <a:pt x="15739" y="1"/>
                  </a:moveTo>
                  <a:lnTo>
                    <a:pt x="15416" y="698"/>
                  </a:lnTo>
                  <a:cubicBezTo>
                    <a:pt x="15477" y="798"/>
                    <a:pt x="15631" y="958"/>
                    <a:pt x="16025" y="1146"/>
                  </a:cubicBezTo>
                  <a:cubicBezTo>
                    <a:pt x="16588" y="1416"/>
                    <a:pt x="16802" y="2108"/>
                    <a:pt x="16494" y="2650"/>
                  </a:cubicBezTo>
                  <a:cubicBezTo>
                    <a:pt x="15065" y="5155"/>
                    <a:pt x="11958" y="9266"/>
                    <a:pt x="6459" y="9266"/>
                  </a:cubicBezTo>
                  <a:cubicBezTo>
                    <a:pt x="4623" y="9266"/>
                    <a:pt x="2519" y="8808"/>
                    <a:pt x="122" y="7677"/>
                  </a:cubicBezTo>
                  <a:lnTo>
                    <a:pt x="120" y="7677"/>
                  </a:lnTo>
                  <a:lnTo>
                    <a:pt x="1" y="8035"/>
                  </a:lnTo>
                  <a:lnTo>
                    <a:pt x="2649" y="9041"/>
                  </a:lnTo>
                  <a:cubicBezTo>
                    <a:pt x="3070" y="9201"/>
                    <a:pt x="3498" y="9335"/>
                    <a:pt x="3931" y="9441"/>
                  </a:cubicBezTo>
                  <a:cubicBezTo>
                    <a:pt x="4065" y="9474"/>
                    <a:pt x="4197" y="9504"/>
                    <a:pt x="4330" y="9531"/>
                  </a:cubicBezTo>
                  <a:cubicBezTo>
                    <a:pt x="5062" y="9683"/>
                    <a:pt x="5806" y="9759"/>
                    <a:pt x="6549" y="9759"/>
                  </a:cubicBezTo>
                  <a:cubicBezTo>
                    <a:pt x="7169" y="9759"/>
                    <a:pt x="7788" y="9707"/>
                    <a:pt x="8401" y="9601"/>
                  </a:cubicBezTo>
                  <a:cubicBezTo>
                    <a:pt x="8516" y="9581"/>
                    <a:pt x="8632" y="9560"/>
                    <a:pt x="8747" y="9536"/>
                  </a:cubicBezTo>
                  <a:cubicBezTo>
                    <a:pt x="9407" y="9401"/>
                    <a:pt x="10057" y="9204"/>
                    <a:pt x="10692" y="8945"/>
                  </a:cubicBezTo>
                  <a:cubicBezTo>
                    <a:pt x="11176" y="8748"/>
                    <a:pt x="11643" y="8518"/>
                    <a:pt x="12088" y="8258"/>
                  </a:cubicBezTo>
                  <a:cubicBezTo>
                    <a:pt x="12178" y="8206"/>
                    <a:pt x="12267" y="8153"/>
                    <a:pt x="12355" y="8097"/>
                  </a:cubicBezTo>
                  <a:cubicBezTo>
                    <a:pt x="13286" y="7520"/>
                    <a:pt x="14121" y="6806"/>
                    <a:pt x="14836" y="5984"/>
                  </a:cubicBezTo>
                  <a:cubicBezTo>
                    <a:pt x="14903" y="5910"/>
                    <a:pt x="14966" y="5833"/>
                    <a:pt x="15030" y="5755"/>
                  </a:cubicBezTo>
                  <a:cubicBezTo>
                    <a:pt x="15617" y="5042"/>
                    <a:pt x="16117" y="4250"/>
                    <a:pt x="16513" y="3392"/>
                  </a:cubicBezTo>
                  <a:lnTo>
                    <a:pt x="16903" y="2550"/>
                  </a:lnTo>
                  <a:lnTo>
                    <a:pt x="17032" y="2276"/>
                  </a:lnTo>
                  <a:lnTo>
                    <a:pt x="17733" y="761"/>
                  </a:lnTo>
                  <a:lnTo>
                    <a:pt x="17733" y="761"/>
                  </a:lnTo>
                  <a:cubicBezTo>
                    <a:pt x="17707" y="763"/>
                    <a:pt x="17680" y="763"/>
                    <a:pt x="17653" y="763"/>
                  </a:cubicBezTo>
                  <a:cubicBezTo>
                    <a:pt x="17351" y="763"/>
                    <a:pt x="16980" y="687"/>
                    <a:pt x="16602" y="531"/>
                  </a:cubicBezTo>
                  <a:cubicBezTo>
                    <a:pt x="16249" y="386"/>
                    <a:pt x="15951" y="198"/>
                    <a:pt x="1573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574;p36">
              <a:extLst>
                <a:ext uri="{FF2B5EF4-FFF2-40B4-BE49-F238E27FC236}">
                  <a16:creationId xmlns:a16="http://schemas.microsoft.com/office/drawing/2014/main" id="{E7A14B73-2D12-32E5-5965-35FA62FB6A23}"/>
                </a:ext>
              </a:extLst>
            </p:cNvPr>
            <p:cNvSpPr/>
            <p:nvPr/>
          </p:nvSpPr>
          <p:spPr>
            <a:xfrm>
              <a:off x="4549275" y="2667375"/>
              <a:ext cx="142750" cy="163300"/>
            </a:xfrm>
            <a:custGeom>
              <a:avLst/>
              <a:gdLst/>
              <a:ahLst/>
              <a:cxnLst/>
              <a:rect l="l" t="t" r="r" b="b"/>
              <a:pathLst>
                <a:path w="5710" h="6532" extrusionOk="0">
                  <a:moveTo>
                    <a:pt x="3284" y="0"/>
                  </a:moveTo>
                  <a:cubicBezTo>
                    <a:pt x="2143" y="0"/>
                    <a:pt x="978" y="1045"/>
                    <a:pt x="523" y="2573"/>
                  </a:cubicBezTo>
                  <a:cubicBezTo>
                    <a:pt x="1" y="4335"/>
                    <a:pt x="620" y="6074"/>
                    <a:pt x="1908" y="6457"/>
                  </a:cubicBezTo>
                  <a:cubicBezTo>
                    <a:pt x="2078" y="6507"/>
                    <a:pt x="2251" y="6532"/>
                    <a:pt x="2425" y="6532"/>
                  </a:cubicBezTo>
                  <a:cubicBezTo>
                    <a:pt x="3567" y="6532"/>
                    <a:pt x="4732" y="5488"/>
                    <a:pt x="5187" y="3959"/>
                  </a:cubicBezTo>
                  <a:cubicBezTo>
                    <a:pt x="5710" y="2197"/>
                    <a:pt x="5092" y="459"/>
                    <a:pt x="3803" y="75"/>
                  </a:cubicBezTo>
                  <a:cubicBezTo>
                    <a:pt x="3632" y="25"/>
                    <a:pt x="3458" y="0"/>
                    <a:pt x="3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575;p36">
              <a:extLst>
                <a:ext uri="{FF2B5EF4-FFF2-40B4-BE49-F238E27FC236}">
                  <a16:creationId xmlns:a16="http://schemas.microsoft.com/office/drawing/2014/main" id="{094F71C8-A21A-3391-5E8E-9646CFBA2A79}"/>
                </a:ext>
              </a:extLst>
            </p:cNvPr>
            <p:cNvSpPr/>
            <p:nvPr/>
          </p:nvSpPr>
          <p:spPr>
            <a:xfrm>
              <a:off x="4539175" y="2681025"/>
              <a:ext cx="125200" cy="130775"/>
            </a:xfrm>
            <a:custGeom>
              <a:avLst/>
              <a:gdLst/>
              <a:ahLst/>
              <a:cxnLst/>
              <a:rect l="l" t="t" r="r" b="b"/>
              <a:pathLst>
                <a:path w="5008" h="5231" extrusionOk="0">
                  <a:moveTo>
                    <a:pt x="2952" y="0"/>
                  </a:moveTo>
                  <a:cubicBezTo>
                    <a:pt x="1968" y="0"/>
                    <a:pt x="770" y="643"/>
                    <a:pt x="420" y="1821"/>
                  </a:cubicBezTo>
                  <a:cubicBezTo>
                    <a:pt x="0" y="3228"/>
                    <a:pt x="951" y="4867"/>
                    <a:pt x="1981" y="5173"/>
                  </a:cubicBezTo>
                  <a:cubicBezTo>
                    <a:pt x="2111" y="5212"/>
                    <a:pt x="2242" y="5230"/>
                    <a:pt x="2374" y="5230"/>
                  </a:cubicBezTo>
                  <a:cubicBezTo>
                    <a:pt x="3290" y="5230"/>
                    <a:pt x="4223" y="4340"/>
                    <a:pt x="4588" y="3110"/>
                  </a:cubicBezTo>
                  <a:cubicBezTo>
                    <a:pt x="5008" y="1701"/>
                    <a:pt x="4525" y="381"/>
                    <a:pt x="3496" y="75"/>
                  </a:cubicBezTo>
                  <a:cubicBezTo>
                    <a:pt x="3328" y="25"/>
                    <a:pt x="3144" y="0"/>
                    <a:pt x="2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576;p36">
              <a:extLst>
                <a:ext uri="{FF2B5EF4-FFF2-40B4-BE49-F238E27FC236}">
                  <a16:creationId xmlns:a16="http://schemas.microsoft.com/office/drawing/2014/main" id="{14E02050-F9D4-1640-E1EB-4444F964CB4B}"/>
                </a:ext>
              </a:extLst>
            </p:cNvPr>
            <p:cNvSpPr/>
            <p:nvPr/>
          </p:nvSpPr>
          <p:spPr>
            <a:xfrm>
              <a:off x="4558700" y="2709425"/>
              <a:ext cx="52075" cy="56600"/>
            </a:xfrm>
            <a:custGeom>
              <a:avLst/>
              <a:gdLst/>
              <a:ahLst/>
              <a:cxnLst/>
              <a:rect l="l" t="t" r="r" b="b"/>
              <a:pathLst>
                <a:path w="2083" h="2264" extrusionOk="0">
                  <a:moveTo>
                    <a:pt x="1336" y="0"/>
                  </a:moveTo>
                  <a:cubicBezTo>
                    <a:pt x="980" y="0"/>
                    <a:pt x="572" y="282"/>
                    <a:pt x="322" y="738"/>
                  </a:cubicBezTo>
                  <a:cubicBezTo>
                    <a:pt x="1" y="1324"/>
                    <a:pt x="63" y="1976"/>
                    <a:pt x="460" y="2192"/>
                  </a:cubicBezTo>
                  <a:cubicBezTo>
                    <a:pt x="548" y="2241"/>
                    <a:pt x="646" y="2264"/>
                    <a:pt x="747" y="2264"/>
                  </a:cubicBezTo>
                  <a:cubicBezTo>
                    <a:pt x="1104" y="2264"/>
                    <a:pt x="1511" y="1982"/>
                    <a:pt x="1761" y="1526"/>
                  </a:cubicBezTo>
                  <a:cubicBezTo>
                    <a:pt x="2082" y="940"/>
                    <a:pt x="2020" y="288"/>
                    <a:pt x="1623" y="72"/>
                  </a:cubicBezTo>
                  <a:cubicBezTo>
                    <a:pt x="1535" y="23"/>
                    <a:pt x="1438" y="0"/>
                    <a:pt x="13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577;p36">
              <a:extLst>
                <a:ext uri="{FF2B5EF4-FFF2-40B4-BE49-F238E27FC236}">
                  <a16:creationId xmlns:a16="http://schemas.microsoft.com/office/drawing/2014/main" id="{A8CE8B83-29FE-630B-C5B3-CE798C165D9F}"/>
                </a:ext>
              </a:extLst>
            </p:cNvPr>
            <p:cNvSpPr/>
            <p:nvPr/>
          </p:nvSpPr>
          <p:spPr>
            <a:xfrm>
              <a:off x="4570225" y="2711200"/>
              <a:ext cx="53825" cy="62125"/>
            </a:xfrm>
            <a:custGeom>
              <a:avLst/>
              <a:gdLst/>
              <a:ahLst/>
              <a:cxnLst/>
              <a:rect l="l" t="t" r="r" b="b"/>
              <a:pathLst>
                <a:path w="2153" h="2485" extrusionOk="0">
                  <a:moveTo>
                    <a:pt x="1162" y="1"/>
                  </a:moveTo>
                  <a:lnTo>
                    <a:pt x="1163" y="1"/>
                  </a:lnTo>
                  <a:lnTo>
                    <a:pt x="1163" y="1"/>
                  </a:lnTo>
                  <a:cubicBezTo>
                    <a:pt x="1163" y="1"/>
                    <a:pt x="1162" y="1"/>
                    <a:pt x="1162" y="1"/>
                  </a:cubicBezTo>
                  <a:close/>
                  <a:moveTo>
                    <a:pt x="1163" y="1"/>
                  </a:moveTo>
                  <a:lnTo>
                    <a:pt x="1163" y="1"/>
                  </a:lnTo>
                  <a:cubicBezTo>
                    <a:pt x="1559" y="218"/>
                    <a:pt x="1621" y="869"/>
                    <a:pt x="1300" y="1455"/>
                  </a:cubicBezTo>
                  <a:cubicBezTo>
                    <a:pt x="1050" y="1911"/>
                    <a:pt x="642" y="2193"/>
                    <a:pt x="286" y="2193"/>
                  </a:cubicBezTo>
                  <a:cubicBezTo>
                    <a:pt x="185" y="2193"/>
                    <a:pt x="88" y="2171"/>
                    <a:pt x="0" y="2123"/>
                  </a:cubicBezTo>
                  <a:lnTo>
                    <a:pt x="0" y="2123"/>
                  </a:lnTo>
                  <a:lnTo>
                    <a:pt x="530" y="2414"/>
                  </a:lnTo>
                  <a:cubicBezTo>
                    <a:pt x="619" y="2462"/>
                    <a:pt x="716" y="2485"/>
                    <a:pt x="817" y="2485"/>
                  </a:cubicBezTo>
                  <a:cubicBezTo>
                    <a:pt x="1174" y="2485"/>
                    <a:pt x="1582" y="2202"/>
                    <a:pt x="1832" y="1747"/>
                  </a:cubicBezTo>
                  <a:cubicBezTo>
                    <a:pt x="2153" y="1161"/>
                    <a:pt x="2091" y="510"/>
                    <a:pt x="1694" y="292"/>
                  </a:cubicBez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578;p36">
              <a:extLst>
                <a:ext uri="{FF2B5EF4-FFF2-40B4-BE49-F238E27FC236}">
                  <a16:creationId xmlns:a16="http://schemas.microsoft.com/office/drawing/2014/main" id="{47D7B14F-3FC9-14A1-E6D4-149209379229}"/>
                </a:ext>
              </a:extLst>
            </p:cNvPr>
            <p:cNvSpPr/>
            <p:nvPr/>
          </p:nvSpPr>
          <p:spPr>
            <a:xfrm>
              <a:off x="4388650" y="2693800"/>
              <a:ext cx="248175" cy="388675"/>
            </a:xfrm>
            <a:custGeom>
              <a:avLst/>
              <a:gdLst/>
              <a:ahLst/>
              <a:cxnLst/>
              <a:rect l="l" t="t" r="r" b="b"/>
              <a:pathLst>
                <a:path w="9927" h="15547" extrusionOk="0">
                  <a:moveTo>
                    <a:pt x="5545" y="1"/>
                  </a:moveTo>
                  <a:cubicBezTo>
                    <a:pt x="5470" y="1"/>
                    <a:pt x="5395" y="3"/>
                    <a:pt x="5320" y="6"/>
                  </a:cubicBezTo>
                  <a:cubicBezTo>
                    <a:pt x="5202" y="11"/>
                    <a:pt x="5082" y="21"/>
                    <a:pt x="4962" y="35"/>
                  </a:cubicBezTo>
                  <a:cubicBezTo>
                    <a:pt x="4785" y="56"/>
                    <a:pt x="4610" y="85"/>
                    <a:pt x="4434" y="126"/>
                  </a:cubicBezTo>
                  <a:cubicBezTo>
                    <a:pt x="3786" y="271"/>
                    <a:pt x="3178" y="544"/>
                    <a:pt x="2645" y="921"/>
                  </a:cubicBezTo>
                  <a:cubicBezTo>
                    <a:pt x="2559" y="983"/>
                    <a:pt x="2472" y="1048"/>
                    <a:pt x="2390" y="1116"/>
                  </a:cubicBezTo>
                  <a:cubicBezTo>
                    <a:pt x="2066" y="1378"/>
                    <a:pt x="1774" y="1681"/>
                    <a:pt x="1523" y="2022"/>
                  </a:cubicBezTo>
                  <a:cubicBezTo>
                    <a:pt x="1185" y="2481"/>
                    <a:pt x="902" y="2975"/>
                    <a:pt x="679" y="3490"/>
                  </a:cubicBezTo>
                  <a:lnTo>
                    <a:pt x="679" y="3491"/>
                  </a:lnTo>
                  <a:cubicBezTo>
                    <a:pt x="635" y="3596"/>
                    <a:pt x="591" y="3702"/>
                    <a:pt x="552" y="3808"/>
                  </a:cubicBezTo>
                  <a:cubicBezTo>
                    <a:pt x="161" y="4841"/>
                    <a:pt x="0" y="5957"/>
                    <a:pt x="87" y="7077"/>
                  </a:cubicBezTo>
                  <a:cubicBezTo>
                    <a:pt x="94" y="7189"/>
                    <a:pt x="106" y="7301"/>
                    <a:pt x="120" y="7413"/>
                  </a:cubicBezTo>
                  <a:cubicBezTo>
                    <a:pt x="149" y="7655"/>
                    <a:pt x="191" y="7899"/>
                    <a:pt x="244" y="8140"/>
                  </a:cubicBezTo>
                  <a:cubicBezTo>
                    <a:pt x="443" y="9047"/>
                    <a:pt x="799" y="9885"/>
                    <a:pt x="1292" y="10630"/>
                  </a:cubicBezTo>
                  <a:cubicBezTo>
                    <a:pt x="1360" y="10733"/>
                    <a:pt x="1429" y="10833"/>
                    <a:pt x="1503" y="10930"/>
                  </a:cubicBezTo>
                  <a:cubicBezTo>
                    <a:pt x="2054" y="11680"/>
                    <a:pt x="2753" y="12324"/>
                    <a:pt x="3575" y="12834"/>
                  </a:cubicBezTo>
                  <a:cubicBezTo>
                    <a:pt x="3663" y="12890"/>
                    <a:pt x="3752" y="12943"/>
                    <a:pt x="3843" y="12995"/>
                  </a:cubicBezTo>
                  <a:cubicBezTo>
                    <a:pt x="3881" y="13016"/>
                    <a:pt x="3917" y="13037"/>
                    <a:pt x="3955" y="13057"/>
                  </a:cubicBezTo>
                  <a:lnTo>
                    <a:pt x="8260" y="15415"/>
                  </a:lnTo>
                  <a:cubicBezTo>
                    <a:pt x="8422" y="15504"/>
                    <a:pt x="8596" y="15547"/>
                    <a:pt x="8768" y="15547"/>
                  </a:cubicBezTo>
                  <a:cubicBezTo>
                    <a:pt x="8798" y="15547"/>
                    <a:pt x="8829" y="15545"/>
                    <a:pt x="8860" y="15542"/>
                  </a:cubicBezTo>
                  <a:cubicBezTo>
                    <a:pt x="9204" y="15514"/>
                    <a:pt x="9528" y="15318"/>
                    <a:pt x="9705" y="14994"/>
                  </a:cubicBezTo>
                  <a:cubicBezTo>
                    <a:pt x="9926" y="14590"/>
                    <a:pt x="9860" y="14108"/>
                    <a:pt x="9573" y="13781"/>
                  </a:cubicBezTo>
                  <a:cubicBezTo>
                    <a:pt x="9493" y="13690"/>
                    <a:pt x="9396" y="13610"/>
                    <a:pt x="9282" y="13549"/>
                  </a:cubicBezTo>
                  <a:lnTo>
                    <a:pt x="4978" y="11191"/>
                  </a:lnTo>
                  <a:cubicBezTo>
                    <a:pt x="4967" y="11185"/>
                    <a:pt x="4956" y="11178"/>
                    <a:pt x="4946" y="11171"/>
                  </a:cubicBezTo>
                  <a:cubicBezTo>
                    <a:pt x="4853" y="11121"/>
                    <a:pt x="4766" y="11069"/>
                    <a:pt x="4681" y="11015"/>
                  </a:cubicBezTo>
                  <a:cubicBezTo>
                    <a:pt x="3995" y="10585"/>
                    <a:pt x="3431" y="10024"/>
                    <a:pt x="3015" y="9370"/>
                  </a:cubicBezTo>
                  <a:cubicBezTo>
                    <a:pt x="2965" y="9290"/>
                    <a:pt x="2916" y="9209"/>
                    <a:pt x="2871" y="9128"/>
                  </a:cubicBezTo>
                  <a:cubicBezTo>
                    <a:pt x="2621" y="8682"/>
                    <a:pt x="2436" y="8198"/>
                    <a:pt x="2322" y="7683"/>
                  </a:cubicBezTo>
                  <a:cubicBezTo>
                    <a:pt x="2274" y="7463"/>
                    <a:pt x="2241" y="7242"/>
                    <a:pt x="2219" y="7021"/>
                  </a:cubicBezTo>
                  <a:cubicBezTo>
                    <a:pt x="2210" y="6924"/>
                    <a:pt x="2204" y="6827"/>
                    <a:pt x="2201" y="6730"/>
                  </a:cubicBezTo>
                  <a:cubicBezTo>
                    <a:pt x="2169" y="5921"/>
                    <a:pt x="2315" y="5111"/>
                    <a:pt x="2622" y="4374"/>
                  </a:cubicBezTo>
                  <a:cubicBezTo>
                    <a:pt x="2660" y="4285"/>
                    <a:pt x="2700" y="4197"/>
                    <a:pt x="2740" y="4109"/>
                  </a:cubicBezTo>
                  <a:cubicBezTo>
                    <a:pt x="2880" y="3822"/>
                    <a:pt x="3045" y="3546"/>
                    <a:pt x="3236" y="3288"/>
                  </a:cubicBezTo>
                  <a:cubicBezTo>
                    <a:pt x="3449" y="2999"/>
                    <a:pt x="3707" y="2761"/>
                    <a:pt x="3993" y="2576"/>
                  </a:cubicBezTo>
                  <a:cubicBezTo>
                    <a:pt x="4070" y="2528"/>
                    <a:pt x="4149" y="2483"/>
                    <a:pt x="4229" y="2442"/>
                  </a:cubicBezTo>
                  <a:cubicBezTo>
                    <a:pt x="4632" y="2234"/>
                    <a:pt x="5077" y="2126"/>
                    <a:pt x="5530" y="2126"/>
                  </a:cubicBezTo>
                  <a:cubicBezTo>
                    <a:pt x="5588" y="2126"/>
                    <a:pt x="5647" y="2127"/>
                    <a:pt x="5706" y="2131"/>
                  </a:cubicBezTo>
                  <a:cubicBezTo>
                    <a:pt x="5797" y="2136"/>
                    <a:pt x="5889" y="2145"/>
                    <a:pt x="5980" y="2160"/>
                  </a:cubicBezTo>
                  <a:cubicBezTo>
                    <a:pt x="6291" y="2207"/>
                    <a:pt x="6598" y="2307"/>
                    <a:pt x="6892" y="2460"/>
                  </a:cubicBezTo>
                  <a:cubicBezTo>
                    <a:pt x="7049" y="2542"/>
                    <a:pt x="7217" y="2580"/>
                    <a:pt x="7383" y="2580"/>
                  </a:cubicBezTo>
                  <a:cubicBezTo>
                    <a:pt x="7767" y="2580"/>
                    <a:pt x="8138" y="2372"/>
                    <a:pt x="8328" y="2007"/>
                  </a:cubicBezTo>
                  <a:cubicBezTo>
                    <a:pt x="8378" y="1911"/>
                    <a:pt x="8411" y="1810"/>
                    <a:pt x="8430" y="1710"/>
                  </a:cubicBezTo>
                  <a:cubicBezTo>
                    <a:pt x="8513" y="1262"/>
                    <a:pt x="8299" y="794"/>
                    <a:pt x="7875" y="571"/>
                  </a:cubicBezTo>
                  <a:cubicBezTo>
                    <a:pt x="7152" y="194"/>
                    <a:pt x="6351" y="1"/>
                    <a:pt x="5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579;p36">
              <a:extLst>
                <a:ext uri="{FF2B5EF4-FFF2-40B4-BE49-F238E27FC236}">
                  <a16:creationId xmlns:a16="http://schemas.microsoft.com/office/drawing/2014/main" id="{6BB6A659-7909-9FD0-4B5A-63292FDF33BC}"/>
                </a:ext>
              </a:extLst>
            </p:cNvPr>
            <p:cNvSpPr/>
            <p:nvPr/>
          </p:nvSpPr>
          <p:spPr>
            <a:xfrm>
              <a:off x="4536375" y="3004175"/>
              <a:ext cx="39600" cy="46225"/>
            </a:xfrm>
            <a:custGeom>
              <a:avLst/>
              <a:gdLst/>
              <a:ahLst/>
              <a:cxnLst/>
              <a:rect l="l" t="t" r="r" b="b"/>
              <a:pathLst>
                <a:path w="1584" h="1849" extrusionOk="0">
                  <a:moveTo>
                    <a:pt x="1306" y="1"/>
                  </a:moveTo>
                  <a:cubicBezTo>
                    <a:pt x="888" y="283"/>
                    <a:pt x="311" y="813"/>
                    <a:pt x="0" y="1713"/>
                  </a:cubicBezTo>
                  <a:lnTo>
                    <a:pt x="249" y="1849"/>
                  </a:lnTo>
                  <a:cubicBezTo>
                    <a:pt x="561" y="884"/>
                    <a:pt x="1197" y="380"/>
                    <a:pt x="1583" y="152"/>
                  </a:cubicBezTo>
                  <a:lnTo>
                    <a:pt x="1306" y="1"/>
                  </a:ln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580;p36">
              <a:extLst>
                <a:ext uri="{FF2B5EF4-FFF2-40B4-BE49-F238E27FC236}">
                  <a16:creationId xmlns:a16="http://schemas.microsoft.com/office/drawing/2014/main" id="{C5C8D61A-B7AD-DA5F-C5B3-2AF803CF00DC}"/>
                </a:ext>
              </a:extLst>
            </p:cNvPr>
            <p:cNvSpPr/>
            <p:nvPr/>
          </p:nvSpPr>
          <p:spPr>
            <a:xfrm>
              <a:off x="4478025" y="2969150"/>
              <a:ext cx="34275" cy="49525"/>
            </a:xfrm>
            <a:custGeom>
              <a:avLst/>
              <a:gdLst/>
              <a:ahLst/>
              <a:cxnLst/>
              <a:rect l="l" t="t" r="r" b="b"/>
              <a:pathLst>
                <a:path w="1371" h="1981" extrusionOk="0">
                  <a:moveTo>
                    <a:pt x="1106" y="1"/>
                  </a:moveTo>
                  <a:cubicBezTo>
                    <a:pt x="624" y="327"/>
                    <a:pt x="114" y="885"/>
                    <a:pt x="0" y="1820"/>
                  </a:cubicBezTo>
                  <a:cubicBezTo>
                    <a:pt x="88" y="1876"/>
                    <a:pt x="177" y="1929"/>
                    <a:pt x="268" y="1981"/>
                  </a:cubicBezTo>
                  <a:cubicBezTo>
                    <a:pt x="345" y="985"/>
                    <a:pt x="894" y="443"/>
                    <a:pt x="1371" y="157"/>
                  </a:cubicBezTo>
                  <a:cubicBezTo>
                    <a:pt x="1280" y="107"/>
                    <a:pt x="1191" y="55"/>
                    <a:pt x="1106"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581;p36">
              <a:extLst>
                <a:ext uri="{FF2B5EF4-FFF2-40B4-BE49-F238E27FC236}">
                  <a16:creationId xmlns:a16="http://schemas.microsoft.com/office/drawing/2014/main" id="{7B5D28D6-C9F5-87BC-39FA-6019209532CE}"/>
                </a:ext>
              </a:extLst>
            </p:cNvPr>
            <p:cNvSpPr/>
            <p:nvPr/>
          </p:nvSpPr>
          <p:spPr>
            <a:xfrm>
              <a:off x="4420950" y="2921975"/>
              <a:ext cx="43075" cy="45100"/>
            </a:xfrm>
            <a:custGeom>
              <a:avLst/>
              <a:gdLst/>
              <a:ahLst/>
              <a:cxnLst/>
              <a:rect l="l" t="t" r="r" b="b"/>
              <a:pathLst>
                <a:path w="1723" h="1804" extrusionOk="0">
                  <a:moveTo>
                    <a:pt x="1579" y="1"/>
                  </a:moveTo>
                  <a:cubicBezTo>
                    <a:pt x="1005" y="190"/>
                    <a:pt x="303" y="603"/>
                    <a:pt x="0" y="1503"/>
                  </a:cubicBezTo>
                  <a:cubicBezTo>
                    <a:pt x="67" y="1606"/>
                    <a:pt x="137" y="1705"/>
                    <a:pt x="211" y="1803"/>
                  </a:cubicBezTo>
                  <a:cubicBezTo>
                    <a:pt x="443" y="818"/>
                    <a:pt x="1162" y="411"/>
                    <a:pt x="1723" y="243"/>
                  </a:cubicBezTo>
                  <a:cubicBezTo>
                    <a:pt x="1673" y="163"/>
                    <a:pt x="1626" y="82"/>
                    <a:pt x="157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582;p36">
              <a:extLst>
                <a:ext uri="{FF2B5EF4-FFF2-40B4-BE49-F238E27FC236}">
                  <a16:creationId xmlns:a16="http://schemas.microsoft.com/office/drawing/2014/main" id="{130D3FEC-E1CF-E323-4DEB-935DB90E9D21}"/>
                </a:ext>
              </a:extLst>
            </p:cNvPr>
            <p:cNvSpPr/>
            <p:nvPr/>
          </p:nvSpPr>
          <p:spPr>
            <a:xfrm>
              <a:off x="4390800" y="2860925"/>
              <a:ext cx="53375" cy="18200"/>
            </a:xfrm>
            <a:custGeom>
              <a:avLst/>
              <a:gdLst/>
              <a:ahLst/>
              <a:cxnLst/>
              <a:rect l="l" t="t" r="r" b="b"/>
              <a:pathLst>
                <a:path w="2135" h="728" extrusionOk="0">
                  <a:moveTo>
                    <a:pt x="1480" y="1"/>
                  </a:moveTo>
                  <a:cubicBezTo>
                    <a:pt x="1005" y="1"/>
                    <a:pt x="505" y="80"/>
                    <a:pt x="99" y="327"/>
                  </a:cubicBezTo>
                  <a:cubicBezTo>
                    <a:pt x="66" y="346"/>
                    <a:pt x="32" y="367"/>
                    <a:pt x="1" y="392"/>
                  </a:cubicBezTo>
                  <a:cubicBezTo>
                    <a:pt x="8" y="504"/>
                    <a:pt x="20" y="616"/>
                    <a:pt x="34" y="728"/>
                  </a:cubicBezTo>
                  <a:cubicBezTo>
                    <a:pt x="99" y="669"/>
                    <a:pt x="169" y="614"/>
                    <a:pt x="246" y="569"/>
                  </a:cubicBezTo>
                  <a:cubicBezTo>
                    <a:pt x="597" y="356"/>
                    <a:pt x="1039" y="287"/>
                    <a:pt x="1469" y="287"/>
                  </a:cubicBezTo>
                  <a:cubicBezTo>
                    <a:pt x="1700" y="287"/>
                    <a:pt x="1928" y="307"/>
                    <a:pt x="2135" y="336"/>
                  </a:cubicBezTo>
                  <a:cubicBezTo>
                    <a:pt x="2126" y="239"/>
                    <a:pt x="2118" y="142"/>
                    <a:pt x="2115" y="43"/>
                  </a:cubicBezTo>
                  <a:cubicBezTo>
                    <a:pt x="1917" y="18"/>
                    <a:pt x="1701" y="1"/>
                    <a:pt x="1480"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583;p36">
              <a:extLst>
                <a:ext uri="{FF2B5EF4-FFF2-40B4-BE49-F238E27FC236}">
                  <a16:creationId xmlns:a16="http://schemas.microsoft.com/office/drawing/2014/main" id="{2690F215-93DD-03D8-B2A9-344B4093591D}"/>
                </a:ext>
              </a:extLst>
            </p:cNvPr>
            <p:cNvSpPr/>
            <p:nvPr/>
          </p:nvSpPr>
          <p:spPr>
            <a:xfrm>
              <a:off x="4402425" y="2780550"/>
              <a:ext cx="54775" cy="22625"/>
            </a:xfrm>
            <a:custGeom>
              <a:avLst/>
              <a:gdLst/>
              <a:ahLst/>
              <a:cxnLst/>
              <a:rect l="l" t="t" r="r" b="b"/>
              <a:pathLst>
                <a:path w="2191" h="905" extrusionOk="0">
                  <a:moveTo>
                    <a:pt x="404" y="1"/>
                  </a:moveTo>
                  <a:cubicBezTo>
                    <a:pt x="386" y="1"/>
                    <a:pt x="368" y="1"/>
                    <a:pt x="351" y="2"/>
                  </a:cubicBezTo>
                  <a:cubicBezTo>
                    <a:pt x="275" y="3"/>
                    <a:pt x="201" y="11"/>
                    <a:pt x="129" y="21"/>
                  </a:cubicBezTo>
                  <a:lnTo>
                    <a:pt x="128" y="21"/>
                  </a:lnTo>
                  <a:cubicBezTo>
                    <a:pt x="84" y="126"/>
                    <a:pt x="40" y="232"/>
                    <a:pt x="1" y="338"/>
                  </a:cubicBezTo>
                  <a:cubicBezTo>
                    <a:pt x="114" y="306"/>
                    <a:pt x="234" y="289"/>
                    <a:pt x="358" y="286"/>
                  </a:cubicBezTo>
                  <a:cubicBezTo>
                    <a:pt x="373" y="286"/>
                    <a:pt x="388" y="286"/>
                    <a:pt x="404" y="286"/>
                  </a:cubicBezTo>
                  <a:cubicBezTo>
                    <a:pt x="997" y="286"/>
                    <a:pt x="1612" y="599"/>
                    <a:pt x="2071" y="904"/>
                  </a:cubicBezTo>
                  <a:cubicBezTo>
                    <a:pt x="2109" y="815"/>
                    <a:pt x="2149" y="727"/>
                    <a:pt x="2191" y="641"/>
                  </a:cubicBezTo>
                  <a:cubicBezTo>
                    <a:pt x="1703" y="319"/>
                    <a:pt x="1054" y="1"/>
                    <a:pt x="404"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584;p36">
              <a:extLst>
                <a:ext uri="{FF2B5EF4-FFF2-40B4-BE49-F238E27FC236}">
                  <a16:creationId xmlns:a16="http://schemas.microsoft.com/office/drawing/2014/main" id="{BECB8C0D-CB77-8514-B589-52059C12A973}"/>
                </a:ext>
              </a:extLst>
            </p:cNvPr>
            <p:cNvSpPr/>
            <p:nvPr/>
          </p:nvSpPr>
          <p:spPr>
            <a:xfrm>
              <a:off x="4448400" y="2716850"/>
              <a:ext cx="46000" cy="41400"/>
            </a:xfrm>
            <a:custGeom>
              <a:avLst/>
              <a:gdLst/>
              <a:ahLst/>
              <a:cxnLst/>
              <a:rect l="l" t="t" r="r" b="b"/>
              <a:pathLst>
                <a:path w="1840" h="1656" extrusionOk="0">
                  <a:moveTo>
                    <a:pt x="255" y="0"/>
                  </a:moveTo>
                  <a:cubicBezTo>
                    <a:pt x="169" y="62"/>
                    <a:pt x="82" y="126"/>
                    <a:pt x="0" y="194"/>
                  </a:cubicBezTo>
                  <a:cubicBezTo>
                    <a:pt x="840" y="546"/>
                    <a:pt x="1324" y="1135"/>
                    <a:pt x="1603" y="1656"/>
                  </a:cubicBezTo>
                  <a:cubicBezTo>
                    <a:pt x="1680" y="1607"/>
                    <a:pt x="1759" y="1561"/>
                    <a:pt x="1839" y="1520"/>
                  </a:cubicBezTo>
                  <a:cubicBezTo>
                    <a:pt x="1550" y="985"/>
                    <a:pt x="1064" y="385"/>
                    <a:pt x="255"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585;p36">
              <a:extLst>
                <a:ext uri="{FF2B5EF4-FFF2-40B4-BE49-F238E27FC236}">
                  <a16:creationId xmlns:a16="http://schemas.microsoft.com/office/drawing/2014/main" id="{3B9EC62A-2D13-2846-C817-F9EA6FBB2AA0}"/>
                </a:ext>
              </a:extLst>
            </p:cNvPr>
            <p:cNvSpPr/>
            <p:nvPr/>
          </p:nvSpPr>
          <p:spPr>
            <a:xfrm>
              <a:off x="4512700" y="2693975"/>
              <a:ext cx="25925" cy="53825"/>
            </a:xfrm>
            <a:custGeom>
              <a:avLst/>
              <a:gdLst/>
              <a:ahLst/>
              <a:cxnLst/>
              <a:rect l="l" t="t" r="r" b="b"/>
              <a:pathLst>
                <a:path w="1037" h="2153" extrusionOk="0">
                  <a:moveTo>
                    <a:pt x="359" y="0"/>
                  </a:moveTo>
                  <a:cubicBezTo>
                    <a:pt x="240" y="5"/>
                    <a:pt x="120" y="14"/>
                    <a:pt x="0" y="29"/>
                  </a:cubicBezTo>
                  <a:cubicBezTo>
                    <a:pt x="647" y="655"/>
                    <a:pt x="765" y="1506"/>
                    <a:pt x="744" y="2124"/>
                  </a:cubicBezTo>
                  <a:cubicBezTo>
                    <a:pt x="837" y="2129"/>
                    <a:pt x="927" y="2139"/>
                    <a:pt x="1018" y="2153"/>
                  </a:cubicBezTo>
                  <a:cubicBezTo>
                    <a:pt x="1037" y="1529"/>
                    <a:pt x="931" y="676"/>
                    <a:pt x="35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586;p36">
              <a:extLst>
                <a:ext uri="{FF2B5EF4-FFF2-40B4-BE49-F238E27FC236}">
                  <a16:creationId xmlns:a16="http://schemas.microsoft.com/office/drawing/2014/main" id="{ADAF07C2-D28A-349F-FF29-81EF66132ED9}"/>
                </a:ext>
              </a:extLst>
            </p:cNvPr>
            <p:cNvSpPr/>
            <p:nvPr/>
          </p:nvSpPr>
          <p:spPr>
            <a:xfrm>
              <a:off x="4579075" y="3019075"/>
              <a:ext cx="70150" cy="84325"/>
            </a:xfrm>
            <a:custGeom>
              <a:avLst/>
              <a:gdLst/>
              <a:ahLst/>
              <a:cxnLst/>
              <a:rect l="l" t="t" r="r" b="b"/>
              <a:pathLst>
                <a:path w="2806" h="3373" extrusionOk="0">
                  <a:moveTo>
                    <a:pt x="1568" y="0"/>
                  </a:moveTo>
                  <a:cubicBezTo>
                    <a:pt x="1422" y="0"/>
                    <a:pt x="1251" y="77"/>
                    <a:pt x="1076" y="214"/>
                  </a:cubicBezTo>
                  <a:cubicBezTo>
                    <a:pt x="832" y="403"/>
                    <a:pt x="579" y="711"/>
                    <a:pt x="378" y="1088"/>
                  </a:cubicBezTo>
                  <a:cubicBezTo>
                    <a:pt x="192" y="1435"/>
                    <a:pt x="78" y="1783"/>
                    <a:pt x="43" y="2075"/>
                  </a:cubicBezTo>
                  <a:cubicBezTo>
                    <a:pt x="1" y="2425"/>
                    <a:pt x="69" y="2698"/>
                    <a:pt x="255" y="2796"/>
                  </a:cubicBezTo>
                  <a:lnTo>
                    <a:pt x="1328" y="3372"/>
                  </a:lnTo>
                  <a:lnTo>
                    <a:pt x="2806" y="615"/>
                  </a:lnTo>
                  <a:lnTo>
                    <a:pt x="1732" y="40"/>
                  </a:lnTo>
                  <a:cubicBezTo>
                    <a:pt x="1683" y="13"/>
                    <a:pt x="1627" y="0"/>
                    <a:pt x="15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587;p36">
              <a:extLst>
                <a:ext uri="{FF2B5EF4-FFF2-40B4-BE49-F238E27FC236}">
                  <a16:creationId xmlns:a16="http://schemas.microsoft.com/office/drawing/2014/main" id="{A2423108-2B49-36F8-5CB0-6165F855A6C9}"/>
                </a:ext>
              </a:extLst>
            </p:cNvPr>
            <p:cNvSpPr/>
            <p:nvPr/>
          </p:nvSpPr>
          <p:spPr>
            <a:xfrm>
              <a:off x="4648500" y="3125450"/>
              <a:ext cx="87500" cy="43550"/>
            </a:xfrm>
            <a:custGeom>
              <a:avLst/>
              <a:gdLst/>
              <a:ahLst/>
              <a:cxnLst/>
              <a:rect l="l" t="t" r="r" b="b"/>
              <a:pathLst>
                <a:path w="3500" h="1742" extrusionOk="0">
                  <a:moveTo>
                    <a:pt x="598" y="0"/>
                  </a:moveTo>
                  <a:cubicBezTo>
                    <a:pt x="442" y="0"/>
                    <a:pt x="287" y="69"/>
                    <a:pt x="182" y="202"/>
                  </a:cubicBezTo>
                  <a:cubicBezTo>
                    <a:pt x="0" y="432"/>
                    <a:pt x="38" y="765"/>
                    <a:pt x="267" y="948"/>
                  </a:cubicBezTo>
                  <a:cubicBezTo>
                    <a:pt x="326" y="995"/>
                    <a:pt x="542" y="1162"/>
                    <a:pt x="851" y="1330"/>
                  </a:cubicBezTo>
                  <a:cubicBezTo>
                    <a:pt x="1223" y="1534"/>
                    <a:pt x="1729" y="1741"/>
                    <a:pt x="2248" y="1741"/>
                  </a:cubicBezTo>
                  <a:cubicBezTo>
                    <a:pt x="2569" y="1741"/>
                    <a:pt x="2894" y="1663"/>
                    <a:pt x="3196" y="1456"/>
                  </a:cubicBezTo>
                  <a:cubicBezTo>
                    <a:pt x="3439" y="1289"/>
                    <a:pt x="3499" y="957"/>
                    <a:pt x="3334" y="715"/>
                  </a:cubicBezTo>
                  <a:cubicBezTo>
                    <a:pt x="3231" y="565"/>
                    <a:pt x="3064" y="484"/>
                    <a:pt x="2894" y="484"/>
                  </a:cubicBezTo>
                  <a:cubicBezTo>
                    <a:pt x="2790" y="484"/>
                    <a:pt x="2685" y="514"/>
                    <a:pt x="2593" y="577"/>
                  </a:cubicBezTo>
                  <a:cubicBezTo>
                    <a:pt x="2497" y="644"/>
                    <a:pt x="2378" y="671"/>
                    <a:pt x="2249" y="671"/>
                  </a:cubicBezTo>
                  <a:cubicBezTo>
                    <a:pt x="1796" y="671"/>
                    <a:pt x="1206" y="332"/>
                    <a:pt x="929" y="115"/>
                  </a:cubicBezTo>
                  <a:cubicBezTo>
                    <a:pt x="831" y="38"/>
                    <a:pt x="714" y="0"/>
                    <a:pt x="598" y="0"/>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588;p36">
              <a:extLst>
                <a:ext uri="{FF2B5EF4-FFF2-40B4-BE49-F238E27FC236}">
                  <a16:creationId xmlns:a16="http://schemas.microsoft.com/office/drawing/2014/main" id="{73F59791-BB54-8FE4-2FF3-39434FB18C43}"/>
                </a:ext>
              </a:extLst>
            </p:cNvPr>
            <p:cNvSpPr/>
            <p:nvPr/>
          </p:nvSpPr>
          <p:spPr>
            <a:xfrm>
              <a:off x="4603800" y="3032650"/>
              <a:ext cx="98225" cy="111025"/>
            </a:xfrm>
            <a:custGeom>
              <a:avLst/>
              <a:gdLst/>
              <a:ahLst/>
              <a:cxnLst/>
              <a:rect l="l" t="t" r="r" b="b"/>
              <a:pathLst>
                <a:path w="3929" h="4441" extrusionOk="0">
                  <a:moveTo>
                    <a:pt x="2489" y="0"/>
                  </a:moveTo>
                  <a:cubicBezTo>
                    <a:pt x="2282" y="0"/>
                    <a:pt x="2057" y="21"/>
                    <a:pt x="1817" y="72"/>
                  </a:cubicBezTo>
                  <a:cubicBezTo>
                    <a:pt x="1767" y="45"/>
                    <a:pt x="1712" y="33"/>
                    <a:pt x="1652" y="33"/>
                  </a:cubicBezTo>
                  <a:cubicBezTo>
                    <a:pt x="1303" y="33"/>
                    <a:pt x="809" y="470"/>
                    <a:pt x="461" y="1120"/>
                  </a:cubicBezTo>
                  <a:cubicBezTo>
                    <a:pt x="63" y="1863"/>
                    <a:pt x="1" y="2609"/>
                    <a:pt x="314" y="2814"/>
                  </a:cubicBezTo>
                  <a:lnTo>
                    <a:pt x="308" y="2824"/>
                  </a:lnTo>
                  <a:cubicBezTo>
                    <a:pt x="763" y="4036"/>
                    <a:pt x="1703" y="4441"/>
                    <a:pt x="1703" y="4441"/>
                  </a:cubicBezTo>
                  <a:lnTo>
                    <a:pt x="3929" y="378"/>
                  </a:lnTo>
                  <a:cubicBezTo>
                    <a:pt x="3929" y="378"/>
                    <a:pt x="3373" y="0"/>
                    <a:pt x="2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589;p36">
              <a:extLst>
                <a:ext uri="{FF2B5EF4-FFF2-40B4-BE49-F238E27FC236}">
                  <a16:creationId xmlns:a16="http://schemas.microsoft.com/office/drawing/2014/main" id="{51DDADB0-A3BD-7E01-CA4C-01007FF5F75D}"/>
                </a:ext>
              </a:extLst>
            </p:cNvPr>
            <p:cNvSpPr/>
            <p:nvPr/>
          </p:nvSpPr>
          <p:spPr>
            <a:xfrm>
              <a:off x="4634850" y="3040650"/>
              <a:ext cx="79750" cy="104700"/>
            </a:xfrm>
            <a:custGeom>
              <a:avLst/>
              <a:gdLst/>
              <a:ahLst/>
              <a:cxnLst/>
              <a:rect l="l" t="t" r="r" b="b"/>
              <a:pathLst>
                <a:path w="3190" h="4188" extrusionOk="0">
                  <a:moveTo>
                    <a:pt x="2444" y="0"/>
                  </a:moveTo>
                  <a:cubicBezTo>
                    <a:pt x="1928" y="0"/>
                    <a:pt x="1199" y="646"/>
                    <a:pt x="684" y="1606"/>
                  </a:cubicBezTo>
                  <a:cubicBezTo>
                    <a:pt x="81" y="2730"/>
                    <a:pt x="1" y="3860"/>
                    <a:pt x="504" y="4130"/>
                  </a:cubicBezTo>
                  <a:cubicBezTo>
                    <a:pt x="577" y="4169"/>
                    <a:pt x="659" y="4188"/>
                    <a:pt x="747" y="4188"/>
                  </a:cubicBezTo>
                  <a:cubicBezTo>
                    <a:pt x="1262" y="4188"/>
                    <a:pt x="1991" y="3543"/>
                    <a:pt x="2506" y="2582"/>
                  </a:cubicBezTo>
                  <a:cubicBezTo>
                    <a:pt x="3109" y="1458"/>
                    <a:pt x="3189" y="328"/>
                    <a:pt x="2687" y="58"/>
                  </a:cubicBezTo>
                  <a:cubicBezTo>
                    <a:pt x="2613" y="19"/>
                    <a:pt x="2531" y="0"/>
                    <a:pt x="2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590;p36">
              <a:extLst>
                <a:ext uri="{FF2B5EF4-FFF2-40B4-BE49-F238E27FC236}">
                  <a16:creationId xmlns:a16="http://schemas.microsoft.com/office/drawing/2014/main" id="{C867DA03-C262-5CC9-42FD-8E82F351EEE1}"/>
                </a:ext>
              </a:extLst>
            </p:cNvPr>
            <p:cNvSpPr/>
            <p:nvPr/>
          </p:nvSpPr>
          <p:spPr>
            <a:xfrm>
              <a:off x="4653975" y="3055700"/>
              <a:ext cx="54575" cy="78775"/>
            </a:xfrm>
            <a:custGeom>
              <a:avLst/>
              <a:gdLst/>
              <a:ahLst/>
              <a:cxnLst/>
              <a:rect l="l" t="t" r="r" b="b"/>
              <a:pathLst>
                <a:path w="2183" h="3151" extrusionOk="0">
                  <a:moveTo>
                    <a:pt x="1620" y="0"/>
                  </a:moveTo>
                  <a:cubicBezTo>
                    <a:pt x="1608" y="0"/>
                    <a:pt x="1596" y="1"/>
                    <a:pt x="1584" y="2"/>
                  </a:cubicBezTo>
                  <a:cubicBezTo>
                    <a:pt x="1770" y="339"/>
                    <a:pt x="1662" y="1039"/>
                    <a:pt x="1288" y="1734"/>
                  </a:cubicBezTo>
                  <a:cubicBezTo>
                    <a:pt x="913" y="2436"/>
                    <a:pt x="386" y="2914"/>
                    <a:pt x="1" y="2942"/>
                  </a:cubicBezTo>
                  <a:cubicBezTo>
                    <a:pt x="40" y="3014"/>
                    <a:pt x="93" y="3072"/>
                    <a:pt x="161" y="3107"/>
                  </a:cubicBezTo>
                  <a:cubicBezTo>
                    <a:pt x="217" y="3136"/>
                    <a:pt x="278" y="3151"/>
                    <a:pt x="345" y="3151"/>
                  </a:cubicBezTo>
                  <a:cubicBezTo>
                    <a:pt x="732" y="3151"/>
                    <a:pt x="1279" y="2665"/>
                    <a:pt x="1667" y="1942"/>
                  </a:cubicBezTo>
                  <a:cubicBezTo>
                    <a:pt x="2120" y="1097"/>
                    <a:pt x="2182" y="247"/>
                    <a:pt x="1803" y="44"/>
                  </a:cubicBezTo>
                  <a:cubicBezTo>
                    <a:pt x="1748" y="14"/>
                    <a:pt x="1687" y="0"/>
                    <a:pt x="1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591;p36">
              <a:extLst>
                <a:ext uri="{FF2B5EF4-FFF2-40B4-BE49-F238E27FC236}">
                  <a16:creationId xmlns:a16="http://schemas.microsoft.com/office/drawing/2014/main" id="{38902861-8465-0509-257D-B40F1C76631D}"/>
                </a:ext>
              </a:extLst>
            </p:cNvPr>
            <p:cNvSpPr/>
            <p:nvPr/>
          </p:nvSpPr>
          <p:spPr>
            <a:xfrm>
              <a:off x="4649375" y="3055725"/>
              <a:ext cx="48875" cy="73525"/>
            </a:xfrm>
            <a:custGeom>
              <a:avLst/>
              <a:gdLst/>
              <a:ahLst/>
              <a:cxnLst/>
              <a:rect l="l" t="t" r="r" b="b"/>
              <a:pathLst>
                <a:path w="1955" h="2941" extrusionOk="0">
                  <a:moveTo>
                    <a:pt x="1768" y="1"/>
                  </a:moveTo>
                  <a:lnTo>
                    <a:pt x="1768" y="1"/>
                  </a:lnTo>
                  <a:cubicBezTo>
                    <a:pt x="1385" y="29"/>
                    <a:pt x="857" y="506"/>
                    <a:pt x="482" y="1206"/>
                  </a:cubicBezTo>
                  <a:lnTo>
                    <a:pt x="482" y="1208"/>
                  </a:lnTo>
                  <a:cubicBezTo>
                    <a:pt x="108" y="1903"/>
                    <a:pt x="0" y="2601"/>
                    <a:pt x="185" y="2941"/>
                  </a:cubicBezTo>
                  <a:cubicBezTo>
                    <a:pt x="570" y="2913"/>
                    <a:pt x="1097" y="2435"/>
                    <a:pt x="1472" y="1733"/>
                  </a:cubicBezTo>
                  <a:cubicBezTo>
                    <a:pt x="1846" y="1038"/>
                    <a:pt x="1954" y="338"/>
                    <a:pt x="1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592;p36">
              <a:extLst>
                <a:ext uri="{FF2B5EF4-FFF2-40B4-BE49-F238E27FC236}">
                  <a16:creationId xmlns:a16="http://schemas.microsoft.com/office/drawing/2014/main" id="{E49CD876-AEBD-424D-2F15-F09BB19FFA92}"/>
                </a:ext>
              </a:extLst>
            </p:cNvPr>
            <p:cNvSpPr/>
            <p:nvPr/>
          </p:nvSpPr>
          <p:spPr>
            <a:xfrm>
              <a:off x="4674425" y="3037025"/>
              <a:ext cx="111900" cy="75200"/>
            </a:xfrm>
            <a:custGeom>
              <a:avLst/>
              <a:gdLst/>
              <a:ahLst/>
              <a:cxnLst/>
              <a:rect l="l" t="t" r="r" b="b"/>
              <a:pathLst>
                <a:path w="4476" h="3008" extrusionOk="0">
                  <a:moveTo>
                    <a:pt x="1924" y="0"/>
                  </a:moveTo>
                  <a:cubicBezTo>
                    <a:pt x="1473" y="0"/>
                    <a:pt x="975" y="91"/>
                    <a:pt x="431" y="273"/>
                  </a:cubicBezTo>
                  <a:cubicBezTo>
                    <a:pt x="151" y="365"/>
                    <a:pt x="1" y="667"/>
                    <a:pt x="95" y="945"/>
                  </a:cubicBezTo>
                  <a:cubicBezTo>
                    <a:pt x="139" y="1079"/>
                    <a:pt x="230" y="1182"/>
                    <a:pt x="343" y="1244"/>
                  </a:cubicBezTo>
                  <a:cubicBezTo>
                    <a:pt x="421" y="1286"/>
                    <a:pt x="509" y="1310"/>
                    <a:pt x="600" y="1310"/>
                  </a:cubicBezTo>
                  <a:cubicBezTo>
                    <a:pt x="655" y="1310"/>
                    <a:pt x="712" y="1301"/>
                    <a:pt x="767" y="1282"/>
                  </a:cubicBezTo>
                  <a:cubicBezTo>
                    <a:pt x="1203" y="1136"/>
                    <a:pt x="1588" y="1063"/>
                    <a:pt x="1919" y="1063"/>
                  </a:cubicBezTo>
                  <a:cubicBezTo>
                    <a:pt x="2255" y="1063"/>
                    <a:pt x="2537" y="1139"/>
                    <a:pt x="2761" y="1289"/>
                  </a:cubicBezTo>
                  <a:cubicBezTo>
                    <a:pt x="3339" y="1680"/>
                    <a:pt x="3397" y="2498"/>
                    <a:pt x="3397" y="2506"/>
                  </a:cubicBezTo>
                  <a:cubicBezTo>
                    <a:pt x="3414" y="2789"/>
                    <a:pt x="3651" y="3008"/>
                    <a:pt x="3931" y="3008"/>
                  </a:cubicBezTo>
                  <a:cubicBezTo>
                    <a:pt x="3940" y="3008"/>
                    <a:pt x="3949" y="3007"/>
                    <a:pt x="3959" y="3007"/>
                  </a:cubicBezTo>
                  <a:cubicBezTo>
                    <a:pt x="4251" y="2990"/>
                    <a:pt x="4475" y="2742"/>
                    <a:pt x="4460" y="2450"/>
                  </a:cubicBezTo>
                  <a:cubicBezTo>
                    <a:pt x="4457" y="2395"/>
                    <a:pt x="4381" y="1107"/>
                    <a:pt x="3366" y="415"/>
                  </a:cubicBezTo>
                  <a:cubicBezTo>
                    <a:pt x="2962" y="138"/>
                    <a:pt x="2479" y="0"/>
                    <a:pt x="1924"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593;p36">
              <a:extLst>
                <a:ext uri="{FF2B5EF4-FFF2-40B4-BE49-F238E27FC236}">
                  <a16:creationId xmlns:a16="http://schemas.microsoft.com/office/drawing/2014/main" id="{2567520B-B204-CFB9-5B07-4B338F3C2209}"/>
                </a:ext>
              </a:extLst>
            </p:cNvPr>
            <p:cNvSpPr/>
            <p:nvPr/>
          </p:nvSpPr>
          <p:spPr>
            <a:xfrm>
              <a:off x="4650925" y="3071025"/>
              <a:ext cx="109950" cy="70200"/>
            </a:xfrm>
            <a:custGeom>
              <a:avLst/>
              <a:gdLst/>
              <a:ahLst/>
              <a:cxnLst/>
              <a:rect l="l" t="t" r="r" b="b"/>
              <a:pathLst>
                <a:path w="4398" h="2808" extrusionOk="0">
                  <a:moveTo>
                    <a:pt x="1629" y="0"/>
                  </a:moveTo>
                  <a:cubicBezTo>
                    <a:pt x="1264" y="0"/>
                    <a:pt x="871" y="55"/>
                    <a:pt x="453" y="166"/>
                  </a:cubicBezTo>
                  <a:cubicBezTo>
                    <a:pt x="170" y="241"/>
                    <a:pt x="0" y="532"/>
                    <a:pt x="76" y="817"/>
                  </a:cubicBezTo>
                  <a:cubicBezTo>
                    <a:pt x="114" y="964"/>
                    <a:pt x="211" y="1080"/>
                    <a:pt x="335" y="1147"/>
                  </a:cubicBezTo>
                  <a:cubicBezTo>
                    <a:pt x="412" y="1190"/>
                    <a:pt x="500" y="1213"/>
                    <a:pt x="591" y="1213"/>
                  </a:cubicBezTo>
                  <a:cubicBezTo>
                    <a:pt x="635" y="1213"/>
                    <a:pt x="681" y="1208"/>
                    <a:pt x="726" y="1196"/>
                  </a:cubicBezTo>
                  <a:cubicBezTo>
                    <a:pt x="1054" y="1109"/>
                    <a:pt x="1354" y="1066"/>
                    <a:pt x="1625" y="1066"/>
                  </a:cubicBezTo>
                  <a:cubicBezTo>
                    <a:pt x="1999" y="1066"/>
                    <a:pt x="2318" y="1148"/>
                    <a:pt x="2580" y="1312"/>
                  </a:cubicBezTo>
                  <a:cubicBezTo>
                    <a:pt x="3161" y="1679"/>
                    <a:pt x="3298" y="2362"/>
                    <a:pt x="3299" y="2369"/>
                  </a:cubicBezTo>
                  <a:cubicBezTo>
                    <a:pt x="3344" y="2627"/>
                    <a:pt x="3567" y="2808"/>
                    <a:pt x="3820" y="2808"/>
                  </a:cubicBezTo>
                  <a:cubicBezTo>
                    <a:pt x="3851" y="2808"/>
                    <a:pt x="3883" y="2805"/>
                    <a:pt x="3914" y="2800"/>
                  </a:cubicBezTo>
                  <a:cubicBezTo>
                    <a:pt x="4203" y="2750"/>
                    <a:pt x="4397" y="2472"/>
                    <a:pt x="4347" y="2183"/>
                  </a:cubicBezTo>
                  <a:cubicBezTo>
                    <a:pt x="4340" y="2136"/>
                    <a:pt x="4140" y="1047"/>
                    <a:pt x="3164" y="423"/>
                  </a:cubicBezTo>
                  <a:cubicBezTo>
                    <a:pt x="2726" y="141"/>
                    <a:pt x="2212" y="0"/>
                    <a:pt x="1629"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594;p36">
              <a:extLst>
                <a:ext uri="{FF2B5EF4-FFF2-40B4-BE49-F238E27FC236}">
                  <a16:creationId xmlns:a16="http://schemas.microsoft.com/office/drawing/2014/main" id="{0E095F92-F5D1-45FC-A451-87BAC68F2A5B}"/>
                </a:ext>
              </a:extLst>
            </p:cNvPr>
            <p:cNvSpPr/>
            <p:nvPr/>
          </p:nvSpPr>
          <p:spPr>
            <a:xfrm>
              <a:off x="4388650" y="2693825"/>
              <a:ext cx="217350" cy="377150"/>
            </a:xfrm>
            <a:custGeom>
              <a:avLst/>
              <a:gdLst/>
              <a:ahLst/>
              <a:cxnLst/>
              <a:rect l="l" t="t" r="r" b="b"/>
              <a:pathLst>
                <a:path w="8694" h="15086" extrusionOk="0">
                  <a:moveTo>
                    <a:pt x="5539" y="0"/>
                  </a:moveTo>
                  <a:cubicBezTo>
                    <a:pt x="5467" y="0"/>
                    <a:pt x="5394" y="2"/>
                    <a:pt x="5321" y="5"/>
                  </a:cubicBezTo>
                  <a:cubicBezTo>
                    <a:pt x="5202" y="11"/>
                    <a:pt x="5082" y="20"/>
                    <a:pt x="4962" y="35"/>
                  </a:cubicBezTo>
                  <a:cubicBezTo>
                    <a:pt x="4785" y="55"/>
                    <a:pt x="4610" y="85"/>
                    <a:pt x="4434" y="125"/>
                  </a:cubicBezTo>
                  <a:cubicBezTo>
                    <a:pt x="3786" y="272"/>
                    <a:pt x="3178" y="544"/>
                    <a:pt x="2645" y="921"/>
                  </a:cubicBezTo>
                  <a:cubicBezTo>
                    <a:pt x="2559" y="983"/>
                    <a:pt x="2472" y="1047"/>
                    <a:pt x="2390" y="1115"/>
                  </a:cubicBezTo>
                  <a:cubicBezTo>
                    <a:pt x="2066" y="1377"/>
                    <a:pt x="1774" y="1682"/>
                    <a:pt x="1523" y="2023"/>
                  </a:cubicBezTo>
                  <a:cubicBezTo>
                    <a:pt x="1185" y="2482"/>
                    <a:pt x="902" y="2974"/>
                    <a:pt x="679" y="3490"/>
                  </a:cubicBezTo>
                  <a:cubicBezTo>
                    <a:pt x="635" y="3595"/>
                    <a:pt x="591" y="3701"/>
                    <a:pt x="552" y="3807"/>
                  </a:cubicBezTo>
                  <a:cubicBezTo>
                    <a:pt x="161" y="4840"/>
                    <a:pt x="0" y="5956"/>
                    <a:pt x="87" y="7076"/>
                  </a:cubicBezTo>
                  <a:cubicBezTo>
                    <a:pt x="94" y="7188"/>
                    <a:pt x="106" y="7300"/>
                    <a:pt x="120" y="7412"/>
                  </a:cubicBezTo>
                  <a:cubicBezTo>
                    <a:pt x="149" y="7654"/>
                    <a:pt x="191" y="7898"/>
                    <a:pt x="244" y="8139"/>
                  </a:cubicBezTo>
                  <a:cubicBezTo>
                    <a:pt x="443" y="9046"/>
                    <a:pt x="799" y="9884"/>
                    <a:pt x="1292" y="10629"/>
                  </a:cubicBezTo>
                  <a:cubicBezTo>
                    <a:pt x="1360" y="10732"/>
                    <a:pt x="1429" y="10832"/>
                    <a:pt x="1503" y="10929"/>
                  </a:cubicBezTo>
                  <a:cubicBezTo>
                    <a:pt x="2054" y="11679"/>
                    <a:pt x="2753" y="12323"/>
                    <a:pt x="3575" y="12833"/>
                  </a:cubicBezTo>
                  <a:cubicBezTo>
                    <a:pt x="3663" y="12889"/>
                    <a:pt x="3752" y="12942"/>
                    <a:pt x="3843" y="12994"/>
                  </a:cubicBezTo>
                  <a:cubicBezTo>
                    <a:pt x="3881" y="13015"/>
                    <a:pt x="3917" y="13036"/>
                    <a:pt x="3955" y="13056"/>
                  </a:cubicBezTo>
                  <a:lnTo>
                    <a:pt x="7660" y="15085"/>
                  </a:lnTo>
                  <a:cubicBezTo>
                    <a:pt x="7695" y="14793"/>
                    <a:pt x="7809" y="14445"/>
                    <a:pt x="7995" y="14098"/>
                  </a:cubicBezTo>
                  <a:cubicBezTo>
                    <a:pt x="8196" y="13721"/>
                    <a:pt x="8448" y="13413"/>
                    <a:pt x="8693" y="13224"/>
                  </a:cubicBezTo>
                  <a:lnTo>
                    <a:pt x="7960" y="12824"/>
                  </a:lnTo>
                  <a:cubicBezTo>
                    <a:pt x="7948" y="12839"/>
                    <a:pt x="7936" y="12857"/>
                    <a:pt x="7924" y="12874"/>
                  </a:cubicBezTo>
                  <a:cubicBezTo>
                    <a:pt x="7592" y="13330"/>
                    <a:pt x="7074" y="13578"/>
                    <a:pt x="6547" y="13578"/>
                  </a:cubicBezTo>
                  <a:cubicBezTo>
                    <a:pt x="6252" y="13578"/>
                    <a:pt x="5954" y="13500"/>
                    <a:pt x="5685" y="13337"/>
                  </a:cubicBezTo>
                  <a:cubicBezTo>
                    <a:pt x="2247" y="11259"/>
                    <a:pt x="11" y="9592"/>
                    <a:pt x="1429" y="4623"/>
                  </a:cubicBezTo>
                  <a:cubicBezTo>
                    <a:pt x="2251" y="1748"/>
                    <a:pt x="4039" y="1040"/>
                    <a:pt x="5603" y="1040"/>
                  </a:cubicBezTo>
                  <a:cubicBezTo>
                    <a:pt x="7123" y="1040"/>
                    <a:pt x="8430" y="1709"/>
                    <a:pt x="8430" y="1709"/>
                  </a:cubicBezTo>
                  <a:cubicBezTo>
                    <a:pt x="8513" y="1262"/>
                    <a:pt x="8299" y="794"/>
                    <a:pt x="7875" y="570"/>
                  </a:cubicBezTo>
                  <a:cubicBezTo>
                    <a:pt x="7150" y="193"/>
                    <a:pt x="6346" y="0"/>
                    <a:pt x="553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8437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F9C3644B-4675-DC77-A443-3596C6B4C2E0}"/>
            </a:ext>
          </a:extLst>
        </p:cNvPr>
        <p:cNvGrpSpPr/>
        <p:nvPr/>
      </p:nvGrpSpPr>
      <p:grpSpPr>
        <a:xfrm>
          <a:off x="0" y="0"/>
          <a:ext cx="0" cy="0"/>
          <a:chOff x="0" y="0"/>
          <a:chExt cx="0" cy="0"/>
        </a:xfrm>
      </p:grpSpPr>
      <p:sp>
        <p:nvSpPr>
          <p:cNvPr id="454" name="Google Shape;454;p27">
            <a:extLst>
              <a:ext uri="{FF2B5EF4-FFF2-40B4-BE49-F238E27FC236}">
                <a16:creationId xmlns:a16="http://schemas.microsoft.com/office/drawing/2014/main" id="{6BBBFA45-3A95-EA96-831E-A588433D8F46}"/>
              </a:ext>
            </a:extLst>
          </p:cNvPr>
          <p:cNvSpPr txBox="1">
            <a:spLocks noGrp="1"/>
          </p:cNvSpPr>
          <p:nvPr>
            <p:ph type="body" idx="1"/>
          </p:nvPr>
        </p:nvSpPr>
        <p:spPr>
          <a:xfrm>
            <a:off x="715050" y="735441"/>
            <a:ext cx="7713900" cy="3672617"/>
          </a:xfrm>
          <a:prstGeom prst="rect">
            <a:avLst/>
          </a:prstGeom>
        </p:spPr>
        <p:txBody>
          <a:bodyPr spcFirstLastPara="1" wrap="square" lIns="91425" tIns="91425" rIns="91425" bIns="91425" anchor="t" anchorCtr="0">
            <a:noAutofit/>
          </a:bodyPr>
          <a:lstStyle/>
          <a:p>
            <a:pPr algn="just">
              <a:buNone/>
            </a:pPr>
            <a:r>
              <a:rPr lang="en" b="1" dirty="0">
                <a:solidFill>
                  <a:schemeClr val="bg1"/>
                </a:solidFill>
                <a:latin typeface="+mn-lt"/>
                <a:ea typeface="Golos Text Medium"/>
                <a:cs typeface="Golos Text Medium"/>
                <a:sym typeface="Golos Text Medium"/>
              </a:rPr>
              <a:t>(a)</a:t>
            </a:r>
            <a:r>
              <a:rPr lang="en-US" b="1" dirty="0">
                <a:solidFill>
                  <a:schemeClr val="bg1"/>
                </a:solidFill>
                <a:latin typeface="+mn-lt"/>
              </a:rPr>
              <a:t> BERT (Bidirectional Encoder Representations from Transformers)</a:t>
            </a:r>
          </a:p>
          <a:p>
            <a:pPr marL="139700" indent="0" algn="just">
              <a:buNone/>
            </a:pPr>
            <a:r>
              <a:rPr lang="en-US" dirty="0">
                <a:latin typeface="+mn-lt"/>
              </a:rPr>
              <a:t>BERT is a deep learning model developed by Google designed to understand the meaning and context of words in a text. In this project, BERT is used to carefully analyze different sections of academic papers. It helps in detecting common weaknesses, such as flaws in the methodology, unclear research questions, or missing experimental details. By using BERT, the system can better understand the structure and content of research papers and pinpoint areas that may be criticized by human reviewers.</a:t>
            </a:r>
          </a:p>
          <a:p>
            <a:pPr marL="139700" indent="0" algn="just">
              <a:buNone/>
            </a:pPr>
            <a:endParaRPr lang="en" sz="2000" dirty="0">
              <a:latin typeface="+mn-lt"/>
              <a:ea typeface="Golos Text Medium"/>
              <a:cs typeface="Golos Text Medium"/>
              <a:sym typeface="Golos Text Medium"/>
            </a:endParaRPr>
          </a:p>
          <a:p>
            <a:pPr algn="just">
              <a:buNone/>
            </a:pPr>
            <a:r>
              <a:rPr lang="en" b="1" dirty="0">
                <a:solidFill>
                  <a:schemeClr val="bg1"/>
                </a:solidFill>
                <a:latin typeface="+mn-lt"/>
                <a:ea typeface="Golos Text Medium"/>
                <a:cs typeface="Golos Text Medium"/>
                <a:sym typeface="Golos Text Medium"/>
              </a:rPr>
              <a:t>(b)</a:t>
            </a:r>
            <a:r>
              <a:rPr lang="en-US" b="1" dirty="0">
                <a:solidFill>
                  <a:schemeClr val="bg1"/>
                </a:solidFill>
                <a:latin typeface="+mn-lt"/>
              </a:rPr>
              <a:t> T5 (Text-to-Text Transfer Transformer)</a:t>
            </a:r>
          </a:p>
          <a:p>
            <a:pPr marL="139700" indent="0" algn="just">
              <a:buNone/>
            </a:pPr>
            <a:r>
              <a:rPr lang="en-US" dirty="0">
                <a:latin typeface="+mn-lt"/>
              </a:rPr>
              <a:t>T5 is a powerful language model developed by Google that treats every language problem as a text-to-text task. In this project, T5 is used to generate constructive feedback for researchers. After BERT identifies weaknesses, T5 provides detailed suggestions and editing tips in a human-like and academic tone. This helps researchers receive actionable advice that improves the quality of their writing before submitting their work to conferences or journals.</a:t>
            </a:r>
          </a:p>
          <a:p>
            <a:pPr marL="0" lvl="0" indent="0" algn="just" rtl="0">
              <a:spcBef>
                <a:spcPts val="1000"/>
              </a:spcBef>
              <a:spcAft>
                <a:spcPts val="0"/>
              </a:spcAft>
              <a:buNone/>
            </a:pPr>
            <a:endParaRPr dirty="0">
              <a:latin typeface="+mn-lt"/>
            </a:endParaRPr>
          </a:p>
        </p:txBody>
      </p:sp>
    </p:spTree>
    <p:extLst>
      <p:ext uri="{BB962C8B-B14F-4D97-AF65-F5344CB8AC3E}">
        <p14:creationId xmlns:p14="http://schemas.microsoft.com/office/powerpoint/2010/main" val="1572504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E7DE597E-36AC-5E34-2896-CF9C7C000D1A}"/>
            </a:ext>
          </a:extLst>
        </p:cNvPr>
        <p:cNvGrpSpPr/>
        <p:nvPr/>
      </p:nvGrpSpPr>
      <p:grpSpPr>
        <a:xfrm>
          <a:off x="0" y="0"/>
          <a:ext cx="0" cy="0"/>
          <a:chOff x="0" y="0"/>
          <a:chExt cx="0" cy="0"/>
        </a:xfrm>
      </p:grpSpPr>
      <p:sp>
        <p:nvSpPr>
          <p:cNvPr id="454" name="Google Shape;454;p27">
            <a:extLst>
              <a:ext uri="{FF2B5EF4-FFF2-40B4-BE49-F238E27FC236}">
                <a16:creationId xmlns:a16="http://schemas.microsoft.com/office/drawing/2014/main" id="{6D6A4942-8C8E-3C68-0DE3-41F323F3F6E6}"/>
              </a:ext>
            </a:extLst>
          </p:cNvPr>
          <p:cNvSpPr txBox="1">
            <a:spLocks noGrp="1"/>
          </p:cNvSpPr>
          <p:nvPr>
            <p:ph type="body" idx="1"/>
          </p:nvPr>
        </p:nvSpPr>
        <p:spPr>
          <a:xfrm>
            <a:off x="715050" y="725240"/>
            <a:ext cx="7713900" cy="3693019"/>
          </a:xfrm>
          <a:prstGeom prst="rect">
            <a:avLst/>
          </a:prstGeom>
        </p:spPr>
        <p:txBody>
          <a:bodyPr spcFirstLastPara="1" wrap="square" lIns="91425" tIns="91425" rIns="91425" bIns="91425" anchor="t" anchorCtr="0">
            <a:noAutofit/>
          </a:bodyPr>
          <a:lstStyle/>
          <a:p>
            <a:pPr marL="139700" indent="0" algn="just">
              <a:buNone/>
            </a:pPr>
            <a:r>
              <a:rPr lang="en" b="1" dirty="0">
                <a:solidFill>
                  <a:schemeClr val="bg1"/>
                </a:solidFill>
                <a:latin typeface="+mn-lt"/>
                <a:ea typeface="Golos Text Medium"/>
                <a:cs typeface="Golos Text Medium"/>
                <a:sym typeface="Golos Text Medium"/>
              </a:rPr>
              <a:t>(c)</a:t>
            </a:r>
            <a:r>
              <a:rPr lang="en-US" b="1" dirty="0">
                <a:solidFill>
                  <a:schemeClr val="bg1"/>
                </a:solidFill>
                <a:latin typeface="+mn-lt"/>
              </a:rPr>
              <a:t> Dataset</a:t>
            </a:r>
          </a:p>
          <a:p>
            <a:pPr marL="139700" indent="0" algn="just">
              <a:buNone/>
            </a:pPr>
            <a:r>
              <a:rPr lang="en-US" dirty="0">
                <a:latin typeface="+mn-lt"/>
              </a:rPr>
              <a:t>The project uses peer review data from OpenReview.net, particularly from the International Conference on Learning Representations (ICLR). This dataset includes thousands of papers and their corresponding reviewer comments. It provides real examples of critiques, suggestions, and acceptance/rejection decisions. Training on real peer review data allows the AI models to learn how reviewers typically assess scientific work and the kinds of improvements they expect.</a:t>
            </a:r>
          </a:p>
          <a:p>
            <a:pPr marL="139700" indent="0" algn="just">
              <a:buNone/>
            </a:pPr>
            <a:endParaRPr lang="en" sz="2000" dirty="0">
              <a:latin typeface="+mn-lt"/>
              <a:ea typeface="Golos Text Medium"/>
              <a:cs typeface="Golos Text Medium"/>
              <a:sym typeface="Golos Text Medium"/>
            </a:endParaRPr>
          </a:p>
          <a:p>
            <a:pPr algn="just">
              <a:buNone/>
            </a:pPr>
            <a:r>
              <a:rPr lang="en" b="1" dirty="0">
                <a:solidFill>
                  <a:schemeClr val="bg1"/>
                </a:solidFill>
                <a:latin typeface="+mn-lt"/>
                <a:ea typeface="Golos Text Medium"/>
                <a:cs typeface="Golos Text Medium"/>
                <a:sym typeface="Golos Text Medium"/>
              </a:rPr>
              <a:t>(d)</a:t>
            </a:r>
            <a:r>
              <a:rPr lang="en-US" b="1" dirty="0">
                <a:solidFill>
                  <a:schemeClr val="bg1"/>
                </a:solidFill>
                <a:latin typeface="+mn-lt"/>
              </a:rPr>
              <a:t> Hugging Face Transformers</a:t>
            </a:r>
          </a:p>
          <a:p>
            <a:pPr>
              <a:buNone/>
            </a:pPr>
            <a:r>
              <a:rPr lang="en-US" dirty="0"/>
              <a:t>We use Hugging Face to easily access pre-trained models like BERT and T5 and </a:t>
            </a:r>
            <a:r>
              <a:rPr lang="en-US" b="1" dirty="0"/>
              <a:t>fine-tune</a:t>
            </a:r>
            <a:r>
              <a:rPr lang="en-US" dirty="0"/>
              <a:t> them on our peer review dataset.</a:t>
            </a:r>
          </a:p>
          <a:p>
            <a:pPr>
              <a:buNone/>
            </a:pPr>
            <a:endParaRPr lang="en-US" dirty="0"/>
          </a:p>
          <a:p>
            <a:pPr>
              <a:buNone/>
            </a:pPr>
            <a:r>
              <a:rPr lang="en-US" b="1" dirty="0">
                <a:solidFill>
                  <a:schemeClr val="bg1"/>
                </a:solidFill>
                <a:latin typeface="+mn-lt"/>
              </a:rPr>
              <a:t>(e) </a:t>
            </a:r>
            <a:r>
              <a:rPr lang="en-US" b="1" dirty="0" err="1">
                <a:solidFill>
                  <a:schemeClr val="bg1"/>
                </a:solidFill>
                <a:latin typeface="+mn-lt"/>
              </a:rPr>
              <a:t>Streamlit</a:t>
            </a:r>
            <a:endParaRPr lang="en-US" b="1" dirty="0">
              <a:solidFill>
                <a:schemeClr val="bg1"/>
              </a:solidFill>
              <a:latin typeface="+mn-lt"/>
            </a:endParaRPr>
          </a:p>
          <a:p>
            <a:pPr>
              <a:buNone/>
            </a:pPr>
            <a:r>
              <a:rPr lang="en-US" dirty="0"/>
              <a:t>Used to build the web app interface.</a:t>
            </a:r>
            <a:endParaRPr lang="en-US" b="1" dirty="0">
              <a:solidFill>
                <a:schemeClr val="bg1"/>
              </a:solidFill>
              <a:latin typeface="+mn-lt"/>
            </a:endParaRPr>
          </a:p>
        </p:txBody>
      </p:sp>
    </p:spTree>
    <p:extLst>
      <p:ext uri="{BB962C8B-B14F-4D97-AF65-F5344CB8AC3E}">
        <p14:creationId xmlns:p14="http://schemas.microsoft.com/office/powerpoint/2010/main" val="2524119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ECB00FD8-B310-93EB-E3D9-6D4C40D24CE4}"/>
            </a:ext>
          </a:extLst>
        </p:cNvPr>
        <p:cNvGrpSpPr/>
        <p:nvPr/>
      </p:nvGrpSpPr>
      <p:grpSpPr>
        <a:xfrm>
          <a:off x="0" y="0"/>
          <a:ext cx="0" cy="0"/>
          <a:chOff x="0" y="0"/>
          <a:chExt cx="0" cy="0"/>
        </a:xfrm>
      </p:grpSpPr>
      <p:sp>
        <p:nvSpPr>
          <p:cNvPr id="454" name="Google Shape;454;p27">
            <a:extLst>
              <a:ext uri="{FF2B5EF4-FFF2-40B4-BE49-F238E27FC236}">
                <a16:creationId xmlns:a16="http://schemas.microsoft.com/office/drawing/2014/main" id="{167EDF17-5A13-C453-0EE2-F52D3986DE90}"/>
              </a:ext>
            </a:extLst>
          </p:cNvPr>
          <p:cNvSpPr txBox="1">
            <a:spLocks noGrp="1"/>
          </p:cNvSpPr>
          <p:nvPr>
            <p:ph type="body" idx="1"/>
          </p:nvPr>
        </p:nvSpPr>
        <p:spPr>
          <a:xfrm>
            <a:off x="412751" y="725240"/>
            <a:ext cx="8622392" cy="3693019"/>
          </a:xfrm>
          <a:prstGeom prst="rect">
            <a:avLst/>
          </a:prstGeom>
        </p:spPr>
        <p:txBody>
          <a:bodyPr spcFirstLastPara="1" wrap="square" lIns="91425" tIns="91425" rIns="91425" bIns="91425" anchor="t" anchorCtr="0">
            <a:noAutofit/>
          </a:bodyPr>
          <a:lstStyle/>
          <a:p>
            <a:pPr marL="139700" indent="0" algn="just">
              <a:buNone/>
            </a:pPr>
            <a:r>
              <a:rPr lang="en" b="1" dirty="0">
                <a:solidFill>
                  <a:schemeClr val="bg1"/>
                </a:solidFill>
                <a:latin typeface="+mn-lt"/>
                <a:ea typeface="Golos Text Medium"/>
                <a:cs typeface="Golos Text Medium"/>
                <a:sym typeface="Golos Text Medium"/>
              </a:rPr>
              <a:t>(f)</a:t>
            </a:r>
            <a:r>
              <a:rPr lang="en-US" b="1" dirty="0">
                <a:solidFill>
                  <a:schemeClr val="bg1"/>
                </a:solidFill>
                <a:latin typeface="+mn-lt"/>
              </a:rPr>
              <a:t> NLTK (Natural Language Toolkit)</a:t>
            </a:r>
          </a:p>
          <a:p>
            <a:pPr marL="139700" indent="0" algn="just">
              <a:buNone/>
            </a:pPr>
            <a:r>
              <a:rPr lang="en-US" dirty="0"/>
              <a:t>For preprocessing the text before feeding it into models:</a:t>
            </a:r>
          </a:p>
          <a:p>
            <a:pPr algn="just"/>
            <a:r>
              <a:rPr lang="en-US" dirty="0" err="1">
                <a:latin typeface="+mn-lt"/>
              </a:rPr>
              <a:t>Punkt:</a:t>
            </a:r>
            <a:r>
              <a:rPr lang="en-US" dirty="0" err="1"/>
              <a:t>Tokenizes</a:t>
            </a:r>
            <a:r>
              <a:rPr lang="en-US" dirty="0"/>
              <a:t> (splits) text into sentences or words.</a:t>
            </a:r>
            <a:endParaRPr lang="en-US" dirty="0">
              <a:latin typeface="+mn-lt"/>
            </a:endParaRPr>
          </a:p>
          <a:p>
            <a:pPr algn="just"/>
            <a:r>
              <a:rPr lang="en-US" dirty="0" err="1">
                <a:latin typeface="+mn-lt"/>
              </a:rPr>
              <a:t>Stopwords</a:t>
            </a:r>
            <a:r>
              <a:rPr lang="en-US" dirty="0"/>
              <a:t>: Removes common, non-important words to </a:t>
            </a:r>
            <a:r>
              <a:rPr lang="en-US" b="1" dirty="0"/>
              <a:t>focus only on meaningful text</a:t>
            </a:r>
            <a:r>
              <a:rPr lang="en-US" dirty="0"/>
              <a:t>.</a:t>
            </a:r>
            <a:endParaRPr lang="en-US" dirty="0">
              <a:latin typeface="+mn-lt"/>
            </a:endParaRPr>
          </a:p>
          <a:p>
            <a:pPr marL="139700" indent="0" algn="just">
              <a:buNone/>
            </a:pPr>
            <a:endParaRPr lang="en-US" sz="2000" dirty="0">
              <a:latin typeface="+mn-lt"/>
              <a:ea typeface="Golos Text Medium"/>
              <a:cs typeface="Golos Text Medium"/>
              <a:sym typeface="Golos Text Medium"/>
            </a:endParaRPr>
          </a:p>
          <a:p>
            <a:pPr marL="139700" indent="0" algn="just">
              <a:buNone/>
            </a:pPr>
            <a:endParaRPr lang="en" sz="2000" dirty="0">
              <a:latin typeface="+mn-lt"/>
              <a:ea typeface="Golos Text Medium"/>
              <a:cs typeface="Golos Text Medium"/>
              <a:sym typeface="Golos Text Medium"/>
            </a:endParaRPr>
          </a:p>
          <a:p>
            <a:pPr algn="just">
              <a:buNone/>
            </a:pPr>
            <a:r>
              <a:rPr lang="en" b="1" dirty="0">
                <a:solidFill>
                  <a:schemeClr val="bg1"/>
                </a:solidFill>
                <a:latin typeface="+mn-lt"/>
                <a:ea typeface="Golos Text Medium"/>
                <a:cs typeface="Golos Text Medium"/>
                <a:sym typeface="Golos Text Medium"/>
              </a:rPr>
              <a:t>(g)</a:t>
            </a:r>
            <a:r>
              <a:rPr lang="en-US" b="1" dirty="0">
                <a:solidFill>
                  <a:schemeClr val="bg1"/>
                </a:solidFill>
                <a:latin typeface="+mn-lt"/>
              </a:rPr>
              <a:t> </a:t>
            </a:r>
            <a:r>
              <a:rPr lang="en-US" b="1" dirty="0" err="1">
                <a:solidFill>
                  <a:schemeClr val="bg1"/>
                </a:solidFill>
                <a:latin typeface="+mn-lt"/>
              </a:rPr>
              <a:t>Pyngrok</a:t>
            </a:r>
            <a:endParaRPr lang="en-US" b="1" dirty="0">
              <a:solidFill>
                <a:schemeClr val="bg1"/>
              </a:solidFill>
              <a:latin typeface="+mn-lt"/>
            </a:endParaRPr>
          </a:p>
          <a:p>
            <a:r>
              <a:rPr lang="en-US" dirty="0"/>
              <a:t>Creates a secure internet tunnel to access local apps like Streamlit without cloud deployment.
Provides authentication and HTTPS encryption for safe, temporary access.
Simplifies development, testing, and sharing.</a:t>
            </a:r>
          </a:p>
        </p:txBody>
      </p:sp>
    </p:spTree>
    <p:extLst>
      <p:ext uri="{BB962C8B-B14F-4D97-AF65-F5344CB8AC3E}">
        <p14:creationId xmlns:p14="http://schemas.microsoft.com/office/powerpoint/2010/main" val="3795175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4CE29195-420F-EEA9-A31C-E698580A1CA0}"/>
            </a:ext>
          </a:extLst>
        </p:cNvPr>
        <p:cNvGrpSpPr/>
        <p:nvPr/>
      </p:nvGrpSpPr>
      <p:grpSpPr>
        <a:xfrm>
          <a:off x="0" y="0"/>
          <a:ext cx="0" cy="0"/>
          <a:chOff x="0" y="0"/>
          <a:chExt cx="0" cy="0"/>
        </a:xfrm>
      </p:grpSpPr>
      <p:sp>
        <p:nvSpPr>
          <p:cNvPr id="201" name="Google Shape;201;p23">
            <a:extLst>
              <a:ext uri="{FF2B5EF4-FFF2-40B4-BE49-F238E27FC236}">
                <a16:creationId xmlns:a16="http://schemas.microsoft.com/office/drawing/2014/main" id="{0CD244EC-72BC-E068-2C2A-EDCEA5B7D645}"/>
              </a:ext>
            </a:extLst>
          </p:cNvPr>
          <p:cNvSpPr txBox="1">
            <a:spLocks noGrp="1"/>
          </p:cNvSpPr>
          <p:nvPr>
            <p:ph type="title"/>
          </p:nvPr>
        </p:nvSpPr>
        <p:spPr>
          <a:xfrm>
            <a:off x="715100" y="2542537"/>
            <a:ext cx="7713900" cy="1071600"/>
          </a:xfrm>
          <a:prstGeom prst="rect">
            <a:avLst/>
          </a:prstGeom>
        </p:spPr>
        <p:txBody>
          <a:bodyPr spcFirstLastPara="1" wrap="square" lIns="91425" tIns="91425" rIns="91425" bIns="91425" anchor="t" anchorCtr="0">
            <a:noAutofit/>
          </a:bodyPr>
          <a:lstStyle/>
          <a:p>
            <a:r>
              <a:rPr lang="en-US" sz="4800" dirty="0">
                <a:solidFill>
                  <a:schemeClr val="bg1"/>
                </a:solidFill>
                <a:latin typeface="+mn-lt"/>
              </a:rPr>
              <a:t>Methodology</a:t>
            </a:r>
            <a:br>
              <a:rPr lang="en-US" sz="4800" dirty="0">
                <a:solidFill>
                  <a:schemeClr val="bg1"/>
                </a:solidFill>
                <a:latin typeface="+mn-lt"/>
              </a:rPr>
            </a:br>
            <a:endParaRPr dirty="0"/>
          </a:p>
        </p:txBody>
      </p:sp>
      <p:sp>
        <p:nvSpPr>
          <p:cNvPr id="202" name="Google Shape;202;p23">
            <a:extLst>
              <a:ext uri="{FF2B5EF4-FFF2-40B4-BE49-F238E27FC236}">
                <a16:creationId xmlns:a16="http://schemas.microsoft.com/office/drawing/2014/main" id="{198BDB77-3217-3DBD-5D79-476E67AC2901}"/>
              </a:ext>
            </a:extLst>
          </p:cNvPr>
          <p:cNvSpPr txBox="1">
            <a:spLocks noGrp="1"/>
          </p:cNvSpPr>
          <p:nvPr>
            <p:ph type="title" idx="2"/>
          </p:nvPr>
        </p:nvSpPr>
        <p:spPr>
          <a:xfrm>
            <a:off x="715100" y="1382334"/>
            <a:ext cx="2035200" cy="10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grpSp>
        <p:nvGrpSpPr>
          <p:cNvPr id="2" name="Google Shape;529;p36">
            <a:extLst>
              <a:ext uri="{FF2B5EF4-FFF2-40B4-BE49-F238E27FC236}">
                <a16:creationId xmlns:a16="http://schemas.microsoft.com/office/drawing/2014/main" id="{C102235E-15AC-031F-39A3-92ABAA5D4786}"/>
              </a:ext>
            </a:extLst>
          </p:cNvPr>
          <p:cNvGrpSpPr/>
          <p:nvPr/>
        </p:nvGrpSpPr>
        <p:grpSpPr>
          <a:xfrm flipH="1">
            <a:off x="5583962" y="2593416"/>
            <a:ext cx="3706695" cy="2550084"/>
            <a:chOff x="4388650" y="2224200"/>
            <a:chExt cx="1707525" cy="1174775"/>
          </a:xfrm>
        </p:grpSpPr>
        <p:sp>
          <p:nvSpPr>
            <p:cNvPr id="3" name="Google Shape;530;p36">
              <a:extLst>
                <a:ext uri="{FF2B5EF4-FFF2-40B4-BE49-F238E27FC236}">
                  <a16:creationId xmlns:a16="http://schemas.microsoft.com/office/drawing/2014/main" id="{E5C0015A-5A95-5C9C-FD2B-A6F22DBB5A59}"/>
                </a:ext>
              </a:extLst>
            </p:cNvPr>
            <p:cNvSpPr/>
            <p:nvPr/>
          </p:nvSpPr>
          <p:spPr>
            <a:xfrm>
              <a:off x="4422875" y="3236475"/>
              <a:ext cx="284875" cy="162500"/>
            </a:xfrm>
            <a:custGeom>
              <a:avLst/>
              <a:gdLst/>
              <a:ahLst/>
              <a:cxnLst/>
              <a:rect l="l" t="t" r="r" b="b"/>
              <a:pathLst>
                <a:path w="11395" h="6500" extrusionOk="0">
                  <a:moveTo>
                    <a:pt x="440" y="0"/>
                  </a:moveTo>
                  <a:cubicBezTo>
                    <a:pt x="352" y="135"/>
                    <a:pt x="270" y="274"/>
                    <a:pt x="193" y="415"/>
                  </a:cubicBezTo>
                  <a:lnTo>
                    <a:pt x="191" y="415"/>
                  </a:lnTo>
                  <a:cubicBezTo>
                    <a:pt x="1" y="767"/>
                    <a:pt x="2303" y="2396"/>
                    <a:pt x="5337" y="4058"/>
                  </a:cubicBezTo>
                  <a:cubicBezTo>
                    <a:pt x="7981" y="5506"/>
                    <a:pt x="10305" y="6500"/>
                    <a:pt x="10986" y="6500"/>
                  </a:cubicBezTo>
                  <a:cubicBezTo>
                    <a:pt x="11087" y="6500"/>
                    <a:pt x="11151" y="6478"/>
                    <a:pt x="11176" y="6433"/>
                  </a:cubicBezTo>
                  <a:cubicBezTo>
                    <a:pt x="11255" y="6291"/>
                    <a:pt x="11326" y="6147"/>
                    <a:pt x="11394" y="6000"/>
                  </a:cubicBezTo>
                  <a:lnTo>
                    <a:pt x="11394" y="6000"/>
                  </a:lnTo>
                  <a:cubicBezTo>
                    <a:pt x="11360" y="6019"/>
                    <a:pt x="11310" y="6028"/>
                    <a:pt x="11244" y="6028"/>
                  </a:cubicBezTo>
                  <a:cubicBezTo>
                    <a:pt x="10562" y="6028"/>
                    <a:pt x="8237" y="5036"/>
                    <a:pt x="5594" y="3587"/>
                  </a:cubicBezTo>
                  <a:cubicBezTo>
                    <a:pt x="2697" y="2000"/>
                    <a:pt x="464" y="441"/>
                    <a:pt x="4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31;p36">
              <a:extLst>
                <a:ext uri="{FF2B5EF4-FFF2-40B4-BE49-F238E27FC236}">
                  <a16:creationId xmlns:a16="http://schemas.microsoft.com/office/drawing/2014/main" id="{36255FC4-E01A-68F2-D680-4DAFD41B5F23}"/>
                </a:ext>
              </a:extLst>
            </p:cNvPr>
            <p:cNvSpPr/>
            <p:nvPr/>
          </p:nvSpPr>
          <p:spPr>
            <a:xfrm>
              <a:off x="4433850" y="3137400"/>
              <a:ext cx="302375" cy="249825"/>
            </a:xfrm>
            <a:custGeom>
              <a:avLst/>
              <a:gdLst/>
              <a:ahLst/>
              <a:cxnLst/>
              <a:rect l="l" t="t" r="r" b="b"/>
              <a:pathLst>
                <a:path w="12095" h="9993" extrusionOk="0">
                  <a:moveTo>
                    <a:pt x="4816" y="1"/>
                  </a:moveTo>
                  <a:cubicBezTo>
                    <a:pt x="4816" y="1"/>
                    <a:pt x="3750" y="461"/>
                    <a:pt x="2529" y="1359"/>
                  </a:cubicBezTo>
                  <a:cubicBezTo>
                    <a:pt x="2453" y="1415"/>
                    <a:pt x="2377" y="1473"/>
                    <a:pt x="2300" y="1532"/>
                  </a:cubicBezTo>
                  <a:cubicBezTo>
                    <a:pt x="1488" y="2156"/>
                    <a:pt x="636" y="2970"/>
                    <a:pt x="1" y="3963"/>
                  </a:cubicBezTo>
                  <a:cubicBezTo>
                    <a:pt x="25" y="4404"/>
                    <a:pt x="2258" y="5963"/>
                    <a:pt x="5155" y="7552"/>
                  </a:cubicBezTo>
                  <a:cubicBezTo>
                    <a:pt x="7800" y="9000"/>
                    <a:pt x="10126" y="9993"/>
                    <a:pt x="10806" y="9993"/>
                  </a:cubicBezTo>
                  <a:cubicBezTo>
                    <a:pt x="10871" y="9993"/>
                    <a:pt x="10921" y="9983"/>
                    <a:pt x="10955" y="9964"/>
                  </a:cubicBezTo>
                  <a:cubicBezTo>
                    <a:pt x="11116" y="9616"/>
                    <a:pt x="11249" y="9257"/>
                    <a:pt x="11358" y="8900"/>
                  </a:cubicBezTo>
                  <a:cubicBezTo>
                    <a:pt x="11385" y="8809"/>
                    <a:pt x="11411" y="8718"/>
                    <a:pt x="11435" y="8627"/>
                  </a:cubicBezTo>
                  <a:cubicBezTo>
                    <a:pt x="12094" y="6188"/>
                    <a:pt x="11700" y="3772"/>
                    <a:pt x="11700" y="3772"/>
                  </a:cubicBezTo>
                  <a:lnTo>
                    <a:pt x="48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32;p36">
              <a:extLst>
                <a:ext uri="{FF2B5EF4-FFF2-40B4-BE49-F238E27FC236}">
                  <a16:creationId xmlns:a16="http://schemas.microsoft.com/office/drawing/2014/main" id="{66FD9D4C-7E6E-23FA-4E0F-CCBC95135721}"/>
                </a:ext>
              </a:extLst>
            </p:cNvPr>
            <p:cNvSpPr/>
            <p:nvPr/>
          </p:nvSpPr>
          <p:spPr>
            <a:xfrm>
              <a:off x="5008550" y="2646000"/>
              <a:ext cx="577200" cy="331650"/>
            </a:xfrm>
            <a:custGeom>
              <a:avLst/>
              <a:gdLst/>
              <a:ahLst/>
              <a:cxnLst/>
              <a:rect l="l" t="t" r="r" b="b"/>
              <a:pathLst>
                <a:path w="23088" h="13266" extrusionOk="0">
                  <a:moveTo>
                    <a:pt x="21874" y="0"/>
                  </a:moveTo>
                  <a:cubicBezTo>
                    <a:pt x="21472" y="0"/>
                    <a:pt x="21087" y="228"/>
                    <a:pt x="20908" y="617"/>
                  </a:cubicBezTo>
                  <a:lnTo>
                    <a:pt x="19853" y="2890"/>
                  </a:lnTo>
                  <a:lnTo>
                    <a:pt x="19244" y="4204"/>
                  </a:lnTo>
                  <a:lnTo>
                    <a:pt x="18984" y="4767"/>
                  </a:lnTo>
                  <a:lnTo>
                    <a:pt x="18851" y="5055"/>
                  </a:lnTo>
                  <a:lnTo>
                    <a:pt x="18411" y="6003"/>
                  </a:lnTo>
                  <a:cubicBezTo>
                    <a:pt x="18074" y="6732"/>
                    <a:pt x="17645" y="7395"/>
                    <a:pt x="17147" y="7983"/>
                  </a:cubicBezTo>
                  <a:cubicBezTo>
                    <a:pt x="17086" y="8057"/>
                    <a:pt x="17021" y="8131"/>
                    <a:pt x="16956" y="8203"/>
                  </a:cubicBezTo>
                  <a:cubicBezTo>
                    <a:pt x="16301" y="8927"/>
                    <a:pt x="15538" y="9528"/>
                    <a:pt x="14703" y="9994"/>
                  </a:cubicBezTo>
                  <a:cubicBezTo>
                    <a:pt x="14622" y="10040"/>
                    <a:pt x="14538" y="10084"/>
                    <a:pt x="14455" y="10126"/>
                  </a:cubicBezTo>
                  <a:cubicBezTo>
                    <a:pt x="13584" y="10579"/>
                    <a:pt x="12642" y="10885"/>
                    <a:pt x="11666" y="11032"/>
                  </a:cubicBezTo>
                  <a:cubicBezTo>
                    <a:pt x="11574" y="11047"/>
                    <a:pt x="11480" y="11059"/>
                    <a:pt x="11385" y="11070"/>
                  </a:cubicBezTo>
                  <a:cubicBezTo>
                    <a:pt x="11043" y="11110"/>
                    <a:pt x="10699" y="11130"/>
                    <a:pt x="10353" y="11130"/>
                  </a:cubicBezTo>
                  <a:cubicBezTo>
                    <a:pt x="9477" y="11130"/>
                    <a:pt x="8591" y="11000"/>
                    <a:pt x="7722" y="10726"/>
                  </a:cubicBezTo>
                  <a:cubicBezTo>
                    <a:pt x="7633" y="10699"/>
                    <a:pt x="7542" y="10668"/>
                    <a:pt x="7452" y="10637"/>
                  </a:cubicBezTo>
                  <a:cubicBezTo>
                    <a:pt x="7380" y="10611"/>
                    <a:pt x="7307" y="10585"/>
                    <a:pt x="7234" y="10556"/>
                  </a:cubicBezTo>
                  <a:lnTo>
                    <a:pt x="1563" y="8402"/>
                  </a:lnTo>
                  <a:cubicBezTo>
                    <a:pt x="1439" y="8355"/>
                    <a:pt x="1312" y="8333"/>
                    <a:pt x="1186" y="8333"/>
                  </a:cubicBezTo>
                  <a:cubicBezTo>
                    <a:pt x="758" y="8333"/>
                    <a:pt x="353" y="8595"/>
                    <a:pt x="191" y="9020"/>
                  </a:cubicBezTo>
                  <a:cubicBezTo>
                    <a:pt x="0" y="9522"/>
                    <a:pt x="214" y="10079"/>
                    <a:pt x="673" y="10331"/>
                  </a:cubicBezTo>
                  <a:cubicBezTo>
                    <a:pt x="715" y="10355"/>
                    <a:pt x="760" y="10375"/>
                    <a:pt x="807" y="10393"/>
                  </a:cubicBezTo>
                  <a:lnTo>
                    <a:pt x="1842" y="10787"/>
                  </a:lnTo>
                  <a:lnTo>
                    <a:pt x="6479" y="12547"/>
                  </a:lnTo>
                  <a:cubicBezTo>
                    <a:pt x="6900" y="12707"/>
                    <a:pt x="7328" y="12841"/>
                    <a:pt x="7761" y="12948"/>
                  </a:cubicBezTo>
                  <a:cubicBezTo>
                    <a:pt x="7895" y="12980"/>
                    <a:pt x="8027" y="13010"/>
                    <a:pt x="8160" y="13037"/>
                  </a:cubicBezTo>
                  <a:cubicBezTo>
                    <a:pt x="8892" y="13189"/>
                    <a:pt x="9636" y="13265"/>
                    <a:pt x="10379" y="13265"/>
                  </a:cubicBezTo>
                  <a:cubicBezTo>
                    <a:pt x="10999" y="13265"/>
                    <a:pt x="11618" y="13213"/>
                    <a:pt x="12231" y="13107"/>
                  </a:cubicBezTo>
                  <a:cubicBezTo>
                    <a:pt x="12346" y="13089"/>
                    <a:pt x="12462" y="13066"/>
                    <a:pt x="12577" y="13042"/>
                  </a:cubicBezTo>
                  <a:cubicBezTo>
                    <a:pt x="13237" y="12907"/>
                    <a:pt x="13887" y="12710"/>
                    <a:pt x="14522" y="12451"/>
                  </a:cubicBezTo>
                  <a:cubicBezTo>
                    <a:pt x="15006" y="12254"/>
                    <a:pt x="15473" y="12024"/>
                    <a:pt x="15918" y="11765"/>
                  </a:cubicBezTo>
                  <a:cubicBezTo>
                    <a:pt x="16008" y="11712"/>
                    <a:pt x="16097" y="11659"/>
                    <a:pt x="16185" y="11603"/>
                  </a:cubicBezTo>
                  <a:cubicBezTo>
                    <a:pt x="17116" y="11026"/>
                    <a:pt x="17951" y="10314"/>
                    <a:pt x="18666" y="9492"/>
                  </a:cubicBezTo>
                  <a:cubicBezTo>
                    <a:pt x="18733" y="9416"/>
                    <a:pt x="18796" y="9339"/>
                    <a:pt x="18860" y="9261"/>
                  </a:cubicBezTo>
                  <a:cubicBezTo>
                    <a:pt x="19447" y="8548"/>
                    <a:pt x="19947" y="7756"/>
                    <a:pt x="20343" y="6900"/>
                  </a:cubicBezTo>
                  <a:lnTo>
                    <a:pt x="20733" y="6056"/>
                  </a:lnTo>
                  <a:lnTo>
                    <a:pt x="20862" y="5782"/>
                  </a:lnTo>
                  <a:lnTo>
                    <a:pt x="21751" y="3864"/>
                  </a:lnTo>
                  <a:lnTo>
                    <a:pt x="22840" y="1512"/>
                  </a:lnTo>
                  <a:cubicBezTo>
                    <a:pt x="23087" y="979"/>
                    <a:pt x="22856" y="346"/>
                    <a:pt x="22321" y="99"/>
                  </a:cubicBezTo>
                  <a:cubicBezTo>
                    <a:pt x="22176" y="32"/>
                    <a:pt x="22024" y="0"/>
                    <a:pt x="21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33;p36">
              <a:extLst>
                <a:ext uri="{FF2B5EF4-FFF2-40B4-BE49-F238E27FC236}">
                  <a16:creationId xmlns:a16="http://schemas.microsoft.com/office/drawing/2014/main" id="{F733FFBD-3166-E74F-000C-E3E7CF546D0D}"/>
                </a:ext>
              </a:extLst>
            </p:cNvPr>
            <p:cNvSpPr/>
            <p:nvPr/>
          </p:nvSpPr>
          <p:spPr>
            <a:xfrm>
              <a:off x="4444500" y="2590075"/>
              <a:ext cx="711075" cy="698300"/>
            </a:xfrm>
            <a:custGeom>
              <a:avLst/>
              <a:gdLst/>
              <a:ahLst/>
              <a:cxnLst/>
              <a:rect l="l" t="t" r="r" b="b"/>
              <a:pathLst>
                <a:path w="28443" h="27932" extrusionOk="0">
                  <a:moveTo>
                    <a:pt x="5556" y="0"/>
                  </a:moveTo>
                  <a:lnTo>
                    <a:pt x="1502" y="12131"/>
                  </a:lnTo>
                  <a:cubicBezTo>
                    <a:pt x="0" y="16623"/>
                    <a:pt x="1321" y="21379"/>
                    <a:pt x="4507" y="24475"/>
                  </a:cubicBezTo>
                  <a:cubicBezTo>
                    <a:pt x="4575" y="24541"/>
                    <a:pt x="4645" y="24608"/>
                    <a:pt x="4714" y="24672"/>
                  </a:cubicBezTo>
                  <a:cubicBezTo>
                    <a:pt x="5905" y="25774"/>
                    <a:pt x="7339" y="26651"/>
                    <a:pt x="8972" y="27209"/>
                  </a:cubicBezTo>
                  <a:cubicBezTo>
                    <a:pt x="9036" y="27230"/>
                    <a:pt x="9099" y="27251"/>
                    <a:pt x="9163" y="27272"/>
                  </a:cubicBezTo>
                  <a:cubicBezTo>
                    <a:pt x="9227" y="27294"/>
                    <a:pt x="9289" y="27315"/>
                    <a:pt x="9352" y="27335"/>
                  </a:cubicBezTo>
                  <a:cubicBezTo>
                    <a:pt x="9548" y="27400"/>
                    <a:pt x="9743" y="27457"/>
                    <a:pt x="9940" y="27512"/>
                  </a:cubicBezTo>
                  <a:cubicBezTo>
                    <a:pt x="10982" y="27795"/>
                    <a:pt x="12033" y="27931"/>
                    <a:pt x="13070" y="27931"/>
                  </a:cubicBezTo>
                  <a:cubicBezTo>
                    <a:pt x="18065" y="27931"/>
                    <a:pt x="22718" y="24773"/>
                    <a:pt x="24387" y="19779"/>
                  </a:cubicBezTo>
                  <a:lnTo>
                    <a:pt x="27146" y="11527"/>
                  </a:lnTo>
                  <a:lnTo>
                    <a:pt x="28442" y="7648"/>
                  </a:lnTo>
                  <a:lnTo>
                    <a:pt x="55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4;p36">
              <a:extLst>
                <a:ext uri="{FF2B5EF4-FFF2-40B4-BE49-F238E27FC236}">
                  <a16:creationId xmlns:a16="http://schemas.microsoft.com/office/drawing/2014/main" id="{D841F0A8-EAD2-2A27-297A-2CE7EF73CECA}"/>
                </a:ext>
              </a:extLst>
            </p:cNvPr>
            <p:cNvSpPr/>
            <p:nvPr/>
          </p:nvSpPr>
          <p:spPr>
            <a:xfrm>
              <a:off x="4574225" y="2577925"/>
              <a:ext cx="590500" cy="215475"/>
            </a:xfrm>
            <a:custGeom>
              <a:avLst/>
              <a:gdLst/>
              <a:ahLst/>
              <a:cxnLst/>
              <a:rect l="l" t="t" r="r" b="b"/>
              <a:pathLst>
                <a:path w="23620" h="8619" extrusionOk="0">
                  <a:moveTo>
                    <a:pt x="1951" y="0"/>
                  </a:moveTo>
                  <a:cubicBezTo>
                    <a:pt x="1043" y="0"/>
                    <a:pt x="477" y="156"/>
                    <a:pt x="367" y="485"/>
                  </a:cubicBezTo>
                  <a:cubicBezTo>
                    <a:pt x="1" y="1581"/>
                    <a:pt x="4828" y="4181"/>
                    <a:pt x="11148" y="6294"/>
                  </a:cubicBezTo>
                  <a:cubicBezTo>
                    <a:pt x="15570" y="7771"/>
                    <a:pt x="19552" y="8618"/>
                    <a:pt x="21670" y="8618"/>
                  </a:cubicBezTo>
                  <a:cubicBezTo>
                    <a:pt x="22578" y="8618"/>
                    <a:pt x="23143" y="8463"/>
                    <a:pt x="23253" y="8134"/>
                  </a:cubicBezTo>
                  <a:cubicBezTo>
                    <a:pt x="23620" y="7037"/>
                    <a:pt x="18792" y="4436"/>
                    <a:pt x="12473" y="2325"/>
                  </a:cubicBezTo>
                  <a:cubicBezTo>
                    <a:pt x="8050" y="847"/>
                    <a:pt x="4068" y="0"/>
                    <a:pt x="19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35;p36">
              <a:extLst>
                <a:ext uri="{FF2B5EF4-FFF2-40B4-BE49-F238E27FC236}">
                  <a16:creationId xmlns:a16="http://schemas.microsoft.com/office/drawing/2014/main" id="{265BBF93-FFF8-EA1E-CA4A-B74CD596528C}"/>
                </a:ext>
              </a:extLst>
            </p:cNvPr>
            <p:cNvSpPr/>
            <p:nvPr/>
          </p:nvSpPr>
          <p:spPr>
            <a:xfrm>
              <a:off x="4590900" y="2586800"/>
              <a:ext cx="557175" cy="197700"/>
            </a:xfrm>
            <a:custGeom>
              <a:avLst/>
              <a:gdLst/>
              <a:ahLst/>
              <a:cxnLst/>
              <a:rect l="l" t="t" r="r" b="b"/>
              <a:pathLst>
                <a:path w="22287" h="7908" extrusionOk="0">
                  <a:moveTo>
                    <a:pt x="1289" y="1"/>
                  </a:moveTo>
                  <a:cubicBezTo>
                    <a:pt x="358" y="1"/>
                    <a:pt x="61" y="168"/>
                    <a:pt x="37" y="242"/>
                  </a:cubicBezTo>
                  <a:cubicBezTo>
                    <a:pt x="0" y="351"/>
                    <a:pt x="329" y="1014"/>
                    <a:pt x="2601" y="2258"/>
                  </a:cubicBezTo>
                  <a:lnTo>
                    <a:pt x="2600" y="2258"/>
                  </a:lnTo>
                  <a:cubicBezTo>
                    <a:pt x="4629" y="3370"/>
                    <a:pt x="7468" y="4557"/>
                    <a:pt x="10593" y="5601"/>
                  </a:cubicBezTo>
                  <a:cubicBezTo>
                    <a:pt x="13631" y="6617"/>
                    <a:pt x="16552" y="7365"/>
                    <a:pt x="18819" y="7711"/>
                  </a:cubicBezTo>
                  <a:cubicBezTo>
                    <a:pt x="19779" y="7857"/>
                    <a:pt x="20485" y="7908"/>
                    <a:pt x="20998" y="7908"/>
                  </a:cubicBezTo>
                  <a:cubicBezTo>
                    <a:pt x="21929" y="7908"/>
                    <a:pt x="22226" y="7740"/>
                    <a:pt x="22250" y="7667"/>
                  </a:cubicBezTo>
                  <a:cubicBezTo>
                    <a:pt x="22286" y="7558"/>
                    <a:pt x="21958" y="6894"/>
                    <a:pt x="19686" y="5649"/>
                  </a:cubicBezTo>
                  <a:cubicBezTo>
                    <a:pt x="17656" y="4537"/>
                    <a:pt x="14817" y="3351"/>
                    <a:pt x="11694" y="2306"/>
                  </a:cubicBezTo>
                  <a:cubicBezTo>
                    <a:pt x="8657" y="1291"/>
                    <a:pt x="5735" y="542"/>
                    <a:pt x="3468" y="198"/>
                  </a:cubicBezTo>
                  <a:cubicBezTo>
                    <a:pt x="2508" y="52"/>
                    <a:pt x="1802" y="1"/>
                    <a:pt x="12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6;p36">
              <a:extLst>
                <a:ext uri="{FF2B5EF4-FFF2-40B4-BE49-F238E27FC236}">
                  <a16:creationId xmlns:a16="http://schemas.microsoft.com/office/drawing/2014/main" id="{34F6D528-F498-2B14-6006-8FF91D730023}"/>
                </a:ext>
              </a:extLst>
            </p:cNvPr>
            <p:cNvSpPr/>
            <p:nvPr/>
          </p:nvSpPr>
          <p:spPr>
            <a:xfrm>
              <a:off x="4590825" y="2520000"/>
              <a:ext cx="586625" cy="223800"/>
            </a:xfrm>
            <a:custGeom>
              <a:avLst/>
              <a:gdLst/>
              <a:ahLst/>
              <a:cxnLst/>
              <a:rect l="l" t="t" r="r" b="b"/>
              <a:pathLst>
                <a:path w="23465" h="8952" extrusionOk="0">
                  <a:moveTo>
                    <a:pt x="644" y="1"/>
                  </a:moveTo>
                  <a:cubicBezTo>
                    <a:pt x="608" y="102"/>
                    <a:pt x="571" y="204"/>
                    <a:pt x="538" y="307"/>
                  </a:cubicBezTo>
                  <a:lnTo>
                    <a:pt x="367" y="817"/>
                  </a:lnTo>
                  <a:cubicBezTo>
                    <a:pt x="0" y="1914"/>
                    <a:pt x="4826" y="4513"/>
                    <a:pt x="11147" y="6626"/>
                  </a:cubicBezTo>
                  <a:cubicBezTo>
                    <a:pt x="15570" y="8104"/>
                    <a:pt x="19551" y="8952"/>
                    <a:pt x="21668" y="8952"/>
                  </a:cubicBezTo>
                  <a:cubicBezTo>
                    <a:pt x="22577" y="8952"/>
                    <a:pt x="23142" y="8796"/>
                    <a:pt x="23251" y="8467"/>
                  </a:cubicBezTo>
                  <a:lnTo>
                    <a:pt x="23422" y="7955"/>
                  </a:lnTo>
                  <a:cubicBezTo>
                    <a:pt x="23437" y="7912"/>
                    <a:pt x="23450" y="7871"/>
                    <a:pt x="23465" y="7829"/>
                  </a:cubicBezTo>
                  <a:lnTo>
                    <a:pt x="23465" y="7829"/>
                  </a:lnTo>
                  <a:cubicBezTo>
                    <a:pt x="23188" y="7920"/>
                    <a:pt x="22797" y="7965"/>
                    <a:pt x="22308" y="7965"/>
                  </a:cubicBezTo>
                  <a:cubicBezTo>
                    <a:pt x="20153" y="7965"/>
                    <a:pt x="16101" y="7102"/>
                    <a:pt x="11598" y="5598"/>
                  </a:cubicBezTo>
                  <a:cubicBezTo>
                    <a:pt x="5712" y="3630"/>
                    <a:pt x="1097" y="1246"/>
                    <a:pt x="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7;p36">
              <a:extLst>
                <a:ext uri="{FF2B5EF4-FFF2-40B4-BE49-F238E27FC236}">
                  <a16:creationId xmlns:a16="http://schemas.microsoft.com/office/drawing/2014/main" id="{358C8A62-DE42-D369-48E7-50628542260B}"/>
                </a:ext>
              </a:extLst>
            </p:cNvPr>
            <p:cNvSpPr/>
            <p:nvPr/>
          </p:nvSpPr>
          <p:spPr>
            <a:xfrm>
              <a:off x="4606925" y="2321525"/>
              <a:ext cx="621150" cy="397600"/>
            </a:xfrm>
            <a:custGeom>
              <a:avLst/>
              <a:gdLst/>
              <a:ahLst/>
              <a:cxnLst/>
              <a:rect l="l" t="t" r="r" b="b"/>
              <a:pathLst>
                <a:path w="24846" h="15904" extrusionOk="0">
                  <a:moveTo>
                    <a:pt x="11335" y="1"/>
                  </a:moveTo>
                  <a:cubicBezTo>
                    <a:pt x="9445" y="1"/>
                    <a:pt x="7603" y="449"/>
                    <a:pt x="5948" y="1274"/>
                  </a:cubicBezTo>
                  <a:cubicBezTo>
                    <a:pt x="3276" y="2607"/>
                    <a:pt x="1095" y="4929"/>
                    <a:pt x="0" y="7940"/>
                  </a:cubicBezTo>
                  <a:cubicBezTo>
                    <a:pt x="453" y="9185"/>
                    <a:pt x="5068" y="11569"/>
                    <a:pt x="10954" y="13537"/>
                  </a:cubicBezTo>
                  <a:cubicBezTo>
                    <a:pt x="15457" y="15041"/>
                    <a:pt x="19509" y="15904"/>
                    <a:pt x="21664" y="15904"/>
                  </a:cubicBezTo>
                  <a:cubicBezTo>
                    <a:pt x="22153" y="15904"/>
                    <a:pt x="22544" y="15859"/>
                    <a:pt x="22821" y="15768"/>
                  </a:cubicBezTo>
                  <a:cubicBezTo>
                    <a:pt x="24846" y="9483"/>
                    <a:pt x="21439" y="2725"/>
                    <a:pt x="15161" y="627"/>
                  </a:cubicBezTo>
                  <a:cubicBezTo>
                    <a:pt x="13892" y="202"/>
                    <a:pt x="12603" y="1"/>
                    <a:pt x="113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38;p36">
              <a:extLst>
                <a:ext uri="{FF2B5EF4-FFF2-40B4-BE49-F238E27FC236}">
                  <a16:creationId xmlns:a16="http://schemas.microsoft.com/office/drawing/2014/main" id="{14F9F3A7-8C81-7689-6D68-88B9D3383D76}"/>
                </a:ext>
              </a:extLst>
            </p:cNvPr>
            <p:cNvSpPr/>
            <p:nvPr/>
          </p:nvSpPr>
          <p:spPr>
            <a:xfrm>
              <a:off x="4719000" y="2826275"/>
              <a:ext cx="401475" cy="462100"/>
            </a:xfrm>
            <a:custGeom>
              <a:avLst/>
              <a:gdLst/>
              <a:ahLst/>
              <a:cxnLst/>
              <a:rect l="l" t="t" r="r" b="b"/>
              <a:pathLst>
                <a:path w="16059" h="18484" extrusionOk="0">
                  <a:moveTo>
                    <a:pt x="11689" y="0"/>
                  </a:moveTo>
                  <a:cubicBezTo>
                    <a:pt x="9277" y="0"/>
                    <a:pt x="6932" y="1498"/>
                    <a:pt x="6117" y="4063"/>
                  </a:cubicBezTo>
                  <a:cubicBezTo>
                    <a:pt x="5037" y="7462"/>
                    <a:pt x="3225" y="12146"/>
                    <a:pt x="585" y="15808"/>
                  </a:cubicBezTo>
                  <a:cubicBezTo>
                    <a:pt x="578" y="15816"/>
                    <a:pt x="573" y="15825"/>
                    <a:pt x="566" y="15833"/>
                  </a:cubicBezTo>
                  <a:cubicBezTo>
                    <a:pt x="1" y="16617"/>
                    <a:pt x="234" y="17632"/>
                    <a:pt x="911" y="18149"/>
                  </a:cubicBezTo>
                  <a:cubicBezTo>
                    <a:pt x="1175" y="18349"/>
                    <a:pt x="1506" y="18474"/>
                    <a:pt x="1882" y="18482"/>
                  </a:cubicBezTo>
                  <a:cubicBezTo>
                    <a:pt x="1950" y="18483"/>
                    <a:pt x="2019" y="18484"/>
                    <a:pt x="2087" y="18484"/>
                  </a:cubicBezTo>
                  <a:cubicBezTo>
                    <a:pt x="7084" y="18484"/>
                    <a:pt x="11738" y="15327"/>
                    <a:pt x="13407" y="10331"/>
                  </a:cubicBezTo>
                  <a:lnTo>
                    <a:pt x="15413" y="4330"/>
                  </a:lnTo>
                  <a:lnTo>
                    <a:pt x="15532" y="3972"/>
                  </a:lnTo>
                  <a:lnTo>
                    <a:pt x="15861" y="2988"/>
                  </a:lnTo>
                  <a:cubicBezTo>
                    <a:pt x="16058" y="2402"/>
                    <a:pt x="15875" y="1756"/>
                    <a:pt x="15402" y="1360"/>
                  </a:cubicBezTo>
                  <a:cubicBezTo>
                    <a:pt x="15098" y="1102"/>
                    <a:pt x="14777" y="885"/>
                    <a:pt x="14445" y="704"/>
                  </a:cubicBezTo>
                  <a:cubicBezTo>
                    <a:pt x="14375" y="666"/>
                    <a:pt x="14304" y="628"/>
                    <a:pt x="14233" y="593"/>
                  </a:cubicBezTo>
                  <a:cubicBezTo>
                    <a:pt x="13421" y="191"/>
                    <a:pt x="12550" y="0"/>
                    <a:pt x="116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39;p36">
              <a:extLst>
                <a:ext uri="{FF2B5EF4-FFF2-40B4-BE49-F238E27FC236}">
                  <a16:creationId xmlns:a16="http://schemas.microsoft.com/office/drawing/2014/main" id="{0D9731E3-9114-E51E-5140-D55473442BB6}"/>
                </a:ext>
              </a:extLst>
            </p:cNvPr>
            <p:cNvSpPr/>
            <p:nvPr/>
          </p:nvSpPr>
          <p:spPr>
            <a:xfrm>
              <a:off x="4705700" y="2820425"/>
              <a:ext cx="369125" cy="459575"/>
            </a:xfrm>
            <a:custGeom>
              <a:avLst/>
              <a:gdLst/>
              <a:ahLst/>
              <a:cxnLst/>
              <a:rect l="l" t="t" r="r" b="b"/>
              <a:pathLst>
                <a:path w="14765" h="18383" extrusionOk="0">
                  <a:moveTo>
                    <a:pt x="11794" y="1"/>
                  </a:moveTo>
                  <a:cubicBezTo>
                    <a:pt x="9383" y="1"/>
                    <a:pt x="7038" y="1497"/>
                    <a:pt x="6222" y="4063"/>
                  </a:cubicBezTo>
                  <a:lnTo>
                    <a:pt x="6223" y="4063"/>
                  </a:lnTo>
                  <a:cubicBezTo>
                    <a:pt x="5142" y="7463"/>
                    <a:pt x="3330" y="12145"/>
                    <a:pt x="690" y="15808"/>
                  </a:cubicBezTo>
                  <a:cubicBezTo>
                    <a:pt x="684" y="15817"/>
                    <a:pt x="678" y="15824"/>
                    <a:pt x="672" y="15833"/>
                  </a:cubicBezTo>
                  <a:cubicBezTo>
                    <a:pt x="1" y="16765"/>
                    <a:pt x="457" y="18022"/>
                    <a:pt x="1443" y="18383"/>
                  </a:cubicBezTo>
                  <a:cubicBezTo>
                    <a:pt x="766" y="17866"/>
                    <a:pt x="533" y="16851"/>
                    <a:pt x="1098" y="16067"/>
                  </a:cubicBezTo>
                  <a:cubicBezTo>
                    <a:pt x="1104" y="16059"/>
                    <a:pt x="1111" y="16050"/>
                    <a:pt x="1117" y="16041"/>
                  </a:cubicBezTo>
                  <a:cubicBezTo>
                    <a:pt x="3757" y="12378"/>
                    <a:pt x="5568" y="7696"/>
                    <a:pt x="6649" y="4296"/>
                  </a:cubicBezTo>
                  <a:cubicBezTo>
                    <a:pt x="7465" y="1731"/>
                    <a:pt x="9810" y="234"/>
                    <a:pt x="12221" y="234"/>
                  </a:cubicBezTo>
                  <a:cubicBezTo>
                    <a:pt x="13083" y="234"/>
                    <a:pt x="13953" y="425"/>
                    <a:pt x="14765" y="827"/>
                  </a:cubicBezTo>
                  <a:cubicBezTo>
                    <a:pt x="14694" y="785"/>
                    <a:pt x="14622" y="744"/>
                    <a:pt x="14551" y="704"/>
                  </a:cubicBezTo>
                  <a:cubicBezTo>
                    <a:pt x="13679" y="227"/>
                    <a:pt x="12732" y="1"/>
                    <a:pt x="117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0;p36">
              <a:extLst>
                <a:ext uri="{FF2B5EF4-FFF2-40B4-BE49-F238E27FC236}">
                  <a16:creationId xmlns:a16="http://schemas.microsoft.com/office/drawing/2014/main" id="{E3285646-A3F5-AE71-B13E-1565868A5615}"/>
                </a:ext>
              </a:extLst>
            </p:cNvPr>
            <p:cNvSpPr/>
            <p:nvPr/>
          </p:nvSpPr>
          <p:spPr>
            <a:xfrm>
              <a:off x="5487750" y="2687725"/>
              <a:ext cx="86000" cy="65025"/>
            </a:xfrm>
            <a:custGeom>
              <a:avLst/>
              <a:gdLst/>
              <a:ahLst/>
              <a:cxnLst/>
              <a:rect l="l" t="t" r="r" b="b"/>
              <a:pathLst>
                <a:path w="3440" h="2601" extrusionOk="0">
                  <a:moveTo>
                    <a:pt x="546" y="1"/>
                  </a:moveTo>
                  <a:lnTo>
                    <a:pt x="83" y="1126"/>
                  </a:lnTo>
                  <a:cubicBezTo>
                    <a:pt x="1" y="1326"/>
                    <a:pt x="129" y="1588"/>
                    <a:pt x="401" y="1838"/>
                  </a:cubicBezTo>
                  <a:cubicBezTo>
                    <a:pt x="613" y="2035"/>
                    <a:pt x="911" y="2223"/>
                    <a:pt x="1264" y="2368"/>
                  </a:cubicBezTo>
                  <a:cubicBezTo>
                    <a:pt x="1642" y="2524"/>
                    <a:pt x="2013" y="2600"/>
                    <a:pt x="2315" y="2600"/>
                  </a:cubicBezTo>
                  <a:cubicBezTo>
                    <a:pt x="2342" y="2600"/>
                    <a:pt x="2369" y="2600"/>
                    <a:pt x="2395" y="2598"/>
                  </a:cubicBezTo>
                  <a:cubicBezTo>
                    <a:pt x="2689" y="2583"/>
                    <a:pt x="2906" y="2489"/>
                    <a:pt x="2976" y="2317"/>
                  </a:cubicBezTo>
                  <a:lnTo>
                    <a:pt x="3439" y="1191"/>
                  </a:lnTo>
                  <a:lnTo>
                    <a:pt x="5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41;p36">
              <a:extLst>
                <a:ext uri="{FF2B5EF4-FFF2-40B4-BE49-F238E27FC236}">
                  <a16:creationId xmlns:a16="http://schemas.microsoft.com/office/drawing/2014/main" id="{E38461CC-ADEB-55ED-5995-3EE45F1AF417}"/>
                </a:ext>
              </a:extLst>
            </p:cNvPr>
            <p:cNvSpPr/>
            <p:nvPr/>
          </p:nvSpPr>
          <p:spPr>
            <a:xfrm>
              <a:off x="5491475" y="2634400"/>
              <a:ext cx="118875" cy="90200"/>
            </a:xfrm>
            <a:custGeom>
              <a:avLst/>
              <a:gdLst/>
              <a:ahLst/>
              <a:cxnLst/>
              <a:rect l="l" t="t" r="r" b="b"/>
              <a:pathLst>
                <a:path w="4755" h="3608" extrusionOk="0">
                  <a:moveTo>
                    <a:pt x="488" y="1"/>
                  </a:moveTo>
                  <a:cubicBezTo>
                    <a:pt x="488" y="1"/>
                    <a:pt x="0" y="902"/>
                    <a:pt x="397" y="2134"/>
                  </a:cubicBezTo>
                  <a:cubicBezTo>
                    <a:pt x="250" y="2491"/>
                    <a:pt x="779" y="3047"/>
                    <a:pt x="1577" y="3376"/>
                  </a:cubicBezTo>
                  <a:cubicBezTo>
                    <a:pt x="1955" y="3530"/>
                    <a:pt x="2325" y="3607"/>
                    <a:pt x="2626" y="3607"/>
                  </a:cubicBezTo>
                  <a:cubicBezTo>
                    <a:pt x="2947" y="3607"/>
                    <a:pt x="3189" y="3520"/>
                    <a:pt x="3278" y="3348"/>
                  </a:cubicBezTo>
                  <a:lnTo>
                    <a:pt x="3290" y="3354"/>
                  </a:lnTo>
                  <a:cubicBezTo>
                    <a:pt x="4449" y="2779"/>
                    <a:pt x="4755" y="1802"/>
                    <a:pt x="4755" y="1802"/>
                  </a:cubicBezTo>
                  <a:lnTo>
                    <a:pt x="4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42;p36">
              <a:extLst>
                <a:ext uri="{FF2B5EF4-FFF2-40B4-BE49-F238E27FC236}">
                  <a16:creationId xmlns:a16="http://schemas.microsoft.com/office/drawing/2014/main" id="{A95316F7-E045-3E8C-7D95-B79332670BAD}"/>
                </a:ext>
              </a:extLst>
            </p:cNvPr>
            <p:cNvSpPr/>
            <p:nvPr/>
          </p:nvSpPr>
          <p:spPr>
            <a:xfrm>
              <a:off x="5498250" y="2623925"/>
              <a:ext cx="117675" cy="64950"/>
            </a:xfrm>
            <a:custGeom>
              <a:avLst/>
              <a:gdLst/>
              <a:ahLst/>
              <a:cxnLst/>
              <a:rect l="l" t="t" r="r" b="b"/>
              <a:pathLst>
                <a:path w="4707" h="2598" extrusionOk="0">
                  <a:moveTo>
                    <a:pt x="1198" y="1"/>
                  </a:moveTo>
                  <a:cubicBezTo>
                    <a:pt x="701" y="1"/>
                    <a:pt x="331" y="142"/>
                    <a:pt x="217" y="420"/>
                  </a:cubicBezTo>
                  <a:cubicBezTo>
                    <a:pt x="0" y="947"/>
                    <a:pt x="780" y="1769"/>
                    <a:pt x="1960" y="2254"/>
                  </a:cubicBezTo>
                  <a:cubicBezTo>
                    <a:pt x="2517" y="2484"/>
                    <a:pt x="3064" y="2597"/>
                    <a:pt x="3509" y="2597"/>
                  </a:cubicBezTo>
                  <a:cubicBezTo>
                    <a:pt x="4006" y="2597"/>
                    <a:pt x="4375" y="2456"/>
                    <a:pt x="4490" y="2178"/>
                  </a:cubicBezTo>
                  <a:cubicBezTo>
                    <a:pt x="4707" y="1650"/>
                    <a:pt x="3926" y="829"/>
                    <a:pt x="2746" y="343"/>
                  </a:cubicBezTo>
                  <a:cubicBezTo>
                    <a:pt x="2189" y="114"/>
                    <a:pt x="1642" y="1"/>
                    <a:pt x="1198" y="1"/>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3;p36">
              <a:extLst>
                <a:ext uri="{FF2B5EF4-FFF2-40B4-BE49-F238E27FC236}">
                  <a16:creationId xmlns:a16="http://schemas.microsoft.com/office/drawing/2014/main" id="{A0C24955-D5AB-E9CE-D7C3-427C78C91621}"/>
                </a:ext>
              </a:extLst>
            </p:cNvPr>
            <p:cNvSpPr/>
            <p:nvPr/>
          </p:nvSpPr>
          <p:spPr>
            <a:xfrm>
              <a:off x="4786400" y="2462150"/>
              <a:ext cx="360800" cy="211625"/>
            </a:xfrm>
            <a:custGeom>
              <a:avLst/>
              <a:gdLst/>
              <a:ahLst/>
              <a:cxnLst/>
              <a:rect l="l" t="t" r="r" b="b"/>
              <a:pathLst>
                <a:path w="14432" h="8465" extrusionOk="0">
                  <a:moveTo>
                    <a:pt x="2547" y="0"/>
                  </a:moveTo>
                  <a:cubicBezTo>
                    <a:pt x="1724" y="0"/>
                    <a:pt x="984" y="572"/>
                    <a:pt x="804" y="1409"/>
                  </a:cubicBezTo>
                  <a:lnTo>
                    <a:pt x="210" y="4152"/>
                  </a:lnTo>
                  <a:cubicBezTo>
                    <a:pt x="1" y="5117"/>
                    <a:pt x="614" y="6068"/>
                    <a:pt x="1578" y="6276"/>
                  </a:cubicBezTo>
                  <a:lnTo>
                    <a:pt x="11505" y="8424"/>
                  </a:lnTo>
                  <a:cubicBezTo>
                    <a:pt x="11633" y="8451"/>
                    <a:pt x="11760" y="8465"/>
                    <a:pt x="11885" y="8465"/>
                  </a:cubicBezTo>
                  <a:cubicBezTo>
                    <a:pt x="12708" y="8465"/>
                    <a:pt x="13447" y="7893"/>
                    <a:pt x="13629" y="7056"/>
                  </a:cubicBezTo>
                  <a:lnTo>
                    <a:pt x="14222" y="4313"/>
                  </a:lnTo>
                  <a:cubicBezTo>
                    <a:pt x="14431" y="3348"/>
                    <a:pt x="13818" y="2397"/>
                    <a:pt x="12855" y="2189"/>
                  </a:cubicBezTo>
                  <a:lnTo>
                    <a:pt x="2927" y="41"/>
                  </a:lnTo>
                  <a:cubicBezTo>
                    <a:pt x="2800" y="14"/>
                    <a:pt x="2672" y="0"/>
                    <a:pt x="2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44;p36">
              <a:extLst>
                <a:ext uri="{FF2B5EF4-FFF2-40B4-BE49-F238E27FC236}">
                  <a16:creationId xmlns:a16="http://schemas.microsoft.com/office/drawing/2014/main" id="{54B7B212-36E5-0DC8-11DA-7DA8C40286F7}"/>
                </a:ext>
              </a:extLst>
            </p:cNvPr>
            <p:cNvSpPr/>
            <p:nvPr/>
          </p:nvSpPr>
          <p:spPr>
            <a:xfrm>
              <a:off x="4841500" y="2474075"/>
              <a:ext cx="360800" cy="211625"/>
            </a:xfrm>
            <a:custGeom>
              <a:avLst/>
              <a:gdLst/>
              <a:ahLst/>
              <a:cxnLst/>
              <a:rect l="l" t="t" r="r" b="b"/>
              <a:pathLst>
                <a:path w="14432" h="8465" extrusionOk="0">
                  <a:moveTo>
                    <a:pt x="2547" y="1"/>
                  </a:moveTo>
                  <a:cubicBezTo>
                    <a:pt x="1724" y="1"/>
                    <a:pt x="985" y="572"/>
                    <a:pt x="803" y="1409"/>
                  </a:cubicBezTo>
                  <a:lnTo>
                    <a:pt x="210" y="4152"/>
                  </a:lnTo>
                  <a:cubicBezTo>
                    <a:pt x="1" y="5117"/>
                    <a:pt x="614" y="6067"/>
                    <a:pt x="1578" y="6276"/>
                  </a:cubicBezTo>
                  <a:lnTo>
                    <a:pt x="11505" y="8424"/>
                  </a:lnTo>
                  <a:cubicBezTo>
                    <a:pt x="11632" y="8451"/>
                    <a:pt x="11759" y="8465"/>
                    <a:pt x="11884" y="8465"/>
                  </a:cubicBezTo>
                  <a:cubicBezTo>
                    <a:pt x="12707" y="8465"/>
                    <a:pt x="13447" y="7892"/>
                    <a:pt x="13629" y="7056"/>
                  </a:cubicBezTo>
                  <a:lnTo>
                    <a:pt x="14222" y="4313"/>
                  </a:lnTo>
                  <a:cubicBezTo>
                    <a:pt x="14431" y="3348"/>
                    <a:pt x="13818" y="2397"/>
                    <a:pt x="12855" y="2189"/>
                  </a:cubicBezTo>
                  <a:lnTo>
                    <a:pt x="2927" y="41"/>
                  </a:lnTo>
                  <a:cubicBezTo>
                    <a:pt x="2799" y="14"/>
                    <a:pt x="2672" y="1"/>
                    <a:pt x="2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45;p36">
              <a:extLst>
                <a:ext uri="{FF2B5EF4-FFF2-40B4-BE49-F238E27FC236}">
                  <a16:creationId xmlns:a16="http://schemas.microsoft.com/office/drawing/2014/main" id="{424F4960-8938-A492-5A43-3A75C2962AEF}"/>
                </a:ext>
              </a:extLst>
            </p:cNvPr>
            <p:cNvSpPr/>
            <p:nvPr/>
          </p:nvSpPr>
          <p:spPr>
            <a:xfrm>
              <a:off x="4852100" y="2482925"/>
              <a:ext cx="339600" cy="193900"/>
            </a:xfrm>
            <a:custGeom>
              <a:avLst/>
              <a:gdLst/>
              <a:ahLst/>
              <a:cxnLst/>
              <a:rect l="l" t="t" r="r" b="b"/>
              <a:pathLst>
                <a:path w="13584" h="7756" extrusionOk="0">
                  <a:moveTo>
                    <a:pt x="2125" y="0"/>
                  </a:moveTo>
                  <a:cubicBezTo>
                    <a:pt x="1466" y="0"/>
                    <a:pt x="871" y="460"/>
                    <a:pt x="726" y="1129"/>
                  </a:cubicBezTo>
                  <a:lnTo>
                    <a:pt x="133" y="3874"/>
                  </a:lnTo>
                  <a:cubicBezTo>
                    <a:pt x="1" y="4485"/>
                    <a:pt x="275" y="5106"/>
                    <a:pt x="816" y="5416"/>
                  </a:cubicBezTo>
                  <a:cubicBezTo>
                    <a:pt x="944" y="5490"/>
                    <a:pt x="1082" y="5543"/>
                    <a:pt x="1229" y="5575"/>
                  </a:cubicBezTo>
                  <a:lnTo>
                    <a:pt x="11155" y="7723"/>
                  </a:lnTo>
                  <a:cubicBezTo>
                    <a:pt x="11257" y="7745"/>
                    <a:pt x="11358" y="7755"/>
                    <a:pt x="11459" y="7755"/>
                  </a:cubicBezTo>
                  <a:cubicBezTo>
                    <a:pt x="12118" y="7755"/>
                    <a:pt x="12713" y="7297"/>
                    <a:pt x="12858" y="6626"/>
                  </a:cubicBezTo>
                  <a:lnTo>
                    <a:pt x="13451" y="3883"/>
                  </a:lnTo>
                  <a:cubicBezTo>
                    <a:pt x="13583" y="3271"/>
                    <a:pt x="13309" y="2652"/>
                    <a:pt x="12767" y="2340"/>
                  </a:cubicBezTo>
                  <a:cubicBezTo>
                    <a:pt x="12640" y="2266"/>
                    <a:pt x="12500" y="2212"/>
                    <a:pt x="12355" y="2181"/>
                  </a:cubicBezTo>
                  <a:lnTo>
                    <a:pt x="2427" y="33"/>
                  </a:lnTo>
                  <a:cubicBezTo>
                    <a:pt x="2326" y="11"/>
                    <a:pt x="2225" y="0"/>
                    <a:pt x="2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46;p36">
              <a:extLst>
                <a:ext uri="{FF2B5EF4-FFF2-40B4-BE49-F238E27FC236}">
                  <a16:creationId xmlns:a16="http://schemas.microsoft.com/office/drawing/2014/main" id="{66E2BFD3-FE9B-507E-623E-2EAFB71EC138}"/>
                </a:ext>
              </a:extLst>
            </p:cNvPr>
            <p:cNvSpPr/>
            <p:nvPr/>
          </p:nvSpPr>
          <p:spPr>
            <a:xfrm>
              <a:off x="5110550" y="2563175"/>
              <a:ext cx="51225" cy="89100"/>
            </a:xfrm>
            <a:custGeom>
              <a:avLst/>
              <a:gdLst/>
              <a:ahLst/>
              <a:cxnLst/>
              <a:rect l="l" t="t" r="r" b="b"/>
              <a:pathLst>
                <a:path w="2049" h="3564" extrusionOk="0">
                  <a:moveTo>
                    <a:pt x="1252" y="1"/>
                  </a:moveTo>
                  <a:cubicBezTo>
                    <a:pt x="916" y="1"/>
                    <a:pt x="615" y="234"/>
                    <a:pt x="540" y="575"/>
                  </a:cubicBezTo>
                  <a:lnTo>
                    <a:pt x="86" y="2680"/>
                  </a:lnTo>
                  <a:cubicBezTo>
                    <a:pt x="1" y="3074"/>
                    <a:pt x="249" y="3462"/>
                    <a:pt x="643" y="3547"/>
                  </a:cubicBezTo>
                  <a:cubicBezTo>
                    <a:pt x="695" y="3558"/>
                    <a:pt x="746" y="3563"/>
                    <a:pt x="797" y="3563"/>
                  </a:cubicBezTo>
                  <a:cubicBezTo>
                    <a:pt x="1132" y="3563"/>
                    <a:pt x="1434" y="3330"/>
                    <a:pt x="1508" y="2988"/>
                  </a:cubicBezTo>
                  <a:lnTo>
                    <a:pt x="1964" y="882"/>
                  </a:lnTo>
                  <a:cubicBezTo>
                    <a:pt x="2049" y="490"/>
                    <a:pt x="1799" y="102"/>
                    <a:pt x="1406" y="17"/>
                  </a:cubicBezTo>
                  <a:cubicBezTo>
                    <a:pt x="1355" y="6"/>
                    <a:pt x="1303" y="1"/>
                    <a:pt x="12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47;p36">
              <a:extLst>
                <a:ext uri="{FF2B5EF4-FFF2-40B4-BE49-F238E27FC236}">
                  <a16:creationId xmlns:a16="http://schemas.microsoft.com/office/drawing/2014/main" id="{93CA56CD-1339-338A-FB67-438ECB8DD124}"/>
                </a:ext>
              </a:extLst>
            </p:cNvPr>
            <p:cNvSpPr/>
            <p:nvPr/>
          </p:nvSpPr>
          <p:spPr>
            <a:xfrm>
              <a:off x="4967900" y="2531650"/>
              <a:ext cx="51275" cy="89075"/>
            </a:xfrm>
            <a:custGeom>
              <a:avLst/>
              <a:gdLst/>
              <a:ahLst/>
              <a:cxnLst/>
              <a:rect l="l" t="t" r="r" b="b"/>
              <a:pathLst>
                <a:path w="2051" h="3563" extrusionOk="0">
                  <a:moveTo>
                    <a:pt x="1253" y="0"/>
                  </a:moveTo>
                  <a:cubicBezTo>
                    <a:pt x="917" y="0"/>
                    <a:pt x="615" y="233"/>
                    <a:pt x="542" y="574"/>
                  </a:cubicBezTo>
                  <a:lnTo>
                    <a:pt x="87" y="2679"/>
                  </a:lnTo>
                  <a:cubicBezTo>
                    <a:pt x="1" y="3073"/>
                    <a:pt x="251" y="3461"/>
                    <a:pt x="645" y="3546"/>
                  </a:cubicBezTo>
                  <a:cubicBezTo>
                    <a:pt x="696" y="3557"/>
                    <a:pt x="748" y="3562"/>
                    <a:pt x="799" y="3562"/>
                  </a:cubicBezTo>
                  <a:cubicBezTo>
                    <a:pt x="1134" y="3562"/>
                    <a:pt x="1436" y="3329"/>
                    <a:pt x="1509" y="2988"/>
                  </a:cubicBezTo>
                  <a:lnTo>
                    <a:pt x="1965" y="883"/>
                  </a:lnTo>
                  <a:cubicBezTo>
                    <a:pt x="2050" y="489"/>
                    <a:pt x="1800" y="101"/>
                    <a:pt x="1408" y="17"/>
                  </a:cubicBezTo>
                  <a:cubicBezTo>
                    <a:pt x="1356" y="5"/>
                    <a:pt x="1304"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48;p36">
              <a:extLst>
                <a:ext uri="{FF2B5EF4-FFF2-40B4-BE49-F238E27FC236}">
                  <a16:creationId xmlns:a16="http://schemas.microsoft.com/office/drawing/2014/main" id="{F9B59AF1-9E79-0153-A049-52308B74B677}"/>
                </a:ext>
              </a:extLst>
            </p:cNvPr>
            <p:cNvSpPr/>
            <p:nvPr/>
          </p:nvSpPr>
          <p:spPr>
            <a:xfrm>
              <a:off x="5563000" y="2623925"/>
              <a:ext cx="144650" cy="69950"/>
            </a:xfrm>
            <a:custGeom>
              <a:avLst/>
              <a:gdLst/>
              <a:ahLst/>
              <a:cxnLst/>
              <a:rect l="l" t="t" r="r" b="b"/>
              <a:pathLst>
                <a:path w="5786" h="2798" extrusionOk="0">
                  <a:moveTo>
                    <a:pt x="5180" y="1"/>
                  </a:moveTo>
                  <a:cubicBezTo>
                    <a:pt x="4976" y="1"/>
                    <a:pt x="4781" y="119"/>
                    <a:pt x="4693" y="318"/>
                  </a:cubicBezTo>
                  <a:cubicBezTo>
                    <a:pt x="4307" y="1189"/>
                    <a:pt x="3451" y="1732"/>
                    <a:pt x="2525" y="1732"/>
                  </a:cubicBezTo>
                  <a:cubicBezTo>
                    <a:pt x="2390" y="1732"/>
                    <a:pt x="2252" y="1721"/>
                    <a:pt x="2115" y="1697"/>
                  </a:cubicBezTo>
                  <a:lnTo>
                    <a:pt x="662" y="1444"/>
                  </a:lnTo>
                  <a:cubicBezTo>
                    <a:pt x="632" y="1439"/>
                    <a:pt x="601" y="1436"/>
                    <a:pt x="571" y="1436"/>
                  </a:cubicBezTo>
                  <a:cubicBezTo>
                    <a:pt x="317" y="1436"/>
                    <a:pt x="92" y="1618"/>
                    <a:pt x="47" y="1877"/>
                  </a:cubicBezTo>
                  <a:cubicBezTo>
                    <a:pt x="0" y="2141"/>
                    <a:pt x="158" y="2394"/>
                    <a:pt x="405" y="2474"/>
                  </a:cubicBezTo>
                  <a:cubicBezTo>
                    <a:pt x="429" y="2483"/>
                    <a:pt x="453" y="2489"/>
                    <a:pt x="479" y="2493"/>
                  </a:cubicBezTo>
                  <a:lnTo>
                    <a:pt x="1932" y="2746"/>
                  </a:lnTo>
                  <a:cubicBezTo>
                    <a:pt x="2131" y="2781"/>
                    <a:pt x="2329" y="2798"/>
                    <a:pt x="2525" y="2798"/>
                  </a:cubicBezTo>
                  <a:cubicBezTo>
                    <a:pt x="3868" y="2798"/>
                    <a:pt x="5108" y="2011"/>
                    <a:pt x="5667" y="749"/>
                  </a:cubicBezTo>
                  <a:cubicBezTo>
                    <a:pt x="5785" y="479"/>
                    <a:pt x="5664" y="165"/>
                    <a:pt x="5394" y="46"/>
                  </a:cubicBezTo>
                  <a:cubicBezTo>
                    <a:pt x="5325" y="15"/>
                    <a:pt x="5252" y="1"/>
                    <a:pt x="5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49;p36">
              <a:extLst>
                <a:ext uri="{FF2B5EF4-FFF2-40B4-BE49-F238E27FC236}">
                  <a16:creationId xmlns:a16="http://schemas.microsoft.com/office/drawing/2014/main" id="{76F51DDE-9101-1104-85B4-4BA6F1A2C567}"/>
                </a:ext>
              </a:extLst>
            </p:cNvPr>
            <p:cNvSpPr/>
            <p:nvPr/>
          </p:nvSpPr>
          <p:spPr>
            <a:xfrm>
              <a:off x="5560725" y="2556250"/>
              <a:ext cx="98475" cy="106000"/>
            </a:xfrm>
            <a:custGeom>
              <a:avLst/>
              <a:gdLst/>
              <a:ahLst/>
              <a:cxnLst/>
              <a:rect l="l" t="t" r="r" b="b"/>
              <a:pathLst>
                <a:path w="3939" h="4240" extrusionOk="0">
                  <a:moveTo>
                    <a:pt x="3307" y="1"/>
                  </a:moveTo>
                  <a:cubicBezTo>
                    <a:pt x="3296" y="1"/>
                    <a:pt x="3285" y="1"/>
                    <a:pt x="3274" y="2"/>
                  </a:cubicBezTo>
                  <a:cubicBezTo>
                    <a:pt x="2980" y="20"/>
                    <a:pt x="2757" y="273"/>
                    <a:pt x="2777" y="567"/>
                  </a:cubicBezTo>
                  <a:cubicBezTo>
                    <a:pt x="2847" y="1658"/>
                    <a:pt x="2167" y="2650"/>
                    <a:pt x="1126" y="2980"/>
                  </a:cubicBezTo>
                  <a:lnTo>
                    <a:pt x="435" y="3200"/>
                  </a:lnTo>
                  <a:cubicBezTo>
                    <a:pt x="155" y="3289"/>
                    <a:pt x="1" y="3587"/>
                    <a:pt x="88" y="3868"/>
                  </a:cubicBezTo>
                  <a:cubicBezTo>
                    <a:pt x="148" y="4051"/>
                    <a:pt x="296" y="4181"/>
                    <a:pt x="472" y="4224"/>
                  </a:cubicBezTo>
                  <a:cubicBezTo>
                    <a:pt x="513" y="4234"/>
                    <a:pt x="555" y="4239"/>
                    <a:pt x="598" y="4239"/>
                  </a:cubicBezTo>
                  <a:cubicBezTo>
                    <a:pt x="651" y="4239"/>
                    <a:pt x="705" y="4231"/>
                    <a:pt x="758" y="4214"/>
                  </a:cubicBezTo>
                  <a:lnTo>
                    <a:pt x="1447" y="3995"/>
                  </a:lnTo>
                  <a:cubicBezTo>
                    <a:pt x="2956" y="3516"/>
                    <a:pt x="3939" y="2079"/>
                    <a:pt x="3839" y="499"/>
                  </a:cubicBezTo>
                  <a:cubicBezTo>
                    <a:pt x="3821" y="218"/>
                    <a:pt x="3587" y="1"/>
                    <a:pt x="3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50;p36">
              <a:extLst>
                <a:ext uri="{FF2B5EF4-FFF2-40B4-BE49-F238E27FC236}">
                  <a16:creationId xmlns:a16="http://schemas.microsoft.com/office/drawing/2014/main" id="{6BF1126E-F13B-030E-8E48-3E8009A38E65}"/>
                </a:ext>
              </a:extLst>
            </p:cNvPr>
            <p:cNvSpPr/>
            <p:nvPr/>
          </p:nvSpPr>
          <p:spPr>
            <a:xfrm>
              <a:off x="4873700" y="2352750"/>
              <a:ext cx="192300" cy="110800"/>
            </a:xfrm>
            <a:custGeom>
              <a:avLst/>
              <a:gdLst/>
              <a:ahLst/>
              <a:cxnLst/>
              <a:rect l="l" t="t" r="r" b="b"/>
              <a:pathLst>
                <a:path w="7692" h="4432" extrusionOk="0">
                  <a:moveTo>
                    <a:pt x="2638" y="0"/>
                  </a:moveTo>
                  <a:cubicBezTo>
                    <a:pt x="1529" y="0"/>
                    <a:pt x="620" y="328"/>
                    <a:pt x="229" y="900"/>
                  </a:cubicBezTo>
                  <a:cubicBezTo>
                    <a:pt x="150" y="1015"/>
                    <a:pt x="93" y="1141"/>
                    <a:pt x="58" y="1274"/>
                  </a:cubicBezTo>
                  <a:lnTo>
                    <a:pt x="58" y="1276"/>
                  </a:lnTo>
                  <a:cubicBezTo>
                    <a:pt x="0" y="1498"/>
                    <a:pt x="11" y="1729"/>
                    <a:pt x="84" y="1960"/>
                  </a:cubicBezTo>
                  <a:cubicBezTo>
                    <a:pt x="368" y="2881"/>
                    <a:pt x="1598" y="3807"/>
                    <a:pt x="3219" y="4220"/>
                  </a:cubicBezTo>
                  <a:cubicBezTo>
                    <a:pt x="3777" y="4364"/>
                    <a:pt x="4324" y="4431"/>
                    <a:pt x="4829" y="4431"/>
                  </a:cubicBezTo>
                  <a:cubicBezTo>
                    <a:pt x="6161" y="4431"/>
                    <a:pt x="7203" y="3960"/>
                    <a:pt x="7409" y="3157"/>
                  </a:cubicBezTo>
                  <a:cubicBezTo>
                    <a:pt x="7692" y="2048"/>
                    <a:pt x="6277" y="731"/>
                    <a:pt x="4246" y="211"/>
                  </a:cubicBezTo>
                  <a:cubicBezTo>
                    <a:pt x="3688" y="68"/>
                    <a:pt x="3142" y="0"/>
                    <a:pt x="26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51;p36">
              <a:extLst>
                <a:ext uri="{FF2B5EF4-FFF2-40B4-BE49-F238E27FC236}">
                  <a16:creationId xmlns:a16="http://schemas.microsoft.com/office/drawing/2014/main" id="{6E168540-240B-BB31-E647-B7FD47BDD13C}"/>
                </a:ext>
              </a:extLst>
            </p:cNvPr>
            <p:cNvSpPr/>
            <p:nvPr/>
          </p:nvSpPr>
          <p:spPr>
            <a:xfrm>
              <a:off x="4873700" y="2375275"/>
              <a:ext cx="16175" cy="26500"/>
            </a:xfrm>
            <a:custGeom>
              <a:avLst/>
              <a:gdLst/>
              <a:ahLst/>
              <a:cxnLst/>
              <a:rect l="l" t="t" r="r" b="b"/>
              <a:pathLst>
                <a:path w="647" h="1060" extrusionOk="0">
                  <a:moveTo>
                    <a:pt x="227" y="1"/>
                  </a:moveTo>
                  <a:cubicBezTo>
                    <a:pt x="149" y="114"/>
                    <a:pt x="91" y="240"/>
                    <a:pt x="58" y="375"/>
                  </a:cubicBezTo>
                  <a:cubicBezTo>
                    <a:pt x="0" y="597"/>
                    <a:pt x="11" y="828"/>
                    <a:pt x="84" y="1059"/>
                  </a:cubicBezTo>
                  <a:cubicBezTo>
                    <a:pt x="330" y="1020"/>
                    <a:pt x="529" y="875"/>
                    <a:pt x="583" y="661"/>
                  </a:cubicBezTo>
                  <a:cubicBezTo>
                    <a:pt x="647" y="413"/>
                    <a:pt x="496" y="149"/>
                    <a:pt x="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52;p36">
              <a:extLst>
                <a:ext uri="{FF2B5EF4-FFF2-40B4-BE49-F238E27FC236}">
                  <a16:creationId xmlns:a16="http://schemas.microsoft.com/office/drawing/2014/main" id="{4CFFAE64-EB70-89E3-EB6D-367DB851FABD}"/>
                </a:ext>
              </a:extLst>
            </p:cNvPr>
            <p:cNvSpPr/>
            <p:nvPr/>
          </p:nvSpPr>
          <p:spPr>
            <a:xfrm>
              <a:off x="4801900" y="2507750"/>
              <a:ext cx="50225" cy="71325"/>
            </a:xfrm>
            <a:custGeom>
              <a:avLst/>
              <a:gdLst/>
              <a:ahLst/>
              <a:cxnLst/>
              <a:rect l="l" t="t" r="r" b="b"/>
              <a:pathLst>
                <a:path w="2009" h="2853" extrusionOk="0">
                  <a:moveTo>
                    <a:pt x="1036" y="0"/>
                  </a:moveTo>
                  <a:cubicBezTo>
                    <a:pt x="887" y="0"/>
                    <a:pt x="753" y="104"/>
                    <a:pt x="720" y="255"/>
                  </a:cubicBezTo>
                  <a:lnTo>
                    <a:pt x="271" y="2327"/>
                  </a:lnTo>
                  <a:cubicBezTo>
                    <a:pt x="234" y="2501"/>
                    <a:pt x="0" y="2598"/>
                    <a:pt x="176" y="2636"/>
                  </a:cubicBezTo>
                  <a:lnTo>
                    <a:pt x="1139" y="2845"/>
                  </a:lnTo>
                  <a:cubicBezTo>
                    <a:pt x="1162" y="2850"/>
                    <a:pt x="1186" y="2852"/>
                    <a:pt x="1208" y="2852"/>
                  </a:cubicBezTo>
                  <a:cubicBezTo>
                    <a:pt x="1357" y="2852"/>
                    <a:pt x="1491" y="2749"/>
                    <a:pt x="1524" y="2596"/>
                  </a:cubicBezTo>
                  <a:lnTo>
                    <a:pt x="1971" y="526"/>
                  </a:lnTo>
                  <a:cubicBezTo>
                    <a:pt x="2009" y="352"/>
                    <a:pt x="1898" y="179"/>
                    <a:pt x="1724" y="141"/>
                  </a:cubicBezTo>
                  <a:lnTo>
                    <a:pt x="1105" y="8"/>
                  </a:lnTo>
                  <a:cubicBezTo>
                    <a:pt x="1081" y="3"/>
                    <a:pt x="1058" y="0"/>
                    <a:pt x="103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53;p36">
              <a:extLst>
                <a:ext uri="{FF2B5EF4-FFF2-40B4-BE49-F238E27FC236}">
                  <a16:creationId xmlns:a16="http://schemas.microsoft.com/office/drawing/2014/main" id="{51420E0B-3293-19B8-9E9E-A23918F6A9E9}"/>
                </a:ext>
              </a:extLst>
            </p:cNvPr>
            <p:cNvSpPr/>
            <p:nvPr/>
          </p:nvSpPr>
          <p:spPr>
            <a:xfrm>
              <a:off x="4799725" y="2506000"/>
              <a:ext cx="39675" cy="70200"/>
            </a:xfrm>
            <a:custGeom>
              <a:avLst/>
              <a:gdLst/>
              <a:ahLst/>
              <a:cxnLst/>
              <a:rect l="l" t="t" r="r" b="b"/>
              <a:pathLst>
                <a:path w="1587" h="2808" extrusionOk="0">
                  <a:moveTo>
                    <a:pt x="802" y="1"/>
                  </a:moveTo>
                  <a:cubicBezTo>
                    <a:pt x="653" y="1"/>
                    <a:pt x="519" y="104"/>
                    <a:pt x="487" y="255"/>
                  </a:cubicBezTo>
                  <a:lnTo>
                    <a:pt x="39" y="2327"/>
                  </a:lnTo>
                  <a:cubicBezTo>
                    <a:pt x="1" y="2501"/>
                    <a:pt x="112" y="2674"/>
                    <a:pt x="286" y="2712"/>
                  </a:cubicBezTo>
                  <a:lnTo>
                    <a:pt x="717" y="2800"/>
                  </a:lnTo>
                  <a:cubicBezTo>
                    <a:pt x="741" y="2805"/>
                    <a:pt x="764" y="2807"/>
                    <a:pt x="786" y="2807"/>
                  </a:cubicBezTo>
                  <a:cubicBezTo>
                    <a:pt x="935" y="2807"/>
                    <a:pt x="1069" y="2704"/>
                    <a:pt x="1102" y="2551"/>
                  </a:cubicBezTo>
                  <a:lnTo>
                    <a:pt x="1549" y="481"/>
                  </a:lnTo>
                  <a:cubicBezTo>
                    <a:pt x="1587" y="306"/>
                    <a:pt x="1476" y="134"/>
                    <a:pt x="1302" y="96"/>
                  </a:cubicBezTo>
                  <a:lnTo>
                    <a:pt x="870" y="8"/>
                  </a:lnTo>
                  <a:cubicBezTo>
                    <a:pt x="847" y="3"/>
                    <a:pt x="824" y="1"/>
                    <a:pt x="8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54;p36">
              <a:extLst>
                <a:ext uri="{FF2B5EF4-FFF2-40B4-BE49-F238E27FC236}">
                  <a16:creationId xmlns:a16="http://schemas.microsoft.com/office/drawing/2014/main" id="{EE318B42-2792-C870-208A-F25750419EE2}"/>
                </a:ext>
              </a:extLst>
            </p:cNvPr>
            <p:cNvSpPr/>
            <p:nvPr/>
          </p:nvSpPr>
          <p:spPr>
            <a:xfrm>
              <a:off x="4812500" y="2313275"/>
              <a:ext cx="60150" cy="225100"/>
            </a:xfrm>
            <a:custGeom>
              <a:avLst/>
              <a:gdLst/>
              <a:ahLst/>
              <a:cxnLst/>
              <a:rect l="l" t="t" r="r" b="b"/>
              <a:pathLst>
                <a:path w="2406" h="9004" extrusionOk="0">
                  <a:moveTo>
                    <a:pt x="2107" y="1"/>
                  </a:moveTo>
                  <a:cubicBezTo>
                    <a:pt x="1980" y="1"/>
                    <a:pt x="1867" y="89"/>
                    <a:pt x="1839" y="216"/>
                  </a:cubicBezTo>
                  <a:lnTo>
                    <a:pt x="32" y="8671"/>
                  </a:lnTo>
                  <a:cubicBezTo>
                    <a:pt x="0" y="8818"/>
                    <a:pt x="94" y="8965"/>
                    <a:pt x="243" y="8997"/>
                  </a:cubicBezTo>
                  <a:cubicBezTo>
                    <a:pt x="262" y="9001"/>
                    <a:pt x="281" y="9003"/>
                    <a:pt x="300" y="9003"/>
                  </a:cubicBezTo>
                  <a:cubicBezTo>
                    <a:pt x="426" y="9003"/>
                    <a:pt x="539" y="8915"/>
                    <a:pt x="567" y="8786"/>
                  </a:cubicBezTo>
                  <a:lnTo>
                    <a:pt x="2374" y="331"/>
                  </a:lnTo>
                  <a:cubicBezTo>
                    <a:pt x="2406" y="184"/>
                    <a:pt x="2312" y="39"/>
                    <a:pt x="2165" y="7"/>
                  </a:cubicBezTo>
                  <a:cubicBezTo>
                    <a:pt x="2145" y="3"/>
                    <a:pt x="2126" y="1"/>
                    <a:pt x="2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55;p36">
              <a:extLst>
                <a:ext uri="{FF2B5EF4-FFF2-40B4-BE49-F238E27FC236}">
                  <a16:creationId xmlns:a16="http://schemas.microsoft.com/office/drawing/2014/main" id="{3B11A58D-CFDB-5579-1A0E-5947D50EDEA8}"/>
                </a:ext>
              </a:extLst>
            </p:cNvPr>
            <p:cNvSpPr/>
            <p:nvPr/>
          </p:nvSpPr>
          <p:spPr>
            <a:xfrm>
              <a:off x="5479800" y="2765175"/>
              <a:ext cx="50275" cy="32250"/>
            </a:xfrm>
            <a:custGeom>
              <a:avLst/>
              <a:gdLst/>
              <a:ahLst/>
              <a:cxnLst/>
              <a:rect l="l" t="t" r="r" b="b"/>
              <a:pathLst>
                <a:path w="2011" h="1290" extrusionOk="0">
                  <a:moveTo>
                    <a:pt x="134" y="0"/>
                  </a:moveTo>
                  <a:lnTo>
                    <a:pt x="1" y="288"/>
                  </a:lnTo>
                  <a:cubicBezTo>
                    <a:pt x="272" y="609"/>
                    <a:pt x="558" y="832"/>
                    <a:pt x="834" y="983"/>
                  </a:cubicBezTo>
                  <a:cubicBezTo>
                    <a:pt x="1228" y="1198"/>
                    <a:pt x="1602" y="1271"/>
                    <a:pt x="1883" y="1289"/>
                  </a:cubicBezTo>
                  <a:lnTo>
                    <a:pt x="2011" y="1015"/>
                  </a:lnTo>
                  <a:lnTo>
                    <a:pt x="2011" y="1015"/>
                  </a:lnTo>
                  <a:cubicBezTo>
                    <a:pt x="2008" y="1015"/>
                    <a:pt x="2006" y="1015"/>
                    <a:pt x="2004" y="1015"/>
                  </a:cubicBezTo>
                  <a:cubicBezTo>
                    <a:pt x="1583" y="1015"/>
                    <a:pt x="809" y="877"/>
                    <a:pt x="13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56;p36">
              <a:extLst>
                <a:ext uri="{FF2B5EF4-FFF2-40B4-BE49-F238E27FC236}">
                  <a16:creationId xmlns:a16="http://schemas.microsoft.com/office/drawing/2014/main" id="{7E8E0B88-D625-5B81-E0E1-AEBC6EF76681}"/>
                </a:ext>
              </a:extLst>
            </p:cNvPr>
            <p:cNvSpPr/>
            <p:nvPr/>
          </p:nvSpPr>
          <p:spPr>
            <a:xfrm>
              <a:off x="5432425" y="2845550"/>
              <a:ext cx="47625" cy="37750"/>
            </a:xfrm>
            <a:custGeom>
              <a:avLst/>
              <a:gdLst/>
              <a:ahLst/>
              <a:cxnLst/>
              <a:rect l="l" t="t" r="r" b="b"/>
              <a:pathLst>
                <a:path w="1905" h="1510" extrusionOk="0">
                  <a:moveTo>
                    <a:pt x="192" y="1"/>
                  </a:moveTo>
                  <a:cubicBezTo>
                    <a:pt x="129" y="75"/>
                    <a:pt x="66" y="149"/>
                    <a:pt x="1" y="221"/>
                  </a:cubicBezTo>
                  <a:cubicBezTo>
                    <a:pt x="352" y="726"/>
                    <a:pt x="773" y="1054"/>
                    <a:pt x="1163" y="1267"/>
                  </a:cubicBezTo>
                  <a:cubicBezTo>
                    <a:pt x="1358" y="1375"/>
                    <a:pt x="1546" y="1452"/>
                    <a:pt x="1711" y="1510"/>
                  </a:cubicBezTo>
                  <a:cubicBezTo>
                    <a:pt x="1778" y="1434"/>
                    <a:pt x="1841" y="1357"/>
                    <a:pt x="1905" y="1279"/>
                  </a:cubicBezTo>
                  <a:cubicBezTo>
                    <a:pt x="1440" y="1143"/>
                    <a:pt x="723" y="811"/>
                    <a:pt x="192"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57;p36">
              <a:extLst>
                <a:ext uri="{FF2B5EF4-FFF2-40B4-BE49-F238E27FC236}">
                  <a16:creationId xmlns:a16="http://schemas.microsoft.com/office/drawing/2014/main" id="{4F936693-3D38-257F-D296-49F443EEC28C}"/>
                </a:ext>
              </a:extLst>
            </p:cNvPr>
            <p:cNvSpPr/>
            <p:nvPr/>
          </p:nvSpPr>
          <p:spPr>
            <a:xfrm>
              <a:off x="5369900" y="2895850"/>
              <a:ext cx="43275" cy="44300"/>
            </a:xfrm>
            <a:custGeom>
              <a:avLst/>
              <a:gdLst/>
              <a:ahLst/>
              <a:cxnLst/>
              <a:rect l="l" t="t" r="r" b="b"/>
              <a:pathLst>
                <a:path w="1731" h="1772" extrusionOk="0">
                  <a:moveTo>
                    <a:pt x="249" y="0"/>
                  </a:moveTo>
                  <a:cubicBezTo>
                    <a:pt x="168" y="46"/>
                    <a:pt x="84" y="90"/>
                    <a:pt x="1" y="132"/>
                  </a:cubicBezTo>
                  <a:cubicBezTo>
                    <a:pt x="342" y="940"/>
                    <a:pt x="948" y="1456"/>
                    <a:pt x="1464" y="1771"/>
                  </a:cubicBezTo>
                  <a:cubicBezTo>
                    <a:pt x="1554" y="1718"/>
                    <a:pt x="1643" y="1665"/>
                    <a:pt x="1731" y="1609"/>
                  </a:cubicBezTo>
                  <a:cubicBezTo>
                    <a:pt x="1223" y="1330"/>
                    <a:pt x="587" y="835"/>
                    <a:pt x="24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58;p36">
              <a:extLst>
                <a:ext uri="{FF2B5EF4-FFF2-40B4-BE49-F238E27FC236}">
                  <a16:creationId xmlns:a16="http://schemas.microsoft.com/office/drawing/2014/main" id="{1BE01EC5-604E-6749-6BF1-4E4940DF126B}"/>
                </a:ext>
              </a:extLst>
            </p:cNvPr>
            <p:cNvSpPr/>
            <p:nvPr/>
          </p:nvSpPr>
          <p:spPr>
            <a:xfrm>
              <a:off x="5292900" y="2921750"/>
              <a:ext cx="30075" cy="51950"/>
            </a:xfrm>
            <a:custGeom>
              <a:avLst/>
              <a:gdLst/>
              <a:ahLst/>
              <a:cxnLst/>
              <a:rect l="l" t="t" r="r" b="b"/>
              <a:pathLst>
                <a:path w="1203" h="2078" extrusionOk="0">
                  <a:moveTo>
                    <a:pt x="294" y="0"/>
                  </a:moveTo>
                  <a:cubicBezTo>
                    <a:pt x="200" y="16"/>
                    <a:pt x="105" y="28"/>
                    <a:pt x="11" y="40"/>
                  </a:cubicBezTo>
                  <a:cubicBezTo>
                    <a:pt x="0" y="1050"/>
                    <a:pt x="468" y="1706"/>
                    <a:pt x="857" y="2077"/>
                  </a:cubicBezTo>
                  <a:cubicBezTo>
                    <a:pt x="972" y="2057"/>
                    <a:pt x="1088" y="2036"/>
                    <a:pt x="1203" y="2012"/>
                  </a:cubicBezTo>
                  <a:cubicBezTo>
                    <a:pt x="839" y="1724"/>
                    <a:pt x="264" y="1096"/>
                    <a:pt x="29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559;p36">
              <a:extLst>
                <a:ext uri="{FF2B5EF4-FFF2-40B4-BE49-F238E27FC236}">
                  <a16:creationId xmlns:a16="http://schemas.microsoft.com/office/drawing/2014/main" id="{63C6DB49-1EFA-D132-7929-E2164E0E56A6}"/>
                </a:ext>
              </a:extLst>
            </p:cNvPr>
            <p:cNvSpPr/>
            <p:nvPr/>
          </p:nvSpPr>
          <p:spPr>
            <a:xfrm>
              <a:off x="5185875" y="2911900"/>
              <a:ext cx="26675" cy="60050"/>
            </a:xfrm>
            <a:custGeom>
              <a:avLst/>
              <a:gdLst/>
              <a:ahLst/>
              <a:cxnLst/>
              <a:rect l="l" t="t" r="r" b="b"/>
              <a:pathLst>
                <a:path w="1067" h="2402" extrusionOk="0">
                  <a:moveTo>
                    <a:pt x="359" y="1"/>
                  </a:moveTo>
                  <a:lnTo>
                    <a:pt x="359" y="1"/>
                  </a:lnTo>
                  <a:cubicBezTo>
                    <a:pt x="0" y="912"/>
                    <a:pt x="299" y="1732"/>
                    <a:pt x="668" y="2311"/>
                  </a:cubicBezTo>
                  <a:cubicBezTo>
                    <a:pt x="800" y="2344"/>
                    <a:pt x="934" y="2374"/>
                    <a:pt x="1067" y="2401"/>
                  </a:cubicBezTo>
                  <a:cubicBezTo>
                    <a:pt x="665" y="1880"/>
                    <a:pt x="246" y="1043"/>
                    <a:pt x="631" y="90"/>
                  </a:cubicBezTo>
                  <a:cubicBezTo>
                    <a:pt x="540" y="63"/>
                    <a:pt x="450" y="32"/>
                    <a:pt x="35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560;p36">
              <a:extLst>
                <a:ext uri="{FF2B5EF4-FFF2-40B4-BE49-F238E27FC236}">
                  <a16:creationId xmlns:a16="http://schemas.microsoft.com/office/drawing/2014/main" id="{E9F840BB-15AF-204E-1AB5-5F1E4F7F6DEC}"/>
                </a:ext>
              </a:extLst>
            </p:cNvPr>
            <p:cNvSpPr/>
            <p:nvPr/>
          </p:nvSpPr>
          <p:spPr>
            <a:xfrm>
              <a:off x="4491350" y="3171375"/>
              <a:ext cx="228400" cy="188525"/>
            </a:xfrm>
            <a:custGeom>
              <a:avLst/>
              <a:gdLst/>
              <a:ahLst/>
              <a:cxnLst/>
              <a:rect l="l" t="t" r="r" b="b"/>
              <a:pathLst>
                <a:path w="9136" h="7541" extrusionOk="0">
                  <a:moveTo>
                    <a:pt x="229" y="0"/>
                  </a:moveTo>
                  <a:cubicBezTo>
                    <a:pt x="153" y="56"/>
                    <a:pt x="77" y="114"/>
                    <a:pt x="0" y="173"/>
                  </a:cubicBezTo>
                  <a:cubicBezTo>
                    <a:pt x="652" y="1229"/>
                    <a:pt x="1609" y="1856"/>
                    <a:pt x="1972" y="2068"/>
                  </a:cubicBezTo>
                  <a:cubicBezTo>
                    <a:pt x="1721" y="2419"/>
                    <a:pt x="1468" y="2810"/>
                    <a:pt x="1224" y="3243"/>
                  </a:cubicBezTo>
                  <a:lnTo>
                    <a:pt x="1165" y="3349"/>
                  </a:lnTo>
                  <a:lnTo>
                    <a:pt x="1260" y="3424"/>
                  </a:lnTo>
                  <a:cubicBezTo>
                    <a:pt x="2589" y="4481"/>
                    <a:pt x="3825" y="5275"/>
                    <a:pt x="4914" y="5871"/>
                  </a:cubicBezTo>
                  <a:cubicBezTo>
                    <a:pt x="6909" y="6964"/>
                    <a:pt x="8405" y="7391"/>
                    <a:pt x="9058" y="7541"/>
                  </a:cubicBezTo>
                  <a:cubicBezTo>
                    <a:pt x="9085" y="7450"/>
                    <a:pt x="9111" y="7359"/>
                    <a:pt x="9135" y="7268"/>
                  </a:cubicBezTo>
                  <a:cubicBezTo>
                    <a:pt x="8187" y="7053"/>
                    <a:pt x="5235" y="6196"/>
                    <a:pt x="1532" y="3278"/>
                  </a:cubicBezTo>
                  <a:cubicBezTo>
                    <a:pt x="1962" y="2528"/>
                    <a:pt x="2425" y="1907"/>
                    <a:pt x="2842" y="1420"/>
                  </a:cubicBezTo>
                  <a:cubicBezTo>
                    <a:pt x="2771" y="1356"/>
                    <a:pt x="2701" y="1289"/>
                    <a:pt x="2633" y="1223"/>
                  </a:cubicBezTo>
                  <a:cubicBezTo>
                    <a:pt x="2475" y="1408"/>
                    <a:pt x="2309" y="1612"/>
                    <a:pt x="2140" y="1838"/>
                  </a:cubicBezTo>
                  <a:cubicBezTo>
                    <a:pt x="1824" y="1653"/>
                    <a:pt x="859" y="1033"/>
                    <a:pt x="2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561;p36">
              <a:extLst>
                <a:ext uri="{FF2B5EF4-FFF2-40B4-BE49-F238E27FC236}">
                  <a16:creationId xmlns:a16="http://schemas.microsoft.com/office/drawing/2014/main" id="{019CA72A-B6ED-48DB-A23E-B5E56FA9C277}"/>
                </a:ext>
              </a:extLst>
            </p:cNvPr>
            <p:cNvSpPr/>
            <p:nvPr/>
          </p:nvSpPr>
          <p:spPr>
            <a:xfrm>
              <a:off x="5269600" y="2224200"/>
              <a:ext cx="826575" cy="449875"/>
            </a:xfrm>
            <a:custGeom>
              <a:avLst/>
              <a:gdLst/>
              <a:ahLst/>
              <a:cxnLst/>
              <a:rect l="l" t="t" r="r" b="b"/>
              <a:pathLst>
                <a:path w="33063" h="17995" extrusionOk="0">
                  <a:moveTo>
                    <a:pt x="0" y="0"/>
                  </a:moveTo>
                  <a:lnTo>
                    <a:pt x="0" y="17995"/>
                  </a:lnTo>
                  <a:lnTo>
                    <a:pt x="2533" y="15262"/>
                  </a:lnTo>
                  <a:lnTo>
                    <a:pt x="33062" y="15262"/>
                  </a:lnTo>
                  <a:lnTo>
                    <a:pt x="330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562;p36">
              <a:extLst>
                <a:ext uri="{FF2B5EF4-FFF2-40B4-BE49-F238E27FC236}">
                  <a16:creationId xmlns:a16="http://schemas.microsoft.com/office/drawing/2014/main" id="{22F6AA6F-665D-6ACF-E643-B4E0EF4258F3}"/>
                </a:ext>
              </a:extLst>
            </p:cNvPr>
            <p:cNvSpPr/>
            <p:nvPr/>
          </p:nvSpPr>
          <p:spPr>
            <a:xfrm>
              <a:off x="5851600" y="2306750"/>
              <a:ext cx="215675" cy="196525"/>
            </a:xfrm>
            <a:custGeom>
              <a:avLst/>
              <a:gdLst/>
              <a:ahLst/>
              <a:cxnLst/>
              <a:rect l="l" t="t" r="r" b="b"/>
              <a:pathLst>
                <a:path w="8627" h="7861" extrusionOk="0">
                  <a:moveTo>
                    <a:pt x="4313" y="0"/>
                  </a:moveTo>
                  <a:cubicBezTo>
                    <a:pt x="3307" y="0"/>
                    <a:pt x="2302" y="384"/>
                    <a:pt x="1534" y="1151"/>
                  </a:cubicBezTo>
                  <a:cubicBezTo>
                    <a:pt x="0" y="2687"/>
                    <a:pt x="0" y="5174"/>
                    <a:pt x="1534" y="6709"/>
                  </a:cubicBezTo>
                  <a:cubicBezTo>
                    <a:pt x="2302" y="7477"/>
                    <a:pt x="3307" y="7861"/>
                    <a:pt x="4313" y="7861"/>
                  </a:cubicBezTo>
                  <a:cubicBezTo>
                    <a:pt x="5319" y="7861"/>
                    <a:pt x="6325" y="7477"/>
                    <a:pt x="7092" y="6709"/>
                  </a:cubicBezTo>
                  <a:cubicBezTo>
                    <a:pt x="8626" y="5174"/>
                    <a:pt x="8626" y="2687"/>
                    <a:pt x="7092" y="1151"/>
                  </a:cubicBezTo>
                  <a:cubicBezTo>
                    <a:pt x="6325" y="384"/>
                    <a:pt x="5319" y="0"/>
                    <a:pt x="43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563;p36">
              <a:extLst>
                <a:ext uri="{FF2B5EF4-FFF2-40B4-BE49-F238E27FC236}">
                  <a16:creationId xmlns:a16="http://schemas.microsoft.com/office/drawing/2014/main" id="{5E08D013-EDBF-57E4-6F23-136A47ADE084}"/>
                </a:ext>
              </a:extLst>
            </p:cNvPr>
            <p:cNvSpPr/>
            <p:nvPr/>
          </p:nvSpPr>
          <p:spPr>
            <a:xfrm>
              <a:off x="5312100" y="2329950"/>
              <a:ext cx="496750" cy="16000"/>
            </a:xfrm>
            <a:custGeom>
              <a:avLst/>
              <a:gdLst/>
              <a:ahLst/>
              <a:cxnLst/>
              <a:rect l="l" t="t" r="r" b="b"/>
              <a:pathLst>
                <a:path w="19870" h="640" extrusionOk="0">
                  <a:moveTo>
                    <a:pt x="320" y="1"/>
                  </a:moveTo>
                  <a:cubicBezTo>
                    <a:pt x="142" y="1"/>
                    <a:pt x="0" y="143"/>
                    <a:pt x="0" y="320"/>
                  </a:cubicBezTo>
                  <a:cubicBezTo>
                    <a:pt x="0" y="496"/>
                    <a:pt x="142" y="640"/>
                    <a:pt x="320" y="640"/>
                  </a:cubicBezTo>
                  <a:lnTo>
                    <a:pt x="19550" y="640"/>
                  </a:lnTo>
                  <a:cubicBezTo>
                    <a:pt x="19728" y="640"/>
                    <a:pt x="19870" y="496"/>
                    <a:pt x="19870" y="320"/>
                  </a:cubicBezTo>
                  <a:cubicBezTo>
                    <a:pt x="19870" y="143"/>
                    <a:pt x="19728" y="1"/>
                    <a:pt x="195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564;p36">
              <a:extLst>
                <a:ext uri="{FF2B5EF4-FFF2-40B4-BE49-F238E27FC236}">
                  <a16:creationId xmlns:a16="http://schemas.microsoft.com/office/drawing/2014/main" id="{1921112C-4788-72DC-098D-3929AE8171BF}"/>
                </a:ext>
              </a:extLst>
            </p:cNvPr>
            <p:cNvSpPr/>
            <p:nvPr/>
          </p:nvSpPr>
          <p:spPr>
            <a:xfrm>
              <a:off x="5623275" y="2389025"/>
              <a:ext cx="185575" cy="16000"/>
            </a:xfrm>
            <a:custGeom>
              <a:avLst/>
              <a:gdLst/>
              <a:ahLst/>
              <a:cxnLst/>
              <a:rect l="l" t="t" r="r" b="b"/>
              <a:pathLst>
                <a:path w="7423" h="640" extrusionOk="0">
                  <a:moveTo>
                    <a:pt x="320" y="1"/>
                  </a:moveTo>
                  <a:cubicBezTo>
                    <a:pt x="143" y="1"/>
                    <a:pt x="1" y="143"/>
                    <a:pt x="1" y="320"/>
                  </a:cubicBezTo>
                  <a:cubicBezTo>
                    <a:pt x="1" y="497"/>
                    <a:pt x="143" y="640"/>
                    <a:pt x="320" y="640"/>
                  </a:cubicBezTo>
                  <a:lnTo>
                    <a:pt x="7103" y="640"/>
                  </a:lnTo>
                  <a:cubicBezTo>
                    <a:pt x="7281" y="640"/>
                    <a:pt x="7423" y="497"/>
                    <a:pt x="7423" y="320"/>
                  </a:cubicBezTo>
                  <a:cubicBezTo>
                    <a:pt x="7423" y="143"/>
                    <a:pt x="7281" y="1"/>
                    <a:pt x="7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565;p36">
              <a:extLst>
                <a:ext uri="{FF2B5EF4-FFF2-40B4-BE49-F238E27FC236}">
                  <a16:creationId xmlns:a16="http://schemas.microsoft.com/office/drawing/2014/main" id="{03C1B941-8A25-8746-9936-8C63E6E06F6C}"/>
                </a:ext>
              </a:extLst>
            </p:cNvPr>
            <p:cNvSpPr/>
            <p:nvPr/>
          </p:nvSpPr>
          <p:spPr>
            <a:xfrm>
              <a:off x="5308075" y="2389025"/>
              <a:ext cx="288225" cy="16000"/>
            </a:xfrm>
            <a:custGeom>
              <a:avLst/>
              <a:gdLst/>
              <a:ahLst/>
              <a:cxnLst/>
              <a:rect l="l" t="t" r="r" b="b"/>
              <a:pathLst>
                <a:path w="11529" h="640" extrusionOk="0">
                  <a:moveTo>
                    <a:pt x="320" y="1"/>
                  </a:moveTo>
                  <a:cubicBezTo>
                    <a:pt x="144" y="1"/>
                    <a:pt x="0" y="143"/>
                    <a:pt x="0" y="320"/>
                  </a:cubicBezTo>
                  <a:cubicBezTo>
                    <a:pt x="0" y="496"/>
                    <a:pt x="144" y="640"/>
                    <a:pt x="320" y="640"/>
                  </a:cubicBezTo>
                  <a:lnTo>
                    <a:pt x="11209" y="640"/>
                  </a:lnTo>
                  <a:cubicBezTo>
                    <a:pt x="11387" y="640"/>
                    <a:pt x="11529" y="496"/>
                    <a:pt x="11529" y="320"/>
                  </a:cubicBezTo>
                  <a:cubicBezTo>
                    <a:pt x="11529" y="143"/>
                    <a:pt x="11387" y="1"/>
                    <a:pt x="11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566;p36">
              <a:extLst>
                <a:ext uri="{FF2B5EF4-FFF2-40B4-BE49-F238E27FC236}">
                  <a16:creationId xmlns:a16="http://schemas.microsoft.com/office/drawing/2014/main" id="{AFCE46B1-4D04-737D-6489-2C229044E9A2}"/>
                </a:ext>
              </a:extLst>
            </p:cNvPr>
            <p:cNvSpPr/>
            <p:nvPr/>
          </p:nvSpPr>
          <p:spPr>
            <a:xfrm>
              <a:off x="5312100" y="2448100"/>
              <a:ext cx="496750" cy="16000"/>
            </a:xfrm>
            <a:custGeom>
              <a:avLst/>
              <a:gdLst/>
              <a:ahLst/>
              <a:cxnLst/>
              <a:rect l="l" t="t" r="r" b="b"/>
              <a:pathLst>
                <a:path w="19870" h="640" extrusionOk="0">
                  <a:moveTo>
                    <a:pt x="320" y="0"/>
                  </a:moveTo>
                  <a:cubicBezTo>
                    <a:pt x="142" y="0"/>
                    <a:pt x="0" y="144"/>
                    <a:pt x="0" y="320"/>
                  </a:cubicBezTo>
                  <a:cubicBezTo>
                    <a:pt x="0" y="497"/>
                    <a:pt x="142" y="640"/>
                    <a:pt x="320" y="640"/>
                  </a:cubicBezTo>
                  <a:lnTo>
                    <a:pt x="19550" y="640"/>
                  </a:lnTo>
                  <a:cubicBezTo>
                    <a:pt x="19728" y="640"/>
                    <a:pt x="19870" y="497"/>
                    <a:pt x="19870" y="320"/>
                  </a:cubicBezTo>
                  <a:cubicBezTo>
                    <a:pt x="19870" y="144"/>
                    <a:pt x="19728" y="0"/>
                    <a:pt x="19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567;p36">
              <a:extLst>
                <a:ext uri="{FF2B5EF4-FFF2-40B4-BE49-F238E27FC236}">
                  <a16:creationId xmlns:a16="http://schemas.microsoft.com/office/drawing/2014/main" id="{500ACA0D-1E5F-5C62-651E-D2CF2E25E3C0}"/>
                </a:ext>
              </a:extLst>
            </p:cNvPr>
            <p:cNvSpPr/>
            <p:nvPr/>
          </p:nvSpPr>
          <p:spPr>
            <a:xfrm>
              <a:off x="5657100" y="2507200"/>
              <a:ext cx="151750" cy="16025"/>
            </a:xfrm>
            <a:custGeom>
              <a:avLst/>
              <a:gdLst/>
              <a:ahLst/>
              <a:cxnLst/>
              <a:rect l="l" t="t" r="r" b="b"/>
              <a:pathLst>
                <a:path w="6070" h="641" extrusionOk="0">
                  <a:moveTo>
                    <a:pt x="320" y="1"/>
                  </a:moveTo>
                  <a:cubicBezTo>
                    <a:pt x="143" y="1"/>
                    <a:pt x="1" y="143"/>
                    <a:pt x="1" y="321"/>
                  </a:cubicBezTo>
                  <a:cubicBezTo>
                    <a:pt x="1" y="496"/>
                    <a:pt x="143" y="640"/>
                    <a:pt x="320" y="640"/>
                  </a:cubicBezTo>
                  <a:lnTo>
                    <a:pt x="5750" y="640"/>
                  </a:lnTo>
                  <a:cubicBezTo>
                    <a:pt x="5928" y="640"/>
                    <a:pt x="6070" y="496"/>
                    <a:pt x="6070" y="321"/>
                  </a:cubicBezTo>
                  <a:cubicBezTo>
                    <a:pt x="6070" y="143"/>
                    <a:pt x="5928" y="1"/>
                    <a:pt x="57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568;p36">
              <a:extLst>
                <a:ext uri="{FF2B5EF4-FFF2-40B4-BE49-F238E27FC236}">
                  <a16:creationId xmlns:a16="http://schemas.microsoft.com/office/drawing/2014/main" id="{598EDBE6-7B66-67DA-CF8D-6C4446A45270}"/>
                </a:ext>
              </a:extLst>
            </p:cNvPr>
            <p:cNvSpPr/>
            <p:nvPr/>
          </p:nvSpPr>
          <p:spPr>
            <a:xfrm>
              <a:off x="5429550" y="2507200"/>
              <a:ext cx="201875" cy="16025"/>
            </a:xfrm>
            <a:custGeom>
              <a:avLst/>
              <a:gdLst/>
              <a:ahLst/>
              <a:cxnLst/>
              <a:rect l="l" t="t" r="r" b="b"/>
              <a:pathLst>
                <a:path w="8075" h="641" extrusionOk="0">
                  <a:moveTo>
                    <a:pt x="320" y="1"/>
                  </a:moveTo>
                  <a:cubicBezTo>
                    <a:pt x="145" y="1"/>
                    <a:pt x="1" y="143"/>
                    <a:pt x="1" y="321"/>
                  </a:cubicBezTo>
                  <a:cubicBezTo>
                    <a:pt x="1" y="496"/>
                    <a:pt x="145" y="640"/>
                    <a:pt x="320" y="640"/>
                  </a:cubicBezTo>
                  <a:lnTo>
                    <a:pt x="7754" y="640"/>
                  </a:lnTo>
                  <a:cubicBezTo>
                    <a:pt x="7932" y="640"/>
                    <a:pt x="8074" y="496"/>
                    <a:pt x="8074" y="321"/>
                  </a:cubicBezTo>
                  <a:cubicBezTo>
                    <a:pt x="8074" y="143"/>
                    <a:pt x="7932" y="1"/>
                    <a:pt x="77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569;p36">
              <a:extLst>
                <a:ext uri="{FF2B5EF4-FFF2-40B4-BE49-F238E27FC236}">
                  <a16:creationId xmlns:a16="http://schemas.microsoft.com/office/drawing/2014/main" id="{7DD3C725-E200-9DF7-C30D-0F0B53823163}"/>
                </a:ext>
              </a:extLst>
            </p:cNvPr>
            <p:cNvSpPr/>
            <p:nvPr/>
          </p:nvSpPr>
          <p:spPr>
            <a:xfrm>
              <a:off x="5493200" y="2531950"/>
              <a:ext cx="70325" cy="122725"/>
            </a:xfrm>
            <a:custGeom>
              <a:avLst/>
              <a:gdLst/>
              <a:ahLst/>
              <a:cxnLst/>
              <a:rect l="l" t="t" r="r" b="b"/>
              <a:pathLst>
                <a:path w="2813" h="4909" extrusionOk="0">
                  <a:moveTo>
                    <a:pt x="2207" y="1"/>
                  </a:moveTo>
                  <a:cubicBezTo>
                    <a:pt x="2100" y="1"/>
                    <a:pt x="1992" y="33"/>
                    <a:pt x="1899" y="100"/>
                  </a:cubicBezTo>
                  <a:cubicBezTo>
                    <a:pt x="832" y="859"/>
                    <a:pt x="237" y="1719"/>
                    <a:pt x="134" y="2655"/>
                  </a:cubicBezTo>
                  <a:cubicBezTo>
                    <a:pt x="1" y="3850"/>
                    <a:pt x="743" y="4696"/>
                    <a:pt x="775" y="4730"/>
                  </a:cubicBezTo>
                  <a:cubicBezTo>
                    <a:pt x="816" y="4777"/>
                    <a:pt x="864" y="4815"/>
                    <a:pt x="916" y="4843"/>
                  </a:cubicBezTo>
                  <a:cubicBezTo>
                    <a:pt x="995" y="4886"/>
                    <a:pt x="1084" y="4908"/>
                    <a:pt x="1172" y="4908"/>
                  </a:cubicBezTo>
                  <a:cubicBezTo>
                    <a:pt x="1298" y="4908"/>
                    <a:pt x="1425" y="4864"/>
                    <a:pt x="1526" y="4773"/>
                  </a:cubicBezTo>
                  <a:cubicBezTo>
                    <a:pt x="1744" y="4577"/>
                    <a:pt x="1764" y="4243"/>
                    <a:pt x="1570" y="4023"/>
                  </a:cubicBezTo>
                  <a:cubicBezTo>
                    <a:pt x="1555" y="4006"/>
                    <a:pt x="1108" y="3472"/>
                    <a:pt x="1193" y="2760"/>
                  </a:cubicBezTo>
                  <a:cubicBezTo>
                    <a:pt x="1267" y="2142"/>
                    <a:pt x="1712" y="1539"/>
                    <a:pt x="2515" y="968"/>
                  </a:cubicBezTo>
                  <a:cubicBezTo>
                    <a:pt x="2756" y="797"/>
                    <a:pt x="2812" y="465"/>
                    <a:pt x="2641" y="226"/>
                  </a:cubicBezTo>
                  <a:cubicBezTo>
                    <a:pt x="2538" y="79"/>
                    <a:pt x="2374" y="1"/>
                    <a:pt x="220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570;p36">
              <a:extLst>
                <a:ext uri="{FF2B5EF4-FFF2-40B4-BE49-F238E27FC236}">
                  <a16:creationId xmlns:a16="http://schemas.microsoft.com/office/drawing/2014/main" id="{45D7350C-E8CD-433C-F4FE-19413C3AD09F}"/>
                </a:ext>
              </a:extLst>
            </p:cNvPr>
            <p:cNvSpPr/>
            <p:nvPr/>
          </p:nvSpPr>
          <p:spPr>
            <a:xfrm>
              <a:off x="5503650" y="2630150"/>
              <a:ext cx="104675" cy="57775"/>
            </a:xfrm>
            <a:custGeom>
              <a:avLst/>
              <a:gdLst/>
              <a:ahLst/>
              <a:cxnLst/>
              <a:rect l="l" t="t" r="r" b="b"/>
              <a:pathLst>
                <a:path w="4187" h="2311" extrusionOk="0">
                  <a:moveTo>
                    <a:pt x="1065" y="1"/>
                  </a:moveTo>
                  <a:cubicBezTo>
                    <a:pt x="624" y="1"/>
                    <a:pt x="296" y="126"/>
                    <a:pt x="193" y="374"/>
                  </a:cubicBezTo>
                  <a:cubicBezTo>
                    <a:pt x="1" y="843"/>
                    <a:pt x="695" y="1573"/>
                    <a:pt x="1744" y="2005"/>
                  </a:cubicBezTo>
                  <a:cubicBezTo>
                    <a:pt x="2240" y="2209"/>
                    <a:pt x="2726" y="2310"/>
                    <a:pt x="3122" y="2310"/>
                  </a:cubicBezTo>
                  <a:cubicBezTo>
                    <a:pt x="3563" y="2310"/>
                    <a:pt x="3891" y="2185"/>
                    <a:pt x="3994" y="1937"/>
                  </a:cubicBezTo>
                  <a:cubicBezTo>
                    <a:pt x="4186" y="1467"/>
                    <a:pt x="3492" y="737"/>
                    <a:pt x="2443" y="306"/>
                  </a:cubicBezTo>
                  <a:cubicBezTo>
                    <a:pt x="1947" y="102"/>
                    <a:pt x="1461" y="1"/>
                    <a:pt x="10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571;p36">
              <a:extLst>
                <a:ext uri="{FF2B5EF4-FFF2-40B4-BE49-F238E27FC236}">
                  <a16:creationId xmlns:a16="http://schemas.microsoft.com/office/drawing/2014/main" id="{AC29C86B-60B2-11F3-3724-C1438C06F514}"/>
                </a:ext>
              </a:extLst>
            </p:cNvPr>
            <p:cNvSpPr/>
            <p:nvPr/>
          </p:nvSpPr>
          <p:spPr>
            <a:xfrm>
              <a:off x="5527175" y="2641900"/>
              <a:ext cx="59900" cy="34300"/>
            </a:xfrm>
            <a:custGeom>
              <a:avLst/>
              <a:gdLst/>
              <a:ahLst/>
              <a:cxnLst/>
              <a:rect l="l" t="t" r="r" b="b"/>
              <a:pathLst>
                <a:path w="2396" h="1372" extrusionOk="0">
                  <a:moveTo>
                    <a:pt x="542" y="0"/>
                  </a:moveTo>
                  <a:cubicBezTo>
                    <a:pt x="280" y="0"/>
                    <a:pt x="85" y="75"/>
                    <a:pt x="25" y="222"/>
                  </a:cubicBezTo>
                  <a:cubicBezTo>
                    <a:pt x="4" y="270"/>
                    <a:pt x="1" y="323"/>
                    <a:pt x="11" y="381"/>
                  </a:cubicBezTo>
                  <a:cubicBezTo>
                    <a:pt x="61" y="646"/>
                    <a:pt x="431" y="979"/>
                    <a:pt x="946" y="1190"/>
                  </a:cubicBezTo>
                  <a:cubicBezTo>
                    <a:pt x="1240" y="1311"/>
                    <a:pt x="1529" y="1371"/>
                    <a:pt x="1764" y="1371"/>
                  </a:cubicBezTo>
                  <a:cubicBezTo>
                    <a:pt x="1907" y="1371"/>
                    <a:pt x="2030" y="1349"/>
                    <a:pt x="2123" y="1305"/>
                  </a:cubicBezTo>
                  <a:cubicBezTo>
                    <a:pt x="2198" y="1269"/>
                    <a:pt x="2253" y="1217"/>
                    <a:pt x="2280" y="1150"/>
                  </a:cubicBezTo>
                  <a:cubicBezTo>
                    <a:pt x="2395" y="872"/>
                    <a:pt x="1983" y="437"/>
                    <a:pt x="1361" y="181"/>
                  </a:cubicBezTo>
                  <a:cubicBezTo>
                    <a:pt x="1066" y="60"/>
                    <a:pt x="777" y="0"/>
                    <a:pt x="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572;p36">
              <a:extLst>
                <a:ext uri="{FF2B5EF4-FFF2-40B4-BE49-F238E27FC236}">
                  <a16:creationId xmlns:a16="http://schemas.microsoft.com/office/drawing/2014/main" id="{9291BB5D-7954-D002-0672-C4129A157822}"/>
                </a:ext>
              </a:extLst>
            </p:cNvPr>
            <p:cNvSpPr/>
            <p:nvPr/>
          </p:nvSpPr>
          <p:spPr>
            <a:xfrm>
              <a:off x="5527450" y="2649750"/>
              <a:ext cx="52800" cy="26450"/>
            </a:xfrm>
            <a:custGeom>
              <a:avLst/>
              <a:gdLst/>
              <a:ahLst/>
              <a:cxnLst/>
              <a:rect l="l" t="t" r="r" b="b"/>
              <a:pathLst>
                <a:path w="2112" h="1058" extrusionOk="0">
                  <a:moveTo>
                    <a:pt x="357" y="1"/>
                  </a:moveTo>
                  <a:cubicBezTo>
                    <a:pt x="215" y="1"/>
                    <a:pt x="92" y="23"/>
                    <a:pt x="0" y="67"/>
                  </a:cubicBezTo>
                  <a:cubicBezTo>
                    <a:pt x="50" y="332"/>
                    <a:pt x="420" y="665"/>
                    <a:pt x="935" y="876"/>
                  </a:cubicBezTo>
                  <a:cubicBezTo>
                    <a:pt x="1229" y="997"/>
                    <a:pt x="1518" y="1057"/>
                    <a:pt x="1753" y="1057"/>
                  </a:cubicBezTo>
                  <a:cubicBezTo>
                    <a:pt x="1896" y="1057"/>
                    <a:pt x="2019" y="1035"/>
                    <a:pt x="2112" y="991"/>
                  </a:cubicBezTo>
                  <a:cubicBezTo>
                    <a:pt x="2062" y="724"/>
                    <a:pt x="1691" y="393"/>
                    <a:pt x="1177" y="182"/>
                  </a:cubicBezTo>
                  <a:cubicBezTo>
                    <a:pt x="881" y="61"/>
                    <a:pt x="592" y="1"/>
                    <a:pt x="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573;p36">
              <a:extLst>
                <a:ext uri="{FF2B5EF4-FFF2-40B4-BE49-F238E27FC236}">
                  <a16:creationId xmlns:a16="http://schemas.microsoft.com/office/drawing/2014/main" id="{E53A8C99-A90A-3966-7A99-D66F55C0D1E2}"/>
                </a:ext>
              </a:extLst>
            </p:cNvPr>
            <p:cNvSpPr/>
            <p:nvPr/>
          </p:nvSpPr>
          <p:spPr>
            <a:xfrm>
              <a:off x="5104300" y="2733650"/>
              <a:ext cx="443350" cy="244000"/>
            </a:xfrm>
            <a:custGeom>
              <a:avLst/>
              <a:gdLst/>
              <a:ahLst/>
              <a:cxnLst/>
              <a:rect l="l" t="t" r="r" b="b"/>
              <a:pathLst>
                <a:path w="17734" h="9760" extrusionOk="0">
                  <a:moveTo>
                    <a:pt x="15739" y="1"/>
                  </a:moveTo>
                  <a:lnTo>
                    <a:pt x="15416" y="698"/>
                  </a:lnTo>
                  <a:cubicBezTo>
                    <a:pt x="15477" y="798"/>
                    <a:pt x="15631" y="958"/>
                    <a:pt x="16025" y="1146"/>
                  </a:cubicBezTo>
                  <a:cubicBezTo>
                    <a:pt x="16588" y="1416"/>
                    <a:pt x="16802" y="2108"/>
                    <a:pt x="16494" y="2650"/>
                  </a:cubicBezTo>
                  <a:cubicBezTo>
                    <a:pt x="15065" y="5155"/>
                    <a:pt x="11958" y="9266"/>
                    <a:pt x="6459" y="9266"/>
                  </a:cubicBezTo>
                  <a:cubicBezTo>
                    <a:pt x="4623" y="9266"/>
                    <a:pt x="2519" y="8808"/>
                    <a:pt x="122" y="7677"/>
                  </a:cubicBezTo>
                  <a:lnTo>
                    <a:pt x="120" y="7677"/>
                  </a:lnTo>
                  <a:lnTo>
                    <a:pt x="1" y="8035"/>
                  </a:lnTo>
                  <a:lnTo>
                    <a:pt x="2649" y="9041"/>
                  </a:lnTo>
                  <a:cubicBezTo>
                    <a:pt x="3070" y="9201"/>
                    <a:pt x="3498" y="9335"/>
                    <a:pt x="3931" y="9441"/>
                  </a:cubicBezTo>
                  <a:cubicBezTo>
                    <a:pt x="4065" y="9474"/>
                    <a:pt x="4197" y="9504"/>
                    <a:pt x="4330" y="9531"/>
                  </a:cubicBezTo>
                  <a:cubicBezTo>
                    <a:pt x="5062" y="9683"/>
                    <a:pt x="5806" y="9759"/>
                    <a:pt x="6549" y="9759"/>
                  </a:cubicBezTo>
                  <a:cubicBezTo>
                    <a:pt x="7169" y="9759"/>
                    <a:pt x="7788" y="9707"/>
                    <a:pt x="8401" y="9601"/>
                  </a:cubicBezTo>
                  <a:cubicBezTo>
                    <a:pt x="8516" y="9581"/>
                    <a:pt x="8632" y="9560"/>
                    <a:pt x="8747" y="9536"/>
                  </a:cubicBezTo>
                  <a:cubicBezTo>
                    <a:pt x="9407" y="9401"/>
                    <a:pt x="10057" y="9204"/>
                    <a:pt x="10692" y="8945"/>
                  </a:cubicBezTo>
                  <a:cubicBezTo>
                    <a:pt x="11176" y="8748"/>
                    <a:pt x="11643" y="8518"/>
                    <a:pt x="12088" y="8258"/>
                  </a:cubicBezTo>
                  <a:cubicBezTo>
                    <a:pt x="12178" y="8206"/>
                    <a:pt x="12267" y="8153"/>
                    <a:pt x="12355" y="8097"/>
                  </a:cubicBezTo>
                  <a:cubicBezTo>
                    <a:pt x="13286" y="7520"/>
                    <a:pt x="14121" y="6806"/>
                    <a:pt x="14836" y="5984"/>
                  </a:cubicBezTo>
                  <a:cubicBezTo>
                    <a:pt x="14903" y="5910"/>
                    <a:pt x="14966" y="5833"/>
                    <a:pt x="15030" y="5755"/>
                  </a:cubicBezTo>
                  <a:cubicBezTo>
                    <a:pt x="15617" y="5042"/>
                    <a:pt x="16117" y="4250"/>
                    <a:pt x="16513" y="3392"/>
                  </a:cubicBezTo>
                  <a:lnTo>
                    <a:pt x="16903" y="2550"/>
                  </a:lnTo>
                  <a:lnTo>
                    <a:pt x="17032" y="2276"/>
                  </a:lnTo>
                  <a:lnTo>
                    <a:pt x="17733" y="761"/>
                  </a:lnTo>
                  <a:lnTo>
                    <a:pt x="17733" y="761"/>
                  </a:lnTo>
                  <a:cubicBezTo>
                    <a:pt x="17707" y="763"/>
                    <a:pt x="17680" y="763"/>
                    <a:pt x="17653" y="763"/>
                  </a:cubicBezTo>
                  <a:cubicBezTo>
                    <a:pt x="17351" y="763"/>
                    <a:pt x="16980" y="687"/>
                    <a:pt x="16602" y="531"/>
                  </a:cubicBezTo>
                  <a:cubicBezTo>
                    <a:pt x="16249" y="386"/>
                    <a:pt x="15951" y="198"/>
                    <a:pt x="1573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574;p36">
              <a:extLst>
                <a:ext uri="{FF2B5EF4-FFF2-40B4-BE49-F238E27FC236}">
                  <a16:creationId xmlns:a16="http://schemas.microsoft.com/office/drawing/2014/main" id="{7F499CBA-EF71-16FB-507B-01CA602FFEAE}"/>
                </a:ext>
              </a:extLst>
            </p:cNvPr>
            <p:cNvSpPr/>
            <p:nvPr/>
          </p:nvSpPr>
          <p:spPr>
            <a:xfrm>
              <a:off x="4549275" y="2667375"/>
              <a:ext cx="142750" cy="163300"/>
            </a:xfrm>
            <a:custGeom>
              <a:avLst/>
              <a:gdLst/>
              <a:ahLst/>
              <a:cxnLst/>
              <a:rect l="l" t="t" r="r" b="b"/>
              <a:pathLst>
                <a:path w="5710" h="6532" extrusionOk="0">
                  <a:moveTo>
                    <a:pt x="3284" y="0"/>
                  </a:moveTo>
                  <a:cubicBezTo>
                    <a:pt x="2143" y="0"/>
                    <a:pt x="978" y="1045"/>
                    <a:pt x="523" y="2573"/>
                  </a:cubicBezTo>
                  <a:cubicBezTo>
                    <a:pt x="1" y="4335"/>
                    <a:pt x="620" y="6074"/>
                    <a:pt x="1908" y="6457"/>
                  </a:cubicBezTo>
                  <a:cubicBezTo>
                    <a:pt x="2078" y="6507"/>
                    <a:pt x="2251" y="6532"/>
                    <a:pt x="2425" y="6532"/>
                  </a:cubicBezTo>
                  <a:cubicBezTo>
                    <a:pt x="3567" y="6532"/>
                    <a:pt x="4732" y="5488"/>
                    <a:pt x="5187" y="3959"/>
                  </a:cubicBezTo>
                  <a:cubicBezTo>
                    <a:pt x="5710" y="2197"/>
                    <a:pt x="5092" y="459"/>
                    <a:pt x="3803" y="75"/>
                  </a:cubicBezTo>
                  <a:cubicBezTo>
                    <a:pt x="3632" y="25"/>
                    <a:pt x="3458" y="0"/>
                    <a:pt x="3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575;p36">
              <a:extLst>
                <a:ext uri="{FF2B5EF4-FFF2-40B4-BE49-F238E27FC236}">
                  <a16:creationId xmlns:a16="http://schemas.microsoft.com/office/drawing/2014/main" id="{FEF6B5EE-C729-B5A8-2566-63CFCC43A97B}"/>
                </a:ext>
              </a:extLst>
            </p:cNvPr>
            <p:cNvSpPr/>
            <p:nvPr/>
          </p:nvSpPr>
          <p:spPr>
            <a:xfrm>
              <a:off x="4539175" y="2681025"/>
              <a:ext cx="125200" cy="130775"/>
            </a:xfrm>
            <a:custGeom>
              <a:avLst/>
              <a:gdLst/>
              <a:ahLst/>
              <a:cxnLst/>
              <a:rect l="l" t="t" r="r" b="b"/>
              <a:pathLst>
                <a:path w="5008" h="5231" extrusionOk="0">
                  <a:moveTo>
                    <a:pt x="2952" y="0"/>
                  </a:moveTo>
                  <a:cubicBezTo>
                    <a:pt x="1968" y="0"/>
                    <a:pt x="770" y="643"/>
                    <a:pt x="420" y="1821"/>
                  </a:cubicBezTo>
                  <a:cubicBezTo>
                    <a:pt x="0" y="3228"/>
                    <a:pt x="951" y="4867"/>
                    <a:pt x="1981" y="5173"/>
                  </a:cubicBezTo>
                  <a:cubicBezTo>
                    <a:pt x="2111" y="5212"/>
                    <a:pt x="2242" y="5230"/>
                    <a:pt x="2374" y="5230"/>
                  </a:cubicBezTo>
                  <a:cubicBezTo>
                    <a:pt x="3290" y="5230"/>
                    <a:pt x="4223" y="4340"/>
                    <a:pt x="4588" y="3110"/>
                  </a:cubicBezTo>
                  <a:cubicBezTo>
                    <a:pt x="5008" y="1701"/>
                    <a:pt x="4525" y="381"/>
                    <a:pt x="3496" y="75"/>
                  </a:cubicBezTo>
                  <a:cubicBezTo>
                    <a:pt x="3328" y="25"/>
                    <a:pt x="3144" y="0"/>
                    <a:pt x="2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576;p36">
              <a:extLst>
                <a:ext uri="{FF2B5EF4-FFF2-40B4-BE49-F238E27FC236}">
                  <a16:creationId xmlns:a16="http://schemas.microsoft.com/office/drawing/2014/main" id="{15B643B6-198B-E25F-63E7-7C94827737EE}"/>
                </a:ext>
              </a:extLst>
            </p:cNvPr>
            <p:cNvSpPr/>
            <p:nvPr/>
          </p:nvSpPr>
          <p:spPr>
            <a:xfrm>
              <a:off x="4558700" y="2709425"/>
              <a:ext cx="52075" cy="56600"/>
            </a:xfrm>
            <a:custGeom>
              <a:avLst/>
              <a:gdLst/>
              <a:ahLst/>
              <a:cxnLst/>
              <a:rect l="l" t="t" r="r" b="b"/>
              <a:pathLst>
                <a:path w="2083" h="2264" extrusionOk="0">
                  <a:moveTo>
                    <a:pt x="1336" y="0"/>
                  </a:moveTo>
                  <a:cubicBezTo>
                    <a:pt x="980" y="0"/>
                    <a:pt x="572" y="282"/>
                    <a:pt x="322" y="738"/>
                  </a:cubicBezTo>
                  <a:cubicBezTo>
                    <a:pt x="1" y="1324"/>
                    <a:pt x="63" y="1976"/>
                    <a:pt x="460" y="2192"/>
                  </a:cubicBezTo>
                  <a:cubicBezTo>
                    <a:pt x="548" y="2241"/>
                    <a:pt x="646" y="2264"/>
                    <a:pt x="747" y="2264"/>
                  </a:cubicBezTo>
                  <a:cubicBezTo>
                    <a:pt x="1104" y="2264"/>
                    <a:pt x="1511" y="1982"/>
                    <a:pt x="1761" y="1526"/>
                  </a:cubicBezTo>
                  <a:cubicBezTo>
                    <a:pt x="2082" y="940"/>
                    <a:pt x="2020" y="288"/>
                    <a:pt x="1623" y="72"/>
                  </a:cubicBezTo>
                  <a:cubicBezTo>
                    <a:pt x="1535" y="23"/>
                    <a:pt x="1438" y="0"/>
                    <a:pt x="13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577;p36">
              <a:extLst>
                <a:ext uri="{FF2B5EF4-FFF2-40B4-BE49-F238E27FC236}">
                  <a16:creationId xmlns:a16="http://schemas.microsoft.com/office/drawing/2014/main" id="{52D73A83-CD78-FEF8-AD5F-6A9E6EBCD3A2}"/>
                </a:ext>
              </a:extLst>
            </p:cNvPr>
            <p:cNvSpPr/>
            <p:nvPr/>
          </p:nvSpPr>
          <p:spPr>
            <a:xfrm>
              <a:off x="4570225" y="2711200"/>
              <a:ext cx="53825" cy="62125"/>
            </a:xfrm>
            <a:custGeom>
              <a:avLst/>
              <a:gdLst/>
              <a:ahLst/>
              <a:cxnLst/>
              <a:rect l="l" t="t" r="r" b="b"/>
              <a:pathLst>
                <a:path w="2153" h="2485" extrusionOk="0">
                  <a:moveTo>
                    <a:pt x="1162" y="1"/>
                  </a:moveTo>
                  <a:lnTo>
                    <a:pt x="1163" y="1"/>
                  </a:lnTo>
                  <a:lnTo>
                    <a:pt x="1163" y="1"/>
                  </a:lnTo>
                  <a:cubicBezTo>
                    <a:pt x="1163" y="1"/>
                    <a:pt x="1162" y="1"/>
                    <a:pt x="1162" y="1"/>
                  </a:cubicBezTo>
                  <a:close/>
                  <a:moveTo>
                    <a:pt x="1163" y="1"/>
                  </a:moveTo>
                  <a:lnTo>
                    <a:pt x="1163" y="1"/>
                  </a:lnTo>
                  <a:cubicBezTo>
                    <a:pt x="1559" y="218"/>
                    <a:pt x="1621" y="869"/>
                    <a:pt x="1300" y="1455"/>
                  </a:cubicBezTo>
                  <a:cubicBezTo>
                    <a:pt x="1050" y="1911"/>
                    <a:pt x="642" y="2193"/>
                    <a:pt x="286" y="2193"/>
                  </a:cubicBezTo>
                  <a:cubicBezTo>
                    <a:pt x="185" y="2193"/>
                    <a:pt x="88" y="2171"/>
                    <a:pt x="0" y="2123"/>
                  </a:cubicBezTo>
                  <a:lnTo>
                    <a:pt x="0" y="2123"/>
                  </a:lnTo>
                  <a:lnTo>
                    <a:pt x="530" y="2414"/>
                  </a:lnTo>
                  <a:cubicBezTo>
                    <a:pt x="619" y="2462"/>
                    <a:pt x="716" y="2485"/>
                    <a:pt x="817" y="2485"/>
                  </a:cubicBezTo>
                  <a:cubicBezTo>
                    <a:pt x="1174" y="2485"/>
                    <a:pt x="1582" y="2202"/>
                    <a:pt x="1832" y="1747"/>
                  </a:cubicBezTo>
                  <a:cubicBezTo>
                    <a:pt x="2153" y="1161"/>
                    <a:pt x="2091" y="510"/>
                    <a:pt x="1694" y="292"/>
                  </a:cubicBez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578;p36">
              <a:extLst>
                <a:ext uri="{FF2B5EF4-FFF2-40B4-BE49-F238E27FC236}">
                  <a16:creationId xmlns:a16="http://schemas.microsoft.com/office/drawing/2014/main" id="{D25C2588-528E-C7A0-BC84-03BDECF32780}"/>
                </a:ext>
              </a:extLst>
            </p:cNvPr>
            <p:cNvSpPr/>
            <p:nvPr/>
          </p:nvSpPr>
          <p:spPr>
            <a:xfrm>
              <a:off x="4388650" y="2693800"/>
              <a:ext cx="248175" cy="388675"/>
            </a:xfrm>
            <a:custGeom>
              <a:avLst/>
              <a:gdLst/>
              <a:ahLst/>
              <a:cxnLst/>
              <a:rect l="l" t="t" r="r" b="b"/>
              <a:pathLst>
                <a:path w="9927" h="15547" extrusionOk="0">
                  <a:moveTo>
                    <a:pt x="5545" y="1"/>
                  </a:moveTo>
                  <a:cubicBezTo>
                    <a:pt x="5470" y="1"/>
                    <a:pt x="5395" y="3"/>
                    <a:pt x="5320" y="6"/>
                  </a:cubicBezTo>
                  <a:cubicBezTo>
                    <a:pt x="5202" y="11"/>
                    <a:pt x="5082" y="21"/>
                    <a:pt x="4962" y="35"/>
                  </a:cubicBezTo>
                  <a:cubicBezTo>
                    <a:pt x="4785" y="56"/>
                    <a:pt x="4610" y="85"/>
                    <a:pt x="4434" y="126"/>
                  </a:cubicBezTo>
                  <a:cubicBezTo>
                    <a:pt x="3786" y="271"/>
                    <a:pt x="3178" y="544"/>
                    <a:pt x="2645" y="921"/>
                  </a:cubicBezTo>
                  <a:cubicBezTo>
                    <a:pt x="2559" y="983"/>
                    <a:pt x="2472" y="1048"/>
                    <a:pt x="2390" y="1116"/>
                  </a:cubicBezTo>
                  <a:cubicBezTo>
                    <a:pt x="2066" y="1378"/>
                    <a:pt x="1774" y="1681"/>
                    <a:pt x="1523" y="2022"/>
                  </a:cubicBezTo>
                  <a:cubicBezTo>
                    <a:pt x="1185" y="2481"/>
                    <a:pt x="902" y="2975"/>
                    <a:pt x="679" y="3490"/>
                  </a:cubicBezTo>
                  <a:lnTo>
                    <a:pt x="679" y="3491"/>
                  </a:lnTo>
                  <a:cubicBezTo>
                    <a:pt x="635" y="3596"/>
                    <a:pt x="591" y="3702"/>
                    <a:pt x="552" y="3808"/>
                  </a:cubicBezTo>
                  <a:cubicBezTo>
                    <a:pt x="161" y="4841"/>
                    <a:pt x="0" y="5957"/>
                    <a:pt x="87" y="7077"/>
                  </a:cubicBezTo>
                  <a:cubicBezTo>
                    <a:pt x="94" y="7189"/>
                    <a:pt x="106" y="7301"/>
                    <a:pt x="120" y="7413"/>
                  </a:cubicBezTo>
                  <a:cubicBezTo>
                    <a:pt x="149" y="7655"/>
                    <a:pt x="191" y="7899"/>
                    <a:pt x="244" y="8140"/>
                  </a:cubicBezTo>
                  <a:cubicBezTo>
                    <a:pt x="443" y="9047"/>
                    <a:pt x="799" y="9885"/>
                    <a:pt x="1292" y="10630"/>
                  </a:cubicBezTo>
                  <a:cubicBezTo>
                    <a:pt x="1360" y="10733"/>
                    <a:pt x="1429" y="10833"/>
                    <a:pt x="1503" y="10930"/>
                  </a:cubicBezTo>
                  <a:cubicBezTo>
                    <a:pt x="2054" y="11680"/>
                    <a:pt x="2753" y="12324"/>
                    <a:pt x="3575" y="12834"/>
                  </a:cubicBezTo>
                  <a:cubicBezTo>
                    <a:pt x="3663" y="12890"/>
                    <a:pt x="3752" y="12943"/>
                    <a:pt x="3843" y="12995"/>
                  </a:cubicBezTo>
                  <a:cubicBezTo>
                    <a:pt x="3881" y="13016"/>
                    <a:pt x="3917" y="13037"/>
                    <a:pt x="3955" y="13057"/>
                  </a:cubicBezTo>
                  <a:lnTo>
                    <a:pt x="8260" y="15415"/>
                  </a:lnTo>
                  <a:cubicBezTo>
                    <a:pt x="8422" y="15504"/>
                    <a:pt x="8596" y="15547"/>
                    <a:pt x="8768" y="15547"/>
                  </a:cubicBezTo>
                  <a:cubicBezTo>
                    <a:pt x="8798" y="15547"/>
                    <a:pt x="8829" y="15545"/>
                    <a:pt x="8860" y="15542"/>
                  </a:cubicBezTo>
                  <a:cubicBezTo>
                    <a:pt x="9204" y="15514"/>
                    <a:pt x="9528" y="15318"/>
                    <a:pt x="9705" y="14994"/>
                  </a:cubicBezTo>
                  <a:cubicBezTo>
                    <a:pt x="9926" y="14590"/>
                    <a:pt x="9860" y="14108"/>
                    <a:pt x="9573" y="13781"/>
                  </a:cubicBezTo>
                  <a:cubicBezTo>
                    <a:pt x="9493" y="13690"/>
                    <a:pt x="9396" y="13610"/>
                    <a:pt x="9282" y="13549"/>
                  </a:cubicBezTo>
                  <a:lnTo>
                    <a:pt x="4978" y="11191"/>
                  </a:lnTo>
                  <a:cubicBezTo>
                    <a:pt x="4967" y="11185"/>
                    <a:pt x="4956" y="11178"/>
                    <a:pt x="4946" y="11171"/>
                  </a:cubicBezTo>
                  <a:cubicBezTo>
                    <a:pt x="4853" y="11121"/>
                    <a:pt x="4766" y="11069"/>
                    <a:pt x="4681" y="11015"/>
                  </a:cubicBezTo>
                  <a:cubicBezTo>
                    <a:pt x="3995" y="10585"/>
                    <a:pt x="3431" y="10024"/>
                    <a:pt x="3015" y="9370"/>
                  </a:cubicBezTo>
                  <a:cubicBezTo>
                    <a:pt x="2965" y="9290"/>
                    <a:pt x="2916" y="9209"/>
                    <a:pt x="2871" y="9128"/>
                  </a:cubicBezTo>
                  <a:cubicBezTo>
                    <a:pt x="2621" y="8682"/>
                    <a:pt x="2436" y="8198"/>
                    <a:pt x="2322" y="7683"/>
                  </a:cubicBezTo>
                  <a:cubicBezTo>
                    <a:pt x="2274" y="7463"/>
                    <a:pt x="2241" y="7242"/>
                    <a:pt x="2219" y="7021"/>
                  </a:cubicBezTo>
                  <a:cubicBezTo>
                    <a:pt x="2210" y="6924"/>
                    <a:pt x="2204" y="6827"/>
                    <a:pt x="2201" y="6730"/>
                  </a:cubicBezTo>
                  <a:cubicBezTo>
                    <a:pt x="2169" y="5921"/>
                    <a:pt x="2315" y="5111"/>
                    <a:pt x="2622" y="4374"/>
                  </a:cubicBezTo>
                  <a:cubicBezTo>
                    <a:pt x="2660" y="4285"/>
                    <a:pt x="2700" y="4197"/>
                    <a:pt x="2740" y="4109"/>
                  </a:cubicBezTo>
                  <a:cubicBezTo>
                    <a:pt x="2880" y="3822"/>
                    <a:pt x="3045" y="3546"/>
                    <a:pt x="3236" y="3288"/>
                  </a:cubicBezTo>
                  <a:cubicBezTo>
                    <a:pt x="3449" y="2999"/>
                    <a:pt x="3707" y="2761"/>
                    <a:pt x="3993" y="2576"/>
                  </a:cubicBezTo>
                  <a:cubicBezTo>
                    <a:pt x="4070" y="2528"/>
                    <a:pt x="4149" y="2483"/>
                    <a:pt x="4229" y="2442"/>
                  </a:cubicBezTo>
                  <a:cubicBezTo>
                    <a:pt x="4632" y="2234"/>
                    <a:pt x="5077" y="2126"/>
                    <a:pt x="5530" y="2126"/>
                  </a:cubicBezTo>
                  <a:cubicBezTo>
                    <a:pt x="5588" y="2126"/>
                    <a:pt x="5647" y="2127"/>
                    <a:pt x="5706" y="2131"/>
                  </a:cubicBezTo>
                  <a:cubicBezTo>
                    <a:pt x="5797" y="2136"/>
                    <a:pt x="5889" y="2145"/>
                    <a:pt x="5980" y="2160"/>
                  </a:cubicBezTo>
                  <a:cubicBezTo>
                    <a:pt x="6291" y="2207"/>
                    <a:pt x="6598" y="2307"/>
                    <a:pt x="6892" y="2460"/>
                  </a:cubicBezTo>
                  <a:cubicBezTo>
                    <a:pt x="7049" y="2542"/>
                    <a:pt x="7217" y="2580"/>
                    <a:pt x="7383" y="2580"/>
                  </a:cubicBezTo>
                  <a:cubicBezTo>
                    <a:pt x="7767" y="2580"/>
                    <a:pt x="8138" y="2372"/>
                    <a:pt x="8328" y="2007"/>
                  </a:cubicBezTo>
                  <a:cubicBezTo>
                    <a:pt x="8378" y="1911"/>
                    <a:pt x="8411" y="1810"/>
                    <a:pt x="8430" y="1710"/>
                  </a:cubicBezTo>
                  <a:cubicBezTo>
                    <a:pt x="8513" y="1262"/>
                    <a:pt x="8299" y="794"/>
                    <a:pt x="7875" y="571"/>
                  </a:cubicBezTo>
                  <a:cubicBezTo>
                    <a:pt x="7152" y="194"/>
                    <a:pt x="6351" y="1"/>
                    <a:pt x="5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579;p36">
              <a:extLst>
                <a:ext uri="{FF2B5EF4-FFF2-40B4-BE49-F238E27FC236}">
                  <a16:creationId xmlns:a16="http://schemas.microsoft.com/office/drawing/2014/main" id="{E8EEA407-8555-1F8E-F0FF-2D5B65181CF4}"/>
                </a:ext>
              </a:extLst>
            </p:cNvPr>
            <p:cNvSpPr/>
            <p:nvPr/>
          </p:nvSpPr>
          <p:spPr>
            <a:xfrm>
              <a:off x="4536375" y="3004175"/>
              <a:ext cx="39600" cy="46225"/>
            </a:xfrm>
            <a:custGeom>
              <a:avLst/>
              <a:gdLst/>
              <a:ahLst/>
              <a:cxnLst/>
              <a:rect l="l" t="t" r="r" b="b"/>
              <a:pathLst>
                <a:path w="1584" h="1849" extrusionOk="0">
                  <a:moveTo>
                    <a:pt x="1306" y="1"/>
                  </a:moveTo>
                  <a:cubicBezTo>
                    <a:pt x="888" y="283"/>
                    <a:pt x="311" y="813"/>
                    <a:pt x="0" y="1713"/>
                  </a:cubicBezTo>
                  <a:lnTo>
                    <a:pt x="249" y="1849"/>
                  </a:lnTo>
                  <a:cubicBezTo>
                    <a:pt x="561" y="884"/>
                    <a:pt x="1197" y="380"/>
                    <a:pt x="1583" y="152"/>
                  </a:cubicBezTo>
                  <a:lnTo>
                    <a:pt x="1306" y="1"/>
                  </a:ln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580;p36">
              <a:extLst>
                <a:ext uri="{FF2B5EF4-FFF2-40B4-BE49-F238E27FC236}">
                  <a16:creationId xmlns:a16="http://schemas.microsoft.com/office/drawing/2014/main" id="{8D9A4EA1-A7D2-FD9E-EC33-F7728831DC17}"/>
                </a:ext>
              </a:extLst>
            </p:cNvPr>
            <p:cNvSpPr/>
            <p:nvPr/>
          </p:nvSpPr>
          <p:spPr>
            <a:xfrm>
              <a:off x="4478025" y="2969150"/>
              <a:ext cx="34275" cy="49525"/>
            </a:xfrm>
            <a:custGeom>
              <a:avLst/>
              <a:gdLst/>
              <a:ahLst/>
              <a:cxnLst/>
              <a:rect l="l" t="t" r="r" b="b"/>
              <a:pathLst>
                <a:path w="1371" h="1981" extrusionOk="0">
                  <a:moveTo>
                    <a:pt x="1106" y="1"/>
                  </a:moveTo>
                  <a:cubicBezTo>
                    <a:pt x="624" y="327"/>
                    <a:pt x="114" y="885"/>
                    <a:pt x="0" y="1820"/>
                  </a:cubicBezTo>
                  <a:cubicBezTo>
                    <a:pt x="88" y="1876"/>
                    <a:pt x="177" y="1929"/>
                    <a:pt x="268" y="1981"/>
                  </a:cubicBezTo>
                  <a:cubicBezTo>
                    <a:pt x="345" y="985"/>
                    <a:pt x="894" y="443"/>
                    <a:pt x="1371" y="157"/>
                  </a:cubicBezTo>
                  <a:cubicBezTo>
                    <a:pt x="1280" y="107"/>
                    <a:pt x="1191" y="55"/>
                    <a:pt x="1106"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581;p36">
              <a:extLst>
                <a:ext uri="{FF2B5EF4-FFF2-40B4-BE49-F238E27FC236}">
                  <a16:creationId xmlns:a16="http://schemas.microsoft.com/office/drawing/2014/main" id="{F606BDD1-F2EC-6713-7775-4FC00530CF0D}"/>
                </a:ext>
              </a:extLst>
            </p:cNvPr>
            <p:cNvSpPr/>
            <p:nvPr/>
          </p:nvSpPr>
          <p:spPr>
            <a:xfrm>
              <a:off x="4420950" y="2921975"/>
              <a:ext cx="43075" cy="45100"/>
            </a:xfrm>
            <a:custGeom>
              <a:avLst/>
              <a:gdLst/>
              <a:ahLst/>
              <a:cxnLst/>
              <a:rect l="l" t="t" r="r" b="b"/>
              <a:pathLst>
                <a:path w="1723" h="1804" extrusionOk="0">
                  <a:moveTo>
                    <a:pt x="1579" y="1"/>
                  </a:moveTo>
                  <a:cubicBezTo>
                    <a:pt x="1005" y="190"/>
                    <a:pt x="303" y="603"/>
                    <a:pt x="0" y="1503"/>
                  </a:cubicBezTo>
                  <a:cubicBezTo>
                    <a:pt x="67" y="1606"/>
                    <a:pt x="137" y="1705"/>
                    <a:pt x="211" y="1803"/>
                  </a:cubicBezTo>
                  <a:cubicBezTo>
                    <a:pt x="443" y="818"/>
                    <a:pt x="1162" y="411"/>
                    <a:pt x="1723" y="243"/>
                  </a:cubicBezTo>
                  <a:cubicBezTo>
                    <a:pt x="1673" y="163"/>
                    <a:pt x="1626" y="82"/>
                    <a:pt x="157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582;p36">
              <a:extLst>
                <a:ext uri="{FF2B5EF4-FFF2-40B4-BE49-F238E27FC236}">
                  <a16:creationId xmlns:a16="http://schemas.microsoft.com/office/drawing/2014/main" id="{882398E8-EC68-5FD0-FB37-3CEC61234056}"/>
                </a:ext>
              </a:extLst>
            </p:cNvPr>
            <p:cNvSpPr/>
            <p:nvPr/>
          </p:nvSpPr>
          <p:spPr>
            <a:xfrm>
              <a:off x="4390800" y="2860925"/>
              <a:ext cx="53375" cy="18200"/>
            </a:xfrm>
            <a:custGeom>
              <a:avLst/>
              <a:gdLst/>
              <a:ahLst/>
              <a:cxnLst/>
              <a:rect l="l" t="t" r="r" b="b"/>
              <a:pathLst>
                <a:path w="2135" h="728" extrusionOk="0">
                  <a:moveTo>
                    <a:pt x="1480" y="1"/>
                  </a:moveTo>
                  <a:cubicBezTo>
                    <a:pt x="1005" y="1"/>
                    <a:pt x="505" y="80"/>
                    <a:pt x="99" y="327"/>
                  </a:cubicBezTo>
                  <a:cubicBezTo>
                    <a:pt x="66" y="346"/>
                    <a:pt x="32" y="367"/>
                    <a:pt x="1" y="392"/>
                  </a:cubicBezTo>
                  <a:cubicBezTo>
                    <a:pt x="8" y="504"/>
                    <a:pt x="20" y="616"/>
                    <a:pt x="34" y="728"/>
                  </a:cubicBezTo>
                  <a:cubicBezTo>
                    <a:pt x="99" y="669"/>
                    <a:pt x="169" y="614"/>
                    <a:pt x="246" y="569"/>
                  </a:cubicBezTo>
                  <a:cubicBezTo>
                    <a:pt x="597" y="356"/>
                    <a:pt x="1039" y="287"/>
                    <a:pt x="1469" y="287"/>
                  </a:cubicBezTo>
                  <a:cubicBezTo>
                    <a:pt x="1700" y="287"/>
                    <a:pt x="1928" y="307"/>
                    <a:pt x="2135" y="336"/>
                  </a:cubicBezTo>
                  <a:cubicBezTo>
                    <a:pt x="2126" y="239"/>
                    <a:pt x="2118" y="142"/>
                    <a:pt x="2115" y="43"/>
                  </a:cubicBezTo>
                  <a:cubicBezTo>
                    <a:pt x="1917" y="18"/>
                    <a:pt x="1701" y="1"/>
                    <a:pt x="1480"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583;p36">
              <a:extLst>
                <a:ext uri="{FF2B5EF4-FFF2-40B4-BE49-F238E27FC236}">
                  <a16:creationId xmlns:a16="http://schemas.microsoft.com/office/drawing/2014/main" id="{A668F36A-E488-3439-141D-439CE148BAAF}"/>
                </a:ext>
              </a:extLst>
            </p:cNvPr>
            <p:cNvSpPr/>
            <p:nvPr/>
          </p:nvSpPr>
          <p:spPr>
            <a:xfrm>
              <a:off x="4402425" y="2780550"/>
              <a:ext cx="54775" cy="22625"/>
            </a:xfrm>
            <a:custGeom>
              <a:avLst/>
              <a:gdLst/>
              <a:ahLst/>
              <a:cxnLst/>
              <a:rect l="l" t="t" r="r" b="b"/>
              <a:pathLst>
                <a:path w="2191" h="905" extrusionOk="0">
                  <a:moveTo>
                    <a:pt x="404" y="1"/>
                  </a:moveTo>
                  <a:cubicBezTo>
                    <a:pt x="386" y="1"/>
                    <a:pt x="368" y="1"/>
                    <a:pt x="351" y="2"/>
                  </a:cubicBezTo>
                  <a:cubicBezTo>
                    <a:pt x="275" y="3"/>
                    <a:pt x="201" y="11"/>
                    <a:pt x="129" y="21"/>
                  </a:cubicBezTo>
                  <a:lnTo>
                    <a:pt x="128" y="21"/>
                  </a:lnTo>
                  <a:cubicBezTo>
                    <a:pt x="84" y="126"/>
                    <a:pt x="40" y="232"/>
                    <a:pt x="1" y="338"/>
                  </a:cubicBezTo>
                  <a:cubicBezTo>
                    <a:pt x="114" y="306"/>
                    <a:pt x="234" y="289"/>
                    <a:pt x="358" y="286"/>
                  </a:cubicBezTo>
                  <a:cubicBezTo>
                    <a:pt x="373" y="286"/>
                    <a:pt x="388" y="286"/>
                    <a:pt x="404" y="286"/>
                  </a:cubicBezTo>
                  <a:cubicBezTo>
                    <a:pt x="997" y="286"/>
                    <a:pt x="1612" y="599"/>
                    <a:pt x="2071" y="904"/>
                  </a:cubicBezTo>
                  <a:cubicBezTo>
                    <a:pt x="2109" y="815"/>
                    <a:pt x="2149" y="727"/>
                    <a:pt x="2191" y="641"/>
                  </a:cubicBezTo>
                  <a:cubicBezTo>
                    <a:pt x="1703" y="319"/>
                    <a:pt x="1054" y="1"/>
                    <a:pt x="404"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584;p36">
              <a:extLst>
                <a:ext uri="{FF2B5EF4-FFF2-40B4-BE49-F238E27FC236}">
                  <a16:creationId xmlns:a16="http://schemas.microsoft.com/office/drawing/2014/main" id="{22F21E88-14CF-9869-8079-39813AFF49F4}"/>
                </a:ext>
              </a:extLst>
            </p:cNvPr>
            <p:cNvSpPr/>
            <p:nvPr/>
          </p:nvSpPr>
          <p:spPr>
            <a:xfrm>
              <a:off x="4448400" y="2716850"/>
              <a:ext cx="46000" cy="41400"/>
            </a:xfrm>
            <a:custGeom>
              <a:avLst/>
              <a:gdLst/>
              <a:ahLst/>
              <a:cxnLst/>
              <a:rect l="l" t="t" r="r" b="b"/>
              <a:pathLst>
                <a:path w="1840" h="1656" extrusionOk="0">
                  <a:moveTo>
                    <a:pt x="255" y="0"/>
                  </a:moveTo>
                  <a:cubicBezTo>
                    <a:pt x="169" y="62"/>
                    <a:pt x="82" y="126"/>
                    <a:pt x="0" y="194"/>
                  </a:cubicBezTo>
                  <a:cubicBezTo>
                    <a:pt x="840" y="546"/>
                    <a:pt x="1324" y="1135"/>
                    <a:pt x="1603" y="1656"/>
                  </a:cubicBezTo>
                  <a:cubicBezTo>
                    <a:pt x="1680" y="1607"/>
                    <a:pt x="1759" y="1561"/>
                    <a:pt x="1839" y="1520"/>
                  </a:cubicBezTo>
                  <a:cubicBezTo>
                    <a:pt x="1550" y="985"/>
                    <a:pt x="1064" y="385"/>
                    <a:pt x="255"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585;p36">
              <a:extLst>
                <a:ext uri="{FF2B5EF4-FFF2-40B4-BE49-F238E27FC236}">
                  <a16:creationId xmlns:a16="http://schemas.microsoft.com/office/drawing/2014/main" id="{5D24C557-78AA-05F8-F656-815354CC6FA9}"/>
                </a:ext>
              </a:extLst>
            </p:cNvPr>
            <p:cNvSpPr/>
            <p:nvPr/>
          </p:nvSpPr>
          <p:spPr>
            <a:xfrm>
              <a:off x="4512700" y="2693975"/>
              <a:ext cx="25925" cy="53825"/>
            </a:xfrm>
            <a:custGeom>
              <a:avLst/>
              <a:gdLst/>
              <a:ahLst/>
              <a:cxnLst/>
              <a:rect l="l" t="t" r="r" b="b"/>
              <a:pathLst>
                <a:path w="1037" h="2153" extrusionOk="0">
                  <a:moveTo>
                    <a:pt x="359" y="0"/>
                  </a:moveTo>
                  <a:cubicBezTo>
                    <a:pt x="240" y="5"/>
                    <a:pt x="120" y="14"/>
                    <a:pt x="0" y="29"/>
                  </a:cubicBezTo>
                  <a:cubicBezTo>
                    <a:pt x="647" y="655"/>
                    <a:pt x="765" y="1506"/>
                    <a:pt x="744" y="2124"/>
                  </a:cubicBezTo>
                  <a:cubicBezTo>
                    <a:pt x="837" y="2129"/>
                    <a:pt x="927" y="2139"/>
                    <a:pt x="1018" y="2153"/>
                  </a:cubicBezTo>
                  <a:cubicBezTo>
                    <a:pt x="1037" y="1529"/>
                    <a:pt x="931" y="676"/>
                    <a:pt x="35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586;p36">
              <a:extLst>
                <a:ext uri="{FF2B5EF4-FFF2-40B4-BE49-F238E27FC236}">
                  <a16:creationId xmlns:a16="http://schemas.microsoft.com/office/drawing/2014/main" id="{DDD76170-F4C2-701F-ACA7-019C1B3CBA31}"/>
                </a:ext>
              </a:extLst>
            </p:cNvPr>
            <p:cNvSpPr/>
            <p:nvPr/>
          </p:nvSpPr>
          <p:spPr>
            <a:xfrm>
              <a:off x="4579075" y="3019075"/>
              <a:ext cx="70150" cy="84325"/>
            </a:xfrm>
            <a:custGeom>
              <a:avLst/>
              <a:gdLst/>
              <a:ahLst/>
              <a:cxnLst/>
              <a:rect l="l" t="t" r="r" b="b"/>
              <a:pathLst>
                <a:path w="2806" h="3373" extrusionOk="0">
                  <a:moveTo>
                    <a:pt x="1568" y="0"/>
                  </a:moveTo>
                  <a:cubicBezTo>
                    <a:pt x="1422" y="0"/>
                    <a:pt x="1251" y="77"/>
                    <a:pt x="1076" y="214"/>
                  </a:cubicBezTo>
                  <a:cubicBezTo>
                    <a:pt x="832" y="403"/>
                    <a:pt x="579" y="711"/>
                    <a:pt x="378" y="1088"/>
                  </a:cubicBezTo>
                  <a:cubicBezTo>
                    <a:pt x="192" y="1435"/>
                    <a:pt x="78" y="1783"/>
                    <a:pt x="43" y="2075"/>
                  </a:cubicBezTo>
                  <a:cubicBezTo>
                    <a:pt x="1" y="2425"/>
                    <a:pt x="69" y="2698"/>
                    <a:pt x="255" y="2796"/>
                  </a:cubicBezTo>
                  <a:lnTo>
                    <a:pt x="1328" y="3372"/>
                  </a:lnTo>
                  <a:lnTo>
                    <a:pt x="2806" y="615"/>
                  </a:lnTo>
                  <a:lnTo>
                    <a:pt x="1732" y="40"/>
                  </a:lnTo>
                  <a:cubicBezTo>
                    <a:pt x="1683" y="13"/>
                    <a:pt x="1627" y="0"/>
                    <a:pt x="15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587;p36">
              <a:extLst>
                <a:ext uri="{FF2B5EF4-FFF2-40B4-BE49-F238E27FC236}">
                  <a16:creationId xmlns:a16="http://schemas.microsoft.com/office/drawing/2014/main" id="{D001CE97-EF5A-50E2-71F3-FD8D1C9E036F}"/>
                </a:ext>
              </a:extLst>
            </p:cNvPr>
            <p:cNvSpPr/>
            <p:nvPr/>
          </p:nvSpPr>
          <p:spPr>
            <a:xfrm>
              <a:off x="4648500" y="3125450"/>
              <a:ext cx="87500" cy="43550"/>
            </a:xfrm>
            <a:custGeom>
              <a:avLst/>
              <a:gdLst/>
              <a:ahLst/>
              <a:cxnLst/>
              <a:rect l="l" t="t" r="r" b="b"/>
              <a:pathLst>
                <a:path w="3500" h="1742" extrusionOk="0">
                  <a:moveTo>
                    <a:pt x="598" y="0"/>
                  </a:moveTo>
                  <a:cubicBezTo>
                    <a:pt x="442" y="0"/>
                    <a:pt x="287" y="69"/>
                    <a:pt x="182" y="202"/>
                  </a:cubicBezTo>
                  <a:cubicBezTo>
                    <a:pt x="0" y="432"/>
                    <a:pt x="38" y="765"/>
                    <a:pt x="267" y="948"/>
                  </a:cubicBezTo>
                  <a:cubicBezTo>
                    <a:pt x="326" y="995"/>
                    <a:pt x="542" y="1162"/>
                    <a:pt x="851" y="1330"/>
                  </a:cubicBezTo>
                  <a:cubicBezTo>
                    <a:pt x="1223" y="1534"/>
                    <a:pt x="1729" y="1741"/>
                    <a:pt x="2248" y="1741"/>
                  </a:cubicBezTo>
                  <a:cubicBezTo>
                    <a:pt x="2569" y="1741"/>
                    <a:pt x="2894" y="1663"/>
                    <a:pt x="3196" y="1456"/>
                  </a:cubicBezTo>
                  <a:cubicBezTo>
                    <a:pt x="3439" y="1289"/>
                    <a:pt x="3499" y="957"/>
                    <a:pt x="3334" y="715"/>
                  </a:cubicBezTo>
                  <a:cubicBezTo>
                    <a:pt x="3231" y="565"/>
                    <a:pt x="3064" y="484"/>
                    <a:pt x="2894" y="484"/>
                  </a:cubicBezTo>
                  <a:cubicBezTo>
                    <a:pt x="2790" y="484"/>
                    <a:pt x="2685" y="514"/>
                    <a:pt x="2593" y="577"/>
                  </a:cubicBezTo>
                  <a:cubicBezTo>
                    <a:pt x="2497" y="644"/>
                    <a:pt x="2378" y="671"/>
                    <a:pt x="2249" y="671"/>
                  </a:cubicBezTo>
                  <a:cubicBezTo>
                    <a:pt x="1796" y="671"/>
                    <a:pt x="1206" y="332"/>
                    <a:pt x="929" y="115"/>
                  </a:cubicBezTo>
                  <a:cubicBezTo>
                    <a:pt x="831" y="38"/>
                    <a:pt x="714" y="0"/>
                    <a:pt x="598" y="0"/>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588;p36">
              <a:extLst>
                <a:ext uri="{FF2B5EF4-FFF2-40B4-BE49-F238E27FC236}">
                  <a16:creationId xmlns:a16="http://schemas.microsoft.com/office/drawing/2014/main" id="{EF888BDE-4CD9-C7D6-FEC1-009F6ECE4760}"/>
                </a:ext>
              </a:extLst>
            </p:cNvPr>
            <p:cNvSpPr/>
            <p:nvPr/>
          </p:nvSpPr>
          <p:spPr>
            <a:xfrm>
              <a:off x="4603800" y="3032650"/>
              <a:ext cx="98225" cy="111025"/>
            </a:xfrm>
            <a:custGeom>
              <a:avLst/>
              <a:gdLst/>
              <a:ahLst/>
              <a:cxnLst/>
              <a:rect l="l" t="t" r="r" b="b"/>
              <a:pathLst>
                <a:path w="3929" h="4441" extrusionOk="0">
                  <a:moveTo>
                    <a:pt x="2489" y="0"/>
                  </a:moveTo>
                  <a:cubicBezTo>
                    <a:pt x="2282" y="0"/>
                    <a:pt x="2057" y="21"/>
                    <a:pt x="1817" y="72"/>
                  </a:cubicBezTo>
                  <a:cubicBezTo>
                    <a:pt x="1767" y="45"/>
                    <a:pt x="1712" y="33"/>
                    <a:pt x="1652" y="33"/>
                  </a:cubicBezTo>
                  <a:cubicBezTo>
                    <a:pt x="1303" y="33"/>
                    <a:pt x="809" y="470"/>
                    <a:pt x="461" y="1120"/>
                  </a:cubicBezTo>
                  <a:cubicBezTo>
                    <a:pt x="63" y="1863"/>
                    <a:pt x="1" y="2609"/>
                    <a:pt x="314" y="2814"/>
                  </a:cubicBezTo>
                  <a:lnTo>
                    <a:pt x="308" y="2824"/>
                  </a:lnTo>
                  <a:cubicBezTo>
                    <a:pt x="763" y="4036"/>
                    <a:pt x="1703" y="4441"/>
                    <a:pt x="1703" y="4441"/>
                  </a:cubicBezTo>
                  <a:lnTo>
                    <a:pt x="3929" y="378"/>
                  </a:lnTo>
                  <a:cubicBezTo>
                    <a:pt x="3929" y="378"/>
                    <a:pt x="3373" y="0"/>
                    <a:pt x="2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589;p36">
              <a:extLst>
                <a:ext uri="{FF2B5EF4-FFF2-40B4-BE49-F238E27FC236}">
                  <a16:creationId xmlns:a16="http://schemas.microsoft.com/office/drawing/2014/main" id="{D08672CA-EB47-2A6A-609C-CC4115253E79}"/>
                </a:ext>
              </a:extLst>
            </p:cNvPr>
            <p:cNvSpPr/>
            <p:nvPr/>
          </p:nvSpPr>
          <p:spPr>
            <a:xfrm>
              <a:off x="4634850" y="3040650"/>
              <a:ext cx="79750" cy="104700"/>
            </a:xfrm>
            <a:custGeom>
              <a:avLst/>
              <a:gdLst/>
              <a:ahLst/>
              <a:cxnLst/>
              <a:rect l="l" t="t" r="r" b="b"/>
              <a:pathLst>
                <a:path w="3190" h="4188" extrusionOk="0">
                  <a:moveTo>
                    <a:pt x="2444" y="0"/>
                  </a:moveTo>
                  <a:cubicBezTo>
                    <a:pt x="1928" y="0"/>
                    <a:pt x="1199" y="646"/>
                    <a:pt x="684" y="1606"/>
                  </a:cubicBezTo>
                  <a:cubicBezTo>
                    <a:pt x="81" y="2730"/>
                    <a:pt x="1" y="3860"/>
                    <a:pt x="504" y="4130"/>
                  </a:cubicBezTo>
                  <a:cubicBezTo>
                    <a:pt x="577" y="4169"/>
                    <a:pt x="659" y="4188"/>
                    <a:pt x="747" y="4188"/>
                  </a:cubicBezTo>
                  <a:cubicBezTo>
                    <a:pt x="1262" y="4188"/>
                    <a:pt x="1991" y="3543"/>
                    <a:pt x="2506" y="2582"/>
                  </a:cubicBezTo>
                  <a:cubicBezTo>
                    <a:pt x="3109" y="1458"/>
                    <a:pt x="3189" y="328"/>
                    <a:pt x="2687" y="58"/>
                  </a:cubicBezTo>
                  <a:cubicBezTo>
                    <a:pt x="2613" y="19"/>
                    <a:pt x="2531" y="0"/>
                    <a:pt x="2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590;p36">
              <a:extLst>
                <a:ext uri="{FF2B5EF4-FFF2-40B4-BE49-F238E27FC236}">
                  <a16:creationId xmlns:a16="http://schemas.microsoft.com/office/drawing/2014/main" id="{1EC0C974-E995-DF34-9AF8-7ABCCEBF5B68}"/>
                </a:ext>
              </a:extLst>
            </p:cNvPr>
            <p:cNvSpPr/>
            <p:nvPr/>
          </p:nvSpPr>
          <p:spPr>
            <a:xfrm>
              <a:off x="4653975" y="3055700"/>
              <a:ext cx="54575" cy="78775"/>
            </a:xfrm>
            <a:custGeom>
              <a:avLst/>
              <a:gdLst/>
              <a:ahLst/>
              <a:cxnLst/>
              <a:rect l="l" t="t" r="r" b="b"/>
              <a:pathLst>
                <a:path w="2183" h="3151" extrusionOk="0">
                  <a:moveTo>
                    <a:pt x="1620" y="0"/>
                  </a:moveTo>
                  <a:cubicBezTo>
                    <a:pt x="1608" y="0"/>
                    <a:pt x="1596" y="1"/>
                    <a:pt x="1584" y="2"/>
                  </a:cubicBezTo>
                  <a:cubicBezTo>
                    <a:pt x="1770" y="339"/>
                    <a:pt x="1662" y="1039"/>
                    <a:pt x="1288" y="1734"/>
                  </a:cubicBezTo>
                  <a:cubicBezTo>
                    <a:pt x="913" y="2436"/>
                    <a:pt x="386" y="2914"/>
                    <a:pt x="1" y="2942"/>
                  </a:cubicBezTo>
                  <a:cubicBezTo>
                    <a:pt x="40" y="3014"/>
                    <a:pt x="93" y="3072"/>
                    <a:pt x="161" y="3107"/>
                  </a:cubicBezTo>
                  <a:cubicBezTo>
                    <a:pt x="217" y="3136"/>
                    <a:pt x="278" y="3151"/>
                    <a:pt x="345" y="3151"/>
                  </a:cubicBezTo>
                  <a:cubicBezTo>
                    <a:pt x="732" y="3151"/>
                    <a:pt x="1279" y="2665"/>
                    <a:pt x="1667" y="1942"/>
                  </a:cubicBezTo>
                  <a:cubicBezTo>
                    <a:pt x="2120" y="1097"/>
                    <a:pt x="2182" y="247"/>
                    <a:pt x="1803" y="44"/>
                  </a:cubicBezTo>
                  <a:cubicBezTo>
                    <a:pt x="1748" y="14"/>
                    <a:pt x="1687" y="0"/>
                    <a:pt x="1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591;p36">
              <a:extLst>
                <a:ext uri="{FF2B5EF4-FFF2-40B4-BE49-F238E27FC236}">
                  <a16:creationId xmlns:a16="http://schemas.microsoft.com/office/drawing/2014/main" id="{012F84F8-30C5-F6B8-8655-D5ED97085FAA}"/>
                </a:ext>
              </a:extLst>
            </p:cNvPr>
            <p:cNvSpPr/>
            <p:nvPr/>
          </p:nvSpPr>
          <p:spPr>
            <a:xfrm>
              <a:off x="4649375" y="3055725"/>
              <a:ext cx="48875" cy="73525"/>
            </a:xfrm>
            <a:custGeom>
              <a:avLst/>
              <a:gdLst/>
              <a:ahLst/>
              <a:cxnLst/>
              <a:rect l="l" t="t" r="r" b="b"/>
              <a:pathLst>
                <a:path w="1955" h="2941" extrusionOk="0">
                  <a:moveTo>
                    <a:pt x="1768" y="1"/>
                  </a:moveTo>
                  <a:lnTo>
                    <a:pt x="1768" y="1"/>
                  </a:lnTo>
                  <a:cubicBezTo>
                    <a:pt x="1385" y="29"/>
                    <a:pt x="857" y="506"/>
                    <a:pt x="482" y="1206"/>
                  </a:cubicBezTo>
                  <a:lnTo>
                    <a:pt x="482" y="1208"/>
                  </a:lnTo>
                  <a:cubicBezTo>
                    <a:pt x="108" y="1903"/>
                    <a:pt x="0" y="2601"/>
                    <a:pt x="185" y="2941"/>
                  </a:cubicBezTo>
                  <a:cubicBezTo>
                    <a:pt x="570" y="2913"/>
                    <a:pt x="1097" y="2435"/>
                    <a:pt x="1472" y="1733"/>
                  </a:cubicBezTo>
                  <a:cubicBezTo>
                    <a:pt x="1846" y="1038"/>
                    <a:pt x="1954" y="338"/>
                    <a:pt x="1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592;p36">
              <a:extLst>
                <a:ext uri="{FF2B5EF4-FFF2-40B4-BE49-F238E27FC236}">
                  <a16:creationId xmlns:a16="http://schemas.microsoft.com/office/drawing/2014/main" id="{F091675F-B625-3413-C102-7D6059BBA66D}"/>
                </a:ext>
              </a:extLst>
            </p:cNvPr>
            <p:cNvSpPr/>
            <p:nvPr/>
          </p:nvSpPr>
          <p:spPr>
            <a:xfrm>
              <a:off x="4674425" y="3037025"/>
              <a:ext cx="111900" cy="75200"/>
            </a:xfrm>
            <a:custGeom>
              <a:avLst/>
              <a:gdLst/>
              <a:ahLst/>
              <a:cxnLst/>
              <a:rect l="l" t="t" r="r" b="b"/>
              <a:pathLst>
                <a:path w="4476" h="3008" extrusionOk="0">
                  <a:moveTo>
                    <a:pt x="1924" y="0"/>
                  </a:moveTo>
                  <a:cubicBezTo>
                    <a:pt x="1473" y="0"/>
                    <a:pt x="975" y="91"/>
                    <a:pt x="431" y="273"/>
                  </a:cubicBezTo>
                  <a:cubicBezTo>
                    <a:pt x="151" y="365"/>
                    <a:pt x="1" y="667"/>
                    <a:pt x="95" y="945"/>
                  </a:cubicBezTo>
                  <a:cubicBezTo>
                    <a:pt x="139" y="1079"/>
                    <a:pt x="230" y="1182"/>
                    <a:pt x="343" y="1244"/>
                  </a:cubicBezTo>
                  <a:cubicBezTo>
                    <a:pt x="421" y="1286"/>
                    <a:pt x="509" y="1310"/>
                    <a:pt x="600" y="1310"/>
                  </a:cubicBezTo>
                  <a:cubicBezTo>
                    <a:pt x="655" y="1310"/>
                    <a:pt x="712" y="1301"/>
                    <a:pt x="767" y="1282"/>
                  </a:cubicBezTo>
                  <a:cubicBezTo>
                    <a:pt x="1203" y="1136"/>
                    <a:pt x="1588" y="1063"/>
                    <a:pt x="1919" y="1063"/>
                  </a:cubicBezTo>
                  <a:cubicBezTo>
                    <a:pt x="2255" y="1063"/>
                    <a:pt x="2537" y="1139"/>
                    <a:pt x="2761" y="1289"/>
                  </a:cubicBezTo>
                  <a:cubicBezTo>
                    <a:pt x="3339" y="1680"/>
                    <a:pt x="3397" y="2498"/>
                    <a:pt x="3397" y="2506"/>
                  </a:cubicBezTo>
                  <a:cubicBezTo>
                    <a:pt x="3414" y="2789"/>
                    <a:pt x="3651" y="3008"/>
                    <a:pt x="3931" y="3008"/>
                  </a:cubicBezTo>
                  <a:cubicBezTo>
                    <a:pt x="3940" y="3008"/>
                    <a:pt x="3949" y="3007"/>
                    <a:pt x="3959" y="3007"/>
                  </a:cubicBezTo>
                  <a:cubicBezTo>
                    <a:pt x="4251" y="2990"/>
                    <a:pt x="4475" y="2742"/>
                    <a:pt x="4460" y="2450"/>
                  </a:cubicBezTo>
                  <a:cubicBezTo>
                    <a:pt x="4457" y="2395"/>
                    <a:pt x="4381" y="1107"/>
                    <a:pt x="3366" y="415"/>
                  </a:cubicBezTo>
                  <a:cubicBezTo>
                    <a:pt x="2962" y="138"/>
                    <a:pt x="2479" y="0"/>
                    <a:pt x="1924"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593;p36">
              <a:extLst>
                <a:ext uri="{FF2B5EF4-FFF2-40B4-BE49-F238E27FC236}">
                  <a16:creationId xmlns:a16="http://schemas.microsoft.com/office/drawing/2014/main" id="{8276B98C-C31F-84C5-848C-73DBD262E179}"/>
                </a:ext>
              </a:extLst>
            </p:cNvPr>
            <p:cNvSpPr/>
            <p:nvPr/>
          </p:nvSpPr>
          <p:spPr>
            <a:xfrm>
              <a:off x="4650925" y="3071025"/>
              <a:ext cx="109950" cy="70200"/>
            </a:xfrm>
            <a:custGeom>
              <a:avLst/>
              <a:gdLst/>
              <a:ahLst/>
              <a:cxnLst/>
              <a:rect l="l" t="t" r="r" b="b"/>
              <a:pathLst>
                <a:path w="4398" h="2808" extrusionOk="0">
                  <a:moveTo>
                    <a:pt x="1629" y="0"/>
                  </a:moveTo>
                  <a:cubicBezTo>
                    <a:pt x="1264" y="0"/>
                    <a:pt x="871" y="55"/>
                    <a:pt x="453" y="166"/>
                  </a:cubicBezTo>
                  <a:cubicBezTo>
                    <a:pt x="170" y="241"/>
                    <a:pt x="0" y="532"/>
                    <a:pt x="76" y="817"/>
                  </a:cubicBezTo>
                  <a:cubicBezTo>
                    <a:pt x="114" y="964"/>
                    <a:pt x="211" y="1080"/>
                    <a:pt x="335" y="1147"/>
                  </a:cubicBezTo>
                  <a:cubicBezTo>
                    <a:pt x="412" y="1190"/>
                    <a:pt x="500" y="1213"/>
                    <a:pt x="591" y="1213"/>
                  </a:cubicBezTo>
                  <a:cubicBezTo>
                    <a:pt x="635" y="1213"/>
                    <a:pt x="681" y="1208"/>
                    <a:pt x="726" y="1196"/>
                  </a:cubicBezTo>
                  <a:cubicBezTo>
                    <a:pt x="1054" y="1109"/>
                    <a:pt x="1354" y="1066"/>
                    <a:pt x="1625" y="1066"/>
                  </a:cubicBezTo>
                  <a:cubicBezTo>
                    <a:pt x="1999" y="1066"/>
                    <a:pt x="2318" y="1148"/>
                    <a:pt x="2580" y="1312"/>
                  </a:cubicBezTo>
                  <a:cubicBezTo>
                    <a:pt x="3161" y="1679"/>
                    <a:pt x="3298" y="2362"/>
                    <a:pt x="3299" y="2369"/>
                  </a:cubicBezTo>
                  <a:cubicBezTo>
                    <a:pt x="3344" y="2627"/>
                    <a:pt x="3567" y="2808"/>
                    <a:pt x="3820" y="2808"/>
                  </a:cubicBezTo>
                  <a:cubicBezTo>
                    <a:pt x="3851" y="2808"/>
                    <a:pt x="3883" y="2805"/>
                    <a:pt x="3914" y="2800"/>
                  </a:cubicBezTo>
                  <a:cubicBezTo>
                    <a:pt x="4203" y="2750"/>
                    <a:pt x="4397" y="2472"/>
                    <a:pt x="4347" y="2183"/>
                  </a:cubicBezTo>
                  <a:cubicBezTo>
                    <a:pt x="4340" y="2136"/>
                    <a:pt x="4140" y="1047"/>
                    <a:pt x="3164" y="423"/>
                  </a:cubicBezTo>
                  <a:cubicBezTo>
                    <a:pt x="2726" y="141"/>
                    <a:pt x="2212" y="0"/>
                    <a:pt x="1629"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594;p36">
              <a:extLst>
                <a:ext uri="{FF2B5EF4-FFF2-40B4-BE49-F238E27FC236}">
                  <a16:creationId xmlns:a16="http://schemas.microsoft.com/office/drawing/2014/main" id="{B05C9F45-EB3D-9D3D-CC5B-F13A4DFF44AA}"/>
                </a:ext>
              </a:extLst>
            </p:cNvPr>
            <p:cNvSpPr/>
            <p:nvPr/>
          </p:nvSpPr>
          <p:spPr>
            <a:xfrm>
              <a:off x="4388650" y="2693825"/>
              <a:ext cx="217350" cy="377150"/>
            </a:xfrm>
            <a:custGeom>
              <a:avLst/>
              <a:gdLst/>
              <a:ahLst/>
              <a:cxnLst/>
              <a:rect l="l" t="t" r="r" b="b"/>
              <a:pathLst>
                <a:path w="8694" h="15086" extrusionOk="0">
                  <a:moveTo>
                    <a:pt x="5539" y="0"/>
                  </a:moveTo>
                  <a:cubicBezTo>
                    <a:pt x="5467" y="0"/>
                    <a:pt x="5394" y="2"/>
                    <a:pt x="5321" y="5"/>
                  </a:cubicBezTo>
                  <a:cubicBezTo>
                    <a:pt x="5202" y="11"/>
                    <a:pt x="5082" y="20"/>
                    <a:pt x="4962" y="35"/>
                  </a:cubicBezTo>
                  <a:cubicBezTo>
                    <a:pt x="4785" y="55"/>
                    <a:pt x="4610" y="85"/>
                    <a:pt x="4434" y="125"/>
                  </a:cubicBezTo>
                  <a:cubicBezTo>
                    <a:pt x="3786" y="272"/>
                    <a:pt x="3178" y="544"/>
                    <a:pt x="2645" y="921"/>
                  </a:cubicBezTo>
                  <a:cubicBezTo>
                    <a:pt x="2559" y="983"/>
                    <a:pt x="2472" y="1047"/>
                    <a:pt x="2390" y="1115"/>
                  </a:cubicBezTo>
                  <a:cubicBezTo>
                    <a:pt x="2066" y="1377"/>
                    <a:pt x="1774" y="1682"/>
                    <a:pt x="1523" y="2023"/>
                  </a:cubicBezTo>
                  <a:cubicBezTo>
                    <a:pt x="1185" y="2482"/>
                    <a:pt x="902" y="2974"/>
                    <a:pt x="679" y="3490"/>
                  </a:cubicBezTo>
                  <a:cubicBezTo>
                    <a:pt x="635" y="3595"/>
                    <a:pt x="591" y="3701"/>
                    <a:pt x="552" y="3807"/>
                  </a:cubicBezTo>
                  <a:cubicBezTo>
                    <a:pt x="161" y="4840"/>
                    <a:pt x="0" y="5956"/>
                    <a:pt x="87" y="7076"/>
                  </a:cubicBezTo>
                  <a:cubicBezTo>
                    <a:pt x="94" y="7188"/>
                    <a:pt x="106" y="7300"/>
                    <a:pt x="120" y="7412"/>
                  </a:cubicBezTo>
                  <a:cubicBezTo>
                    <a:pt x="149" y="7654"/>
                    <a:pt x="191" y="7898"/>
                    <a:pt x="244" y="8139"/>
                  </a:cubicBezTo>
                  <a:cubicBezTo>
                    <a:pt x="443" y="9046"/>
                    <a:pt x="799" y="9884"/>
                    <a:pt x="1292" y="10629"/>
                  </a:cubicBezTo>
                  <a:cubicBezTo>
                    <a:pt x="1360" y="10732"/>
                    <a:pt x="1429" y="10832"/>
                    <a:pt x="1503" y="10929"/>
                  </a:cubicBezTo>
                  <a:cubicBezTo>
                    <a:pt x="2054" y="11679"/>
                    <a:pt x="2753" y="12323"/>
                    <a:pt x="3575" y="12833"/>
                  </a:cubicBezTo>
                  <a:cubicBezTo>
                    <a:pt x="3663" y="12889"/>
                    <a:pt x="3752" y="12942"/>
                    <a:pt x="3843" y="12994"/>
                  </a:cubicBezTo>
                  <a:cubicBezTo>
                    <a:pt x="3881" y="13015"/>
                    <a:pt x="3917" y="13036"/>
                    <a:pt x="3955" y="13056"/>
                  </a:cubicBezTo>
                  <a:lnTo>
                    <a:pt x="7660" y="15085"/>
                  </a:lnTo>
                  <a:cubicBezTo>
                    <a:pt x="7695" y="14793"/>
                    <a:pt x="7809" y="14445"/>
                    <a:pt x="7995" y="14098"/>
                  </a:cubicBezTo>
                  <a:cubicBezTo>
                    <a:pt x="8196" y="13721"/>
                    <a:pt x="8448" y="13413"/>
                    <a:pt x="8693" y="13224"/>
                  </a:cubicBezTo>
                  <a:lnTo>
                    <a:pt x="7960" y="12824"/>
                  </a:lnTo>
                  <a:cubicBezTo>
                    <a:pt x="7948" y="12839"/>
                    <a:pt x="7936" y="12857"/>
                    <a:pt x="7924" y="12874"/>
                  </a:cubicBezTo>
                  <a:cubicBezTo>
                    <a:pt x="7592" y="13330"/>
                    <a:pt x="7074" y="13578"/>
                    <a:pt x="6547" y="13578"/>
                  </a:cubicBezTo>
                  <a:cubicBezTo>
                    <a:pt x="6252" y="13578"/>
                    <a:pt x="5954" y="13500"/>
                    <a:pt x="5685" y="13337"/>
                  </a:cubicBezTo>
                  <a:cubicBezTo>
                    <a:pt x="2247" y="11259"/>
                    <a:pt x="11" y="9592"/>
                    <a:pt x="1429" y="4623"/>
                  </a:cubicBezTo>
                  <a:cubicBezTo>
                    <a:pt x="2251" y="1748"/>
                    <a:pt x="4039" y="1040"/>
                    <a:pt x="5603" y="1040"/>
                  </a:cubicBezTo>
                  <a:cubicBezTo>
                    <a:pt x="7123" y="1040"/>
                    <a:pt x="8430" y="1709"/>
                    <a:pt x="8430" y="1709"/>
                  </a:cubicBezTo>
                  <a:cubicBezTo>
                    <a:pt x="8513" y="1262"/>
                    <a:pt x="8299" y="794"/>
                    <a:pt x="7875" y="570"/>
                  </a:cubicBezTo>
                  <a:cubicBezTo>
                    <a:pt x="7150" y="193"/>
                    <a:pt x="6346" y="0"/>
                    <a:pt x="553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83558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EE89E1F4-183E-9C4D-6815-B141CB7ED83B}"/>
            </a:ext>
          </a:extLst>
        </p:cNvPr>
        <p:cNvGrpSpPr/>
        <p:nvPr/>
      </p:nvGrpSpPr>
      <p:grpSpPr>
        <a:xfrm>
          <a:off x="0" y="0"/>
          <a:ext cx="0" cy="0"/>
          <a:chOff x="0" y="0"/>
          <a:chExt cx="0" cy="0"/>
        </a:xfrm>
      </p:grpSpPr>
      <p:sp>
        <p:nvSpPr>
          <p:cNvPr id="282" name="Google Shape;282;p25">
            <a:extLst>
              <a:ext uri="{FF2B5EF4-FFF2-40B4-BE49-F238E27FC236}">
                <a16:creationId xmlns:a16="http://schemas.microsoft.com/office/drawing/2014/main" id="{FDD46011-F885-3078-2D6B-FBC9F635B07D}"/>
              </a:ext>
            </a:extLst>
          </p:cNvPr>
          <p:cNvSpPr txBox="1">
            <a:spLocks noGrp="1"/>
          </p:cNvSpPr>
          <p:nvPr>
            <p:ph type="body" idx="1"/>
          </p:nvPr>
        </p:nvSpPr>
        <p:spPr>
          <a:xfrm>
            <a:off x="883861" y="394302"/>
            <a:ext cx="7376277" cy="4354896"/>
          </a:xfrm>
          <a:prstGeom prst="rect">
            <a:avLst/>
          </a:prstGeom>
        </p:spPr>
        <p:txBody>
          <a:bodyPr spcFirstLastPara="1" wrap="square" lIns="91425" tIns="91425" rIns="91425" bIns="91425" anchor="t" anchorCtr="0">
            <a:noAutofit/>
          </a:bodyPr>
          <a:lstStyle/>
          <a:p>
            <a:pPr marL="482600" indent="-342900" algn="just">
              <a:buFont typeface="+mj-lt"/>
              <a:buAutoNum type="arabicPeriod"/>
            </a:pPr>
            <a:r>
              <a:rPr lang="en-US" b="1" dirty="0">
                <a:solidFill>
                  <a:schemeClr val="bg1"/>
                </a:solidFill>
                <a:latin typeface="+mn-lt"/>
              </a:rPr>
              <a:t>Dataset Collection </a:t>
            </a:r>
            <a:r>
              <a:rPr lang="en-US" dirty="0">
                <a:solidFill>
                  <a:schemeClr val="bg1"/>
                </a:solidFill>
                <a:latin typeface="+mn-lt"/>
              </a:rPr>
              <a:t>: </a:t>
            </a:r>
            <a:r>
              <a:rPr lang="en-US" dirty="0">
                <a:latin typeface="+mn-lt"/>
              </a:rPr>
              <a:t>The dataset for this project was collected from OpenReview.net, specifically focusing on peer review data from the International Conference on Learning Representations (ICLR). It included sections from research papers—such as abstracts, introductions, and methodologies—along with reviewer comments and scores. Only papers with detailed feedback were selected to ensure high-quality training data. This dataset provided a strong foundation for teaching the AI models how to detect weaknesses in research papers and suggest meaningful improvements.</a:t>
            </a:r>
          </a:p>
          <a:p>
            <a:pPr marL="482600" indent="-342900" algn="just">
              <a:buFont typeface="+mj-lt"/>
              <a:buAutoNum type="arabicPeriod"/>
            </a:pPr>
            <a:endParaRPr lang="en-US" b="1" dirty="0">
              <a:solidFill>
                <a:schemeClr val="bg1"/>
              </a:solidFill>
              <a:latin typeface="+mn-lt"/>
            </a:endParaRPr>
          </a:p>
          <a:p>
            <a:pPr marL="482600" indent="-342900" algn="just">
              <a:buFont typeface="+mj-lt"/>
              <a:buAutoNum type="arabicPeriod"/>
            </a:pPr>
            <a:r>
              <a:rPr lang="en-US" b="1" dirty="0">
                <a:solidFill>
                  <a:schemeClr val="bg1"/>
                </a:solidFill>
                <a:latin typeface="+mn-lt"/>
              </a:rPr>
              <a:t>Data Preprocessing </a:t>
            </a:r>
            <a:r>
              <a:rPr lang="en-US" dirty="0">
                <a:solidFill>
                  <a:schemeClr val="bg1"/>
                </a:solidFill>
                <a:latin typeface="+mn-lt"/>
              </a:rPr>
              <a:t>: </a:t>
            </a:r>
            <a:r>
              <a:rPr lang="en-US" dirty="0">
                <a:latin typeface="+mn-lt"/>
              </a:rPr>
              <a:t>Preprocessing was carried out to prepare the collected data for model training. This involved cleaning the text by removing unnecessary symbols, formatting inconsistencies, and irrelevant content. Paper sections and their corresponding reviewer comments were carefully separated. The cleaned text was then tokenized to meet the input requirements of the BERT and T5 models. Finally, the data was divided into training, validation, and testing sets to ensure proper training and evaluation of the models.</a:t>
            </a:r>
            <a:endParaRPr dirty="0">
              <a:solidFill>
                <a:schemeClr val="bg1"/>
              </a:solidFill>
              <a:latin typeface="+mn-lt"/>
            </a:endParaRPr>
          </a:p>
        </p:txBody>
      </p:sp>
    </p:spTree>
    <p:extLst>
      <p:ext uri="{BB962C8B-B14F-4D97-AF65-F5344CB8AC3E}">
        <p14:creationId xmlns:p14="http://schemas.microsoft.com/office/powerpoint/2010/main" val="3381621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DDF6923F-6EE7-AE36-4FD4-7AC73564A5BF}"/>
            </a:ext>
          </a:extLst>
        </p:cNvPr>
        <p:cNvGrpSpPr/>
        <p:nvPr/>
      </p:nvGrpSpPr>
      <p:grpSpPr>
        <a:xfrm>
          <a:off x="0" y="0"/>
          <a:ext cx="0" cy="0"/>
          <a:chOff x="0" y="0"/>
          <a:chExt cx="0" cy="0"/>
        </a:xfrm>
      </p:grpSpPr>
      <p:sp>
        <p:nvSpPr>
          <p:cNvPr id="282" name="Google Shape;282;p25">
            <a:extLst>
              <a:ext uri="{FF2B5EF4-FFF2-40B4-BE49-F238E27FC236}">
                <a16:creationId xmlns:a16="http://schemas.microsoft.com/office/drawing/2014/main" id="{0AD07B68-F149-66BC-AFA4-CA449C2E1DED}"/>
              </a:ext>
            </a:extLst>
          </p:cNvPr>
          <p:cNvSpPr txBox="1">
            <a:spLocks noGrp="1"/>
          </p:cNvSpPr>
          <p:nvPr>
            <p:ph type="body" idx="1"/>
          </p:nvPr>
        </p:nvSpPr>
        <p:spPr>
          <a:xfrm>
            <a:off x="883861" y="398289"/>
            <a:ext cx="7376277" cy="4346921"/>
          </a:xfrm>
          <a:prstGeom prst="rect">
            <a:avLst/>
          </a:prstGeom>
        </p:spPr>
        <p:txBody>
          <a:bodyPr spcFirstLastPara="1" wrap="square" lIns="91425" tIns="91425" rIns="91425" bIns="91425" anchor="t" anchorCtr="0">
            <a:noAutofit/>
          </a:bodyPr>
          <a:lstStyle/>
          <a:p>
            <a:pPr marL="482600" indent="-342900" algn="just">
              <a:buAutoNum type="arabicPeriod" startAt="3"/>
            </a:pPr>
            <a:r>
              <a:rPr lang="en-US" b="1" dirty="0">
                <a:solidFill>
                  <a:schemeClr val="bg1"/>
                </a:solidFill>
                <a:latin typeface="+mn-lt"/>
              </a:rPr>
              <a:t>Text Classification with BERT : </a:t>
            </a:r>
            <a:r>
              <a:rPr lang="en-US" dirty="0">
                <a:latin typeface="+mn-lt"/>
              </a:rPr>
              <a:t>The BERT model was used to classify different sections of research papers based on their likelihood of receiving critiques from reviewers. BERT was fine-tuned on labeled examples where sections were matched to specific types of reviewer feedback. During training, the model learned to identify weaknesses such as unclear methodologies, flawed experimental designs, and missing references. This classification step allowed the system to predict which parts of a paper were most likely to require improvements.</a:t>
            </a:r>
          </a:p>
          <a:p>
            <a:pPr marL="482600" indent="-342900" algn="just">
              <a:buAutoNum type="arabicPeriod" startAt="3"/>
            </a:pPr>
            <a:endParaRPr lang="en-US" dirty="0">
              <a:solidFill>
                <a:schemeClr val="bg1"/>
              </a:solidFill>
              <a:latin typeface="+mn-lt"/>
            </a:endParaRPr>
          </a:p>
          <a:p>
            <a:pPr marL="482600" indent="-342900" algn="just">
              <a:buAutoNum type="arabicPeriod" startAt="3"/>
            </a:pPr>
            <a:r>
              <a:rPr lang="en-US" b="1" dirty="0">
                <a:solidFill>
                  <a:schemeClr val="bg1"/>
                </a:solidFill>
                <a:latin typeface="+mn-lt"/>
              </a:rPr>
              <a:t>Text Generation with T5 and GPT-2</a:t>
            </a:r>
            <a:r>
              <a:rPr lang="en-US" dirty="0">
                <a:latin typeface="+mn-lt"/>
              </a:rPr>
              <a:t> </a:t>
            </a:r>
            <a:r>
              <a:rPr lang="en-US" b="1" dirty="0">
                <a:solidFill>
                  <a:schemeClr val="bg1"/>
                </a:solidFill>
                <a:latin typeface="+mn-lt"/>
              </a:rPr>
              <a:t>: </a:t>
            </a:r>
            <a:r>
              <a:rPr lang="en-US" dirty="0">
                <a:latin typeface="+mn-lt"/>
              </a:rPr>
              <a:t>After identifying weaknesses using BERT, the T5 model was employed to generate constructive feedback. Problematic sections were passed as input to T5, along with prompts encouraging improvement suggestions. Fine-tuned on peer review examples, T5 generated specific and actionable feedback, such as recommending clearer explanations, stronger experimental validation, or improved organization. Additionally, GPT-2 was leveraged to generate creative suggestions and rewrite sections of the paper, ensuring the feedback was comprehensive and varied. This allowed the system not only to detect issues but also to propose concrete edits to enhance paper quality.</a:t>
            </a:r>
            <a:endParaRPr lang="en-US" b="1" dirty="0">
              <a:solidFill>
                <a:schemeClr val="bg1"/>
              </a:solidFill>
              <a:latin typeface="+mn-lt"/>
            </a:endParaRPr>
          </a:p>
        </p:txBody>
      </p:sp>
    </p:spTree>
    <p:extLst>
      <p:ext uri="{BB962C8B-B14F-4D97-AF65-F5344CB8AC3E}">
        <p14:creationId xmlns:p14="http://schemas.microsoft.com/office/powerpoint/2010/main" val="2343821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C0B3F667-964A-2103-7035-1A2AB2F710FD}"/>
            </a:ext>
          </a:extLst>
        </p:cNvPr>
        <p:cNvGrpSpPr/>
        <p:nvPr/>
      </p:nvGrpSpPr>
      <p:grpSpPr>
        <a:xfrm>
          <a:off x="0" y="0"/>
          <a:ext cx="0" cy="0"/>
          <a:chOff x="0" y="0"/>
          <a:chExt cx="0" cy="0"/>
        </a:xfrm>
      </p:grpSpPr>
      <p:sp>
        <p:nvSpPr>
          <p:cNvPr id="282" name="Google Shape;282;p25">
            <a:extLst>
              <a:ext uri="{FF2B5EF4-FFF2-40B4-BE49-F238E27FC236}">
                <a16:creationId xmlns:a16="http://schemas.microsoft.com/office/drawing/2014/main" id="{940F5872-548A-8D11-7FBD-EC688FFDD9AC}"/>
              </a:ext>
            </a:extLst>
          </p:cNvPr>
          <p:cNvSpPr txBox="1">
            <a:spLocks noGrp="1"/>
          </p:cNvSpPr>
          <p:nvPr>
            <p:ph type="body" idx="1"/>
          </p:nvPr>
        </p:nvSpPr>
        <p:spPr>
          <a:xfrm>
            <a:off x="883861" y="1232945"/>
            <a:ext cx="7376277" cy="2677610"/>
          </a:xfrm>
          <a:prstGeom prst="rect">
            <a:avLst/>
          </a:prstGeom>
        </p:spPr>
        <p:txBody>
          <a:bodyPr spcFirstLastPara="1" wrap="square" lIns="91425" tIns="91425" rIns="91425" bIns="91425" anchor="t" anchorCtr="0">
            <a:noAutofit/>
          </a:bodyPr>
          <a:lstStyle/>
          <a:p>
            <a:pPr marL="482600" indent="-342900" algn="just">
              <a:buAutoNum type="arabicPeriod" startAt="5"/>
            </a:pPr>
            <a:r>
              <a:rPr lang="en-US" b="1" dirty="0">
                <a:solidFill>
                  <a:schemeClr val="bg1"/>
                </a:solidFill>
                <a:latin typeface="+mn-lt"/>
              </a:rPr>
              <a:t>Specialized Models for Each Feature: </a:t>
            </a:r>
            <a:r>
              <a:rPr lang="en-US" dirty="0">
                <a:solidFill>
                  <a:schemeClr val="bg1"/>
                </a:solidFill>
                <a:latin typeface="+mn-lt"/>
              </a:rPr>
              <a:t>To achieve the highest level of accuracy, each major feature in the system rewriting, summarization, sentiment analysis, and topic generation was supported by its own dedicated model and dataset. This modular approach ensured that every functionality was handled with a model best suited for its task, resulting in improved precision and reliability. For example, a grammar-focused model was used for rewriting, a summarization model for condensing content, a sentiment analysis model for gauging tone, and a language generation model for topic suggestions. This separation allowed each model to be fine-tuned independently for its specific role, maximizing the overall performance of the system.</a:t>
            </a:r>
          </a:p>
          <a:p>
            <a:pPr marL="139700" indent="0" algn="just">
              <a:buNone/>
            </a:pPr>
            <a:endParaRPr lang="en-US" b="1" dirty="0">
              <a:solidFill>
                <a:schemeClr val="bg1"/>
              </a:solidFill>
              <a:latin typeface="+mn-lt"/>
            </a:endParaRPr>
          </a:p>
        </p:txBody>
      </p:sp>
      <p:grpSp>
        <p:nvGrpSpPr>
          <p:cNvPr id="2" name="Google Shape;775;p38">
            <a:extLst>
              <a:ext uri="{FF2B5EF4-FFF2-40B4-BE49-F238E27FC236}">
                <a16:creationId xmlns:a16="http://schemas.microsoft.com/office/drawing/2014/main" id="{8AD74A48-70E4-BC08-4CB6-F5D2D15F86D9}"/>
              </a:ext>
            </a:extLst>
          </p:cNvPr>
          <p:cNvGrpSpPr/>
          <p:nvPr/>
        </p:nvGrpSpPr>
        <p:grpSpPr>
          <a:xfrm>
            <a:off x="0" y="3402419"/>
            <a:ext cx="2094614" cy="1741081"/>
            <a:chOff x="2735825" y="2251925"/>
            <a:chExt cx="1386775" cy="1101400"/>
          </a:xfrm>
        </p:grpSpPr>
        <p:sp>
          <p:nvSpPr>
            <p:cNvPr id="3" name="Google Shape;776;p38">
              <a:extLst>
                <a:ext uri="{FF2B5EF4-FFF2-40B4-BE49-F238E27FC236}">
                  <a16:creationId xmlns:a16="http://schemas.microsoft.com/office/drawing/2014/main" id="{213A4A5D-5211-8004-BC23-A3584B90E7CA}"/>
                </a:ext>
              </a:extLst>
            </p:cNvPr>
            <p:cNvSpPr/>
            <p:nvPr/>
          </p:nvSpPr>
          <p:spPr>
            <a:xfrm>
              <a:off x="3436875" y="2721175"/>
              <a:ext cx="551875" cy="126275"/>
            </a:xfrm>
            <a:custGeom>
              <a:avLst/>
              <a:gdLst/>
              <a:ahLst/>
              <a:cxnLst/>
              <a:rect l="l" t="t" r="r" b="b"/>
              <a:pathLst>
                <a:path w="22075" h="5051" extrusionOk="0">
                  <a:moveTo>
                    <a:pt x="1253" y="0"/>
                  </a:moveTo>
                  <a:lnTo>
                    <a:pt x="1" y="1689"/>
                  </a:lnTo>
                  <a:lnTo>
                    <a:pt x="2" y="1689"/>
                  </a:lnTo>
                  <a:cubicBezTo>
                    <a:pt x="587" y="2124"/>
                    <a:pt x="1206" y="2517"/>
                    <a:pt x="1858" y="2869"/>
                  </a:cubicBezTo>
                  <a:cubicBezTo>
                    <a:pt x="2736" y="3343"/>
                    <a:pt x="3674" y="3741"/>
                    <a:pt x="4666" y="4063"/>
                  </a:cubicBezTo>
                  <a:cubicBezTo>
                    <a:pt x="4796" y="4105"/>
                    <a:pt x="4928" y="4146"/>
                    <a:pt x="5060" y="4185"/>
                  </a:cubicBezTo>
                  <a:cubicBezTo>
                    <a:pt x="5687" y="4373"/>
                    <a:pt x="6334" y="4529"/>
                    <a:pt x="7002" y="4656"/>
                  </a:cubicBezTo>
                  <a:cubicBezTo>
                    <a:pt x="7086" y="4671"/>
                    <a:pt x="7170" y="4687"/>
                    <a:pt x="7255" y="4702"/>
                  </a:cubicBezTo>
                  <a:cubicBezTo>
                    <a:pt x="7306" y="4711"/>
                    <a:pt x="7358" y="4720"/>
                    <a:pt x="7409" y="4729"/>
                  </a:cubicBezTo>
                  <a:cubicBezTo>
                    <a:pt x="8151" y="4855"/>
                    <a:pt x="8919" y="4943"/>
                    <a:pt x="9708" y="4994"/>
                  </a:cubicBezTo>
                  <a:cubicBezTo>
                    <a:pt x="9854" y="5005"/>
                    <a:pt x="9999" y="5012"/>
                    <a:pt x="10146" y="5018"/>
                  </a:cubicBezTo>
                  <a:cubicBezTo>
                    <a:pt x="10558" y="5039"/>
                    <a:pt x="10976" y="5050"/>
                    <a:pt x="11400" y="5050"/>
                  </a:cubicBezTo>
                  <a:cubicBezTo>
                    <a:pt x="11886" y="5050"/>
                    <a:pt x="12379" y="5036"/>
                    <a:pt x="12877" y="5011"/>
                  </a:cubicBezTo>
                  <a:cubicBezTo>
                    <a:pt x="13009" y="5003"/>
                    <a:pt x="13141" y="4996"/>
                    <a:pt x="13274" y="4986"/>
                  </a:cubicBezTo>
                  <a:cubicBezTo>
                    <a:pt x="13645" y="4962"/>
                    <a:pt x="14019" y="4930"/>
                    <a:pt x="14396" y="4893"/>
                  </a:cubicBezTo>
                  <a:cubicBezTo>
                    <a:pt x="14939" y="4838"/>
                    <a:pt x="15463" y="4770"/>
                    <a:pt x="15966" y="4694"/>
                  </a:cubicBezTo>
                  <a:cubicBezTo>
                    <a:pt x="16108" y="4673"/>
                    <a:pt x="16250" y="4652"/>
                    <a:pt x="16391" y="4629"/>
                  </a:cubicBezTo>
                  <a:cubicBezTo>
                    <a:pt x="17350" y="4471"/>
                    <a:pt x="18226" y="4288"/>
                    <a:pt x="18986" y="4105"/>
                  </a:cubicBezTo>
                  <a:cubicBezTo>
                    <a:pt x="19139" y="4069"/>
                    <a:pt x="19289" y="4031"/>
                    <a:pt x="19431" y="3994"/>
                  </a:cubicBezTo>
                  <a:cubicBezTo>
                    <a:pt x="21011" y="3593"/>
                    <a:pt x="22000" y="3223"/>
                    <a:pt x="22074" y="3196"/>
                  </a:cubicBezTo>
                  <a:lnTo>
                    <a:pt x="21746" y="2328"/>
                  </a:lnTo>
                  <a:lnTo>
                    <a:pt x="21702" y="2212"/>
                  </a:lnTo>
                  <a:lnTo>
                    <a:pt x="21331" y="1228"/>
                  </a:lnTo>
                  <a:cubicBezTo>
                    <a:pt x="21297" y="1241"/>
                    <a:pt x="20364" y="1586"/>
                    <a:pt x="18872" y="1965"/>
                  </a:cubicBezTo>
                  <a:cubicBezTo>
                    <a:pt x="18739" y="1998"/>
                    <a:pt x="18601" y="2033"/>
                    <a:pt x="18459" y="2066"/>
                  </a:cubicBezTo>
                  <a:cubicBezTo>
                    <a:pt x="17804" y="2224"/>
                    <a:pt x="17062" y="2381"/>
                    <a:pt x="16252" y="2519"/>
                  </a:cubicBezTo>
                  <a:cubicBezTo>
                    <a:pt x="16108" y="2543"/>
                    <a:pt x="15960" y="2567"/>
                    <a:pt x="15811" y="2590"/>
                  </a:cubicBezTo>
                  <a:cubicBezTo>
                    <a:pt x="15275" y="2674"/>
                    <a:pt x="14714" y="2748"/>
                    <a:pt x="14133" y="2805"/>
                  </a:cubicBezTo>
                  <a:cubicBezTo>
                    <a:pt x="13968" y="2822"/>
                    <a:pt x="13798" y="2839"/>
                    <a:pt x="13627" y="2852"/>
                  </a:cubicBezTo>
                  <a:cubicBezTo>
                    <a:pt x="13478" y="2864"/>
                    <a:pt x="13329" y="2876"/>
                    <a:pt x="13176" y="2886"/>
                  </a:cubicBezTo>
                  <a:cubicBezTo>
                    <a:pt x="12623" y="2922"/>
                    <a:pt x="12045" y="2944"/>
                    <a:pt x="11448" y="2944"/>
                  </a:cubicBezTo>
                  <a:cubicBezTo>
                    <a:pt x="11051" y="2944"/>
                    <a:pt x="10646" y="2934"/>
                    <a:pt x="10235" y="2913"/>
                  </a:cubicBezTo>
                  <a:cubicBezTo>
                    <a:pt x="10101" y="2907"/>
                    <a:pt x="9964" y="2898"/>
                    <a:pt x="9828" y="2890"/>
                  </a:cubicBezTo>
                  <a:cubicBezTo>
                    <a:pt x="9154" y="2843"/>
                    <a:pt x="8466" y="2766"/>
                    <a:pt x="7776" y="2649"/>
                  </a:cubicBezTo>
                  <a:cubicBezTo>
                    <a:pt x="7644" y="2628"/>
                    <a:pt x="7512" y="2604"/>
                    <a:pt x="7382" y="2580"/>
                  </a:cubicBezTo>
                  <a:cubicBezTo>
                    <a:pt x="6832" y="2475"/>
                    <a:pt x="6281" y="2345"/>
                    <a:pt x="5732" y="2184"/>
                  </a:cubicBezTo>
                  <a:cubicBezTo>
                    <a:pt x="5600" y="2146"/>
                    <a:pt x="5469" y="2105"/>
                    <a:pt x="5338" y="2063"/>
                  </a:cubicBezTo>
                  <a:cubicBezTo>
                    <a:pt x="3916" y="1609"/>
                    <a:pt x="2526" y="944"/>
                    <a:pt x="1253"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777;p38">
              <a:extLst>
                <a:ext uri="{FF2B5EF4-FFF2-40B4-BE49-F238E27FC236}">
                  <a16:creationId xmlns:a16="http://schemas.microsoft.com/office/drawing/2014/main" id="{71E234B8-D713-7BDA-749B-9C94EE5BA631}"/>
                </a:ext>
              </a:extLst>
            </p:cNvPr>
            <p:cNvSpPr/>
            <p:nvPr/>
          </p:nvSpPr>
          <p:spPr>
            <a:xfrm>
              <a:off x="3947100" y="2742375"/>
              <a:ext cx="52375" cy="73975"/>
            </a:xfrm>
            <a:custGeom>
              <a:avLst/>
              <a:gdLst/>
              <a:ahLst/>
              <a:cxnLst/>
              <a:rect l="l" t="t" r="r" b="b"/>
              <a:pathLst>
                <a:path w="2095" h="2959" extrusionOk="0">
                  <a:moveTo>
                    <a:pt x="1397" y="0"/>
                  </a:moveTo>
                  <a:lnTo>
                    <a:pt x="355" y="271"/>
                  </a:lnTo>
                  <a:cubicBezTo>
                    <a:pt x="189" y="315"/>
                    <a:pt x="78" y="506"/>
                    <a:pt x="34" y="780"/>
                  </a:cubicBezTo>
                  <a:cubicBezTo>
                    <a:pt x="25" y="833"/>
                    <a:pt x="17" y="891"/>
                    <a:pt x="14" y="950"/>
                  </a:cubicBezTo>
                  <a:lnTo>
                    <a:pt x="14" y="952"/>
                  </a:lnTo>
                  <a:cubicBezTo>
                    <a:pt x="1" y="1164"/>
                    <a:pt x="22" y="1409"/>
                    <a:pt x="81" y="1668"/>
                  </a:cubicBezTo>
                  <a:cubicBezTo>
                    <a:pt x="89" y="1700"/>
                    <a:pt x="96" y="1733"/>
                    <a:pt x="105" y="1766"/>
                  </a:cubicBezTo>
                  <a:cubicBezTo>
                    <a:pt x="119" y="1816"/>
                    <a:pt x="133" y="1866"/>
                    <a:pt x="148" y="1915"/>
                  </a:cubicBezTo>
                  <a:cubicBezTo>
                    <a:pt x="234" y="2189"/>
                    <a:pt x="351" y="2428"/>
                    <a:pt x="482" y="2609"/>
                  </a:cubicBezTo>
                  <a:cubicBezTo>
                    <a:pt x="508" y="2645"/>
                    <a:pt x="535" y="2680"/>
                    <a:pt x="563" y="2710"/>
                  </a:cubicBezTo>
                  <a:cubicBezTo>
                    <a:pt x="564" y="2713"/>
                    <a:pt x="566" y="2713"/>
                    <a:pt x="566" y="2715"/>
                  </a:cubicBezTo>
                  <a:cubicBezTo>
                    <a:pt x="701" y="2870"/>
                    <a:pt x="846" y="2958"/>
                    <a:pt x="980" y="2958"/>
                  </a:cubicBezTo>
                  <a:cubicBezTo>
                    <a:pt x="1004" y="2958"/>
                    <a:pt x="1028" y="2956"/>
                    <a:pt x="1052" y="2949"/>
                  </a:cubicBezTo>
                  <a:lnTo>
                    <a:pt x="2094" y="2678"/>
                  </a:lnTo>
                  <a:lnTo>
                    <a:pt x="1397" y="0"/>
                  </a:ln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78;p38">
              <a:extLst>
                <a:ext uri="{FF2B5EF4-FFF2-40B4-BE49-F238E27FC236}">
                  <a16:creationId xmlns:a16="http://schemas.microsoft.com/office/drawing/2014/main" id="{AC767A29-95D7-A72E-38AD-8A0BF5CE338B}"/>
                </a:ext>
              </a:extLst>
            </p:cNvPr>
            <p:cNvSpPr/>
            <p:nvPr/>
          </p:nvSpPr>
          <p:spPr>
            <a:xfrm>
              <a:off x="3970975" y="2715625"/>
              <a:ext cx="74850" cy="101600"/>
            </a:xfrm>
            <a:custGeom>
              <a:avLst/>
              <a:gdLst/>
              <a:ahLst/>
              <a:cxnLst/>
              <a:rect l="l" t="t" r="r" b="b"/>
              <a:pathLst>
                <a:path w="2994" h="4064" extrusionOk="0">
                  <a:moveTo>
                    <a:pt x="1998" y="1"/>
                  </a:moveTo>
                  <a:cubicBezTo>
                    <a:pt x="1998" y="1"/>
                    <a:pt x="1103" y="136"/>
                    <a:pt x="442" y="1070"/>
                  </a:cubicBezTo>
                  <a:cubicBezTo>
                    <a:pt x="112" y="1157"/>
                    <a:pt x="0" y="1826"/>
                    <a:pt x="192" y="2565"/>
                  </a:cubicBezTo>
                  <a:lnTo>
                    <a:pt x="191" y="2565"/>
                  </a:lnTo>
                  <a:cubicBezTo>
                    <a:pt x="370" y="3252"/>
                    <a:pt x="749" y="3758"/>
                    <a:pt x="1067" y="3758"/>
                  </a:cubicBezTo>
                  <a:cubicBezTo>
                    <a:pt x="1083" y="3758"/>
                    <a:pt x="1099" y="3757"/>
                    <a:pt x="1115" y="3754"/>
                  </a:cubicBezTo>
                  <a:lnTo>
                    <a:pt x="1116" y="3765"/>
                  </a:lnTo>
                  <a:cubicBezTo>
                    <a:pt x="1585" y="4000"/>
                    <a:pt x="2017" y="4064"/>
                    <a:pt x="2349" y="4064"/>
                  </a:cubicBezTo>
                  <a:cubicBezTo>
                    <a:pt x="2742" y="4064"/>
                    <a:pt x="2993" y="3974"/>
                    <a:pt x="2993" y="3974"/>
                  </a:cubicBezTo>
                  <a:lnTo>
                    <a:pt x="1998" y="1"/>
                  </a:ln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79;p38">
              <a:extLst>
                <a:ext uri="{FF2B5EF4-FFF2-40B4-BE49-F238E27FC236}">
                  <a16:creationId xmlns:a16="http://schemas.microsoft.com/office/drawing/2014/main" id="{03A71FB3-1A8F-B82A-C225-C00EF97C3EDB}"/>
                </a:ext>
              </a:extLst>
            </p:cNvPr>
            <p:cNvSpPr/>
            <p:nvPr/>
          </p:nvSpPr>
          <p:spPr>
            <a:xfrm>
              <a:off x="4005200" y="2715300"/>
              <a:ext cx="56175" cy="99575"/>
            </a:xfrm>
            <a:custGeom>
              <a:avLst/>
              <a:gdLst/>
              <a:ahLst/>
              <a:cxnLst/>
              <a:rect l="l" t="t" r="r" b="b"/>
              <a:pathLst>
                <a:path w="2247" h="3983" extrusionOk="0">
                  <a:moveTo>
                    <a:pt x="736" y="0"/>
                  </a:moveTo>
                  <a:cubicBezTo>
                    <a:pt x="700" y="0"/>
                    <a:pt x="664" y="5"/>
                    <a:pt x="629" y="14"/>
                  </a:cubicBezTo>
                  <a:cubicBezTo>
                    <a:pt x="176" y="132"/>
                    <a:pt x="0" y="991"/>
                    <a:pt x="205" y="1986"/>
                  </a:cubicBezTo>
                  <a:cubicBezTo>
                    <a:pt x="220" y="2063"/>
                    <a:pt x="238" y="2142"/>
                    <a:pt x="259" y="2221"/>
                  </a:cubicBezTo>
                  <a:cubicBezTo>
                    <a:pt x="303" y="2394"/>
                    <a:pt x="356" y="2556"/>
                    <a:pt x="417" y="2710"/>
                  </a:cubicBezTo>
                  <a:cubicBezTo>
                    <a:pt x="709" y="3467"/>
                    <a:pt x="1161" y="3982"/>
                    <a:pt x="1551" y="3982"/>
                  </a:cubicBezTo>
                  <a:cubicBezTo>
                    <a:pt x="1587" y="3982"/>
                    <a:pt x="1622" y="3978"/>
                    <a:pt x="1657" y="3969"/>
                  </a:cubicBezTo>
                  <a:cubicBezTo>
                    <a:pt x="2063" y="3863"/>
                    <a:pt x="2247" y="3164"/>
                    <a:pt x="2135" y="2304"/>
                  </a:cubicBezTo>
                  <a:cubicBezTo>
                    <a:pt x="2112" y="2128"/>
                    <a:pt x="2075" y="1947"/>
                    <a:pt x="2027" y="1760"/>
                  </a:cubicBezTo>
                  <a:cubicBezTo>
                    <a:pt x="2000" y="1651"/>
                    <a:pt x="1966" y="1545"/>
                    <a:pt x="1933" y="1444"/>
                  </a:cubicBezTo>
                  <a:cubicBezTo>
                    <a:pt x="1645" y="595"/>
                    <a:pt x="1155" y="0"/>
                    <a:pt x="736"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80;p38">
              <a:extLst>
                <a:ext uri="{FF2B5EF4-FFF2-40B4-BE49-F238E27FC236}">
                  <a16:creationId xmlns:a16="http://schemas.microsoft.com/office/drawing/2014/main" id="{55F7D6F3-C77C-65E3-51A7-E8EEC00A6E1C}"/>
                </a:ext>
              </a:extLst>
            </p:cNvPr>
            <p:cNvSpPr/>
            <p:nvPr/>
          </p:nvSpPr>
          <p:spPr>
            <a:xfrm>
              <a:off x="4023650" y="2726700"/>
              <a:ext cx="35825" cy="74900"/>
            </a:xfrm>
            <a:custGeom>
              <a:avLst/>
              <a:gdLst/>
              <a:ahLst/>
              <a:cxnLst/>
              <a:rect l="l" t="t" r="r" b="b"/>
              <a:pathLst>
                <a:path w="1433" h="2996" extrusionOk="0">
                  <a:moveTo>
                    <a:pt x="248" y="0"/>
                  </a:moveTo>
                  <a:cubicBezTo>
                    <a:pt x="220" y="0"/>
                    <a:pt x="193" y="4"/>
                    <a:pt x="167" y="11"/>
                  </a:cubicBezTo>
                  <a:cubicBezTo>
                    <a:pt x="103" y="26"/>
                    <a:pt x="48" y="62"/>
                    <a:pt x="0" y="114"/>
                  </a:cubicBezTo>
                  <a:cubicBezTo>
                    <a:pt x="323" y="223"/>
                    <a:pt x="673" y="741"/>
                    <a:pt x="848" y="1416"/>
                  </a:cubicBezTo>
                  <a:cubicBezTo>
                    <a:pt x="1025" y="2098"/>
                    <a:pt x="971" y="2725"/>
                    <a:pt x="738" y="2975"/>
                  </a:cubicBezTo>
                  <a:cubicBezTo>
                    <a:pt x="779" y="2989"/>
                    <a:pt x="820" y="2996"/>
                    <a:pt x="860" y="2996"/>
                  </a:cubicBezTo>
                  <a:cubicBezTo>
                    <a:pt x="887" y="2996"/>
                    <a:pt x="914" y="2992"/>
                    <a:pt x="941" y="2986"/>
                  </a:cubicBezTo>
                  <a:cubicBezTo>
                    <a:pt x="1309" y="2890"/>
                    <a:pt x="1433" y="2147"/>
                    <a:pt x="1219" y="1324"/>
                  </a:cubicBezTo>
                  <a:cubicBezTo>
                    <a:pt x="1021" y="562"/>
                    <a:pt x="602" y="0"/>
                    <a:pt x="248" y="0"/>
                  </a:cubicBezTo>
                  <a:close/>
                </a:path>
              </a:pathLst>
            </a:custGeom>
            <a:solidFill>
              <a:srgbClr val="F4A6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81;p38">
              <a:extLst>
                <a:ext uri="{FF2B5EF4-FFF2-40B4-BE49-F238E27FC236}">
                  <a16:creationId xmlns:a16="http://schemas.microsoft.com/office/drawing/2014/main" id="{AD9F2AD9-1EB9-C345-6230-5F51BE742968}"/>
                </a:ext>
              </a:extLst>
            </p:cNvPr>
            <p:cNvSpPr/>
            <p:nvPr/>
          </p:nvSpPr>
          <p:spPr>
            <a:xfrm>
              <a:off x="4016475" y="2729575"/>
              <a:ext cx="31300" cy="71525"/>
            </a:xfrm>
            <a:custGeom>
              <a:avLst/>
              <a:gdLst/>
              <a:ahLst/>
              <a:cxnLst/>
              <a:rect l="l" t="t" r="r" b="b"/>
              <a:pathLst>
                <a:path w="1252" h="2861" extrusionOk="0">
                  <a:moveTo>
                    <a:pt x="287" y="0"/>
                  </a:moveTo>
                  <a:cubicBezTo>
                    <a:pt x="57" y="246"/>
                    <a:pt x="1" y="858"/>
                    <a:pt x="169" y="1527"/>
                  </a:cubicBezTo>
                  <a:cubicBezTo>
                    <a:pt x="170" y="1536"/>
                    <a:pt x="173" y="1547"/>
                    <a:pt x="175" y="1556"/>
                  </a:cubicBezTo>
                  <a:cubicBezTo>
                    <a:pt x="249" y="1838"/>
                    <a:pt x="352" y="2091"/>
                    <a:pt x="470" y="2300"/>
                  </a:cubicBezTo>
                  <a:cubicBezTo>
                    <a:pt x="637" y="2592"/>
                    <a:pt x="835" y="2796"/>
                    <a:pt x="1025" y="2860"/>
                  </a:cubicBezTo>
                  <a:cubicBezTo>
                    <a:pt x="1143" y="2733"/>
                    <a:pt x="1216" y="2507"/>
                    <a:pt x="1234" y="2227"/>
                  </a:cubicBezTo>
                  <a:cubicBezTo>
                    <a:pt x="1252" y="1983"/>
                    <a:pt x="1228" y="1698"/>
                    <a:pt x="1158" y="1400"/>
                  </a:cubicBezTo>
                  <a:cubicBezTo>
                    <a:pt x="1152" y="1367"/>
                    <a:pt x="1143" y="1335"/>
                    <a:pt x="1135" y="1303"/>
                  </a:cubicBezTo>
                  <a:cubicBezTo>
                    <a:pt x="960" y="626"/>
                    <a:pt x="610" y="108"/>
                    <a:pt x="287"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82;p38">
              <a:extLst>
                <a:ext uri="{FF2B5EF4-FFF2-40B4-BE49-F238E27FC236}">
                  <a16:creationId xmlns:a16="http://schemas.microsoft.com/office/drawing/2014/main" id="{0001FE2D-09A1-E6A3-DEAC-4B448ADE40BF}"/>
                </a:ext>
              </a:extLst>
            </p:cNvPr>
            <p:cNvSpPr/>
            <p:nvPr/>
          </p:nvSpPr>
          <p:spPr>
            <a:xfrm>
              <a:off x="4013800" y="2729575"/>
              <a:ext cx="79075" cy="45050"/>
            </a:xfrm>
            <a:custGeom>
              <a:avLst/>
              <a:gdLst/>
              <a:ahLst/>
              <a:cxnLst/>
              <a:rect l="l" t="t" r="r" b="b"/>
              <a:pathLst>
                <a:path w="3163" h="1802" extrusionOk="0">
                  <a:moveTo>
                    <a:pt x="1900" y="1"/>
                  </a:moveTo>
                  <a:cubicBezTo>
                    <a:pt x="1197" y="1"/>
                    <a:pt x="449" y="398"/>
                    <a:pt x="267" y="500"/>
                  </a:cubicBezTo>
                  <a:cubicBezTo>
                    <a:pt x="70" y="612"/>
                    <a:pt x="0" y="864"/>
                    <a:pt x="111" y="1062"/>
                  </a:cubicBezTo>
                  <a:cubicBezTo>
                    <a:pt x="187" y="1195"/>
                    <a:pt x="326" y="1270"/>
                    <a:pt x="470" y="1270"/>
                  </a:cubicBezTo>
                  <a:cubicBezTo>
                    <a:pt x="539" y="1270"/>
                    <a:pt x="608" y="1253"/>
                    <a:pt x="673" y="1217"/>
                  </a:cubicBezTo>
                  <a:cubicBezTo>
                    <a:pt x="1016" y="1023"/>
                    <a:pt x="1554" y="824"/>
                    <a:pt x="1912" y="824"/>
                  </a:cubicBezTo>
                  <a:cubicBezTo>
                    <a:pt x="2015" y="824"/>
                    <a:pt x="2104" y="841"/>
                    <a:pt x="2168" y="879"/>
                  </a:cubicBezTo>
                  <a:cubicBezTo>
                    <a:pt x="2307" y="961"/>
                    <a:pt x="2333" y="1200"/>
                    <a:pt x="2331" y="1386"/>
                  </a:cubicBezTo>
                  <a:cubicBezTo>
                    <a:pt x="2328" y="1613"/>
                    <a:pt x="2510" y="1800"/>
                    <a:pt x="2737" y="1801"/>
                  </a:cubicBezTo>
                  <a:cubicBezTo>
                    <a:pt x="2742" y="1801"/>
                    <a:pt x="2746" y="1802"/>
                    <a:pt x="2750" y="1802"/>
                  </a:cubicBezTo>
                  <a:cubicBezTo>
                    <a:pt x="2788" y="1802"/>
                    <a:pt x="2824" y="1796"/>
                    <a:pt x="2858" y="1786"/>
                  </a:cubicBezTo>
                  <a:lnTo>
                    <a:pt x="2858" y="1785"/>
                  </a:lnTo>
                  <a:cubicBezTo>
                    <a:pt x="3028" y="1736"/>
                    <a:pt x="3152" y="1580"/>
                    <a:pt x="3154" y="1395"/>
                  </a:cubicBezTo>
                  <a:cubicBezTo>
                    <a:pt x="3163" y="665"/>
                    <a:pt x="2849" y="326"/>
                    <a:pt x="2586" y="170"/>
                  </a:cubicBezTo>
                  <a:cubicBezTo>
                    <a:pt x="2379" y="48"/>
                    <a:pt x="2142" y="1"/>
                    <a:pt x="1900" y="1"/>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83;p38">
              <a:extLst>
                <a:ext uri="{FF2B5EF4-FFF2-40B4-BE49-F238E27FC236}">
                  <a16:creationId xmlns:a16="http://schemas.microsoft.com/office/drawing/2014/main" id="{C9FEF290-D817-361D-8A9B-176200F2852F}"/>
                </a:ext>
              </a:extLst>
            </p:cNvPr>
            <p:cNvSpPr/>
            <p:nvPr/>
          </p:nvSpPr>
          <p:spPr>
            <a:xfrm>
              <a:off x="4020675" y="2764550"/>
              <a:ext cx="69400" cy="51875"/>
            </a:xfrm>
            <a:custGeom>
              <a:avLst/>
              <a:gdLst/>
              <a:ahLst/>
              <a:cxnLst/>
              <a:rect l="l" t="t" r="r" b="b"/>
              <a:pathLst>
                <a:path w="2776" h="2075" extrusionOk="0">
                  <a:moveTo>
                    <a:pt x="1032" y="1"/>
                  </a:moveTo>
                  <a:cubicBezTo>
                    <a:pt x="1018" y="1"/>
                    <a:pt x="1005" y="1"/>
                    <a:pt x="991" y="1"/>
                  </a:cubicBezTo>
                  <a:cubicBezTo>
                    <a:pt x="555" y="4"/>
                    <a:pt x="174" y="84"/>
                    <a:pt x="43" y="115"/>
                  </a:cubicBezTo>
                  <a:cubicBezTo>
                    <a:pt x="28" y="119"/>
                    <a:pt x="14" y="124"/>
                    <a:pt x="1" y="128"/>
                  </a:cubicBezTo>
                  <a:cubicBezTo>
                    <a:pt x="2" y="137"/>
                    <a:pt x="5" y="148"/>
                    <a:pt x="7" y="157"/>
                  </a:cubicBezTo>
                  <a:cubicBezTo>
                    <a:pt x="81" y="439"/>
                    <a:pt x="184" y="692"/>
                    <a:pt x="302" y="901"/>
                  </a:cubicBezTo>
                  <a:cubicBezTo>
                    <a:pt x="514" y="857"/>
                    <a:pt x="773" y="827"/>
                    <a:pt x="1014" y="827"/>
                  </a:cubicBezTo>
                  <a:cubicBezTo>
                    <a:pt x="1032" y="827"/>
                    <a:pt x="1049" y="828"/>
                    <a:pt x="1066" y="828"/>
                  </a:cubicBezTo>
                  <a:cubicBezTo>
                    <a:pt x="1350" y="832"/>
                    <a:pt x="1608" y="878"/>
                    <a:pt x="1737" y="985"/>
                  </a:cubicBezTo>
                  <a:cubicBezTo>
                    <a:pt x="1746" y="993"/>
                    <a:pt x="1755" y="1001"/>
                    <a:pt x="1762" y="1010"/>
                  </a:cubicBezTo>
                  <a:cubicBezTo>
                    <a:pt x="1873" y="1128"/>
                    <a:pt x="1832" y="1364"/>
                    <a:pt x="1778" y="1543"/>
                  </a:cubicBezTo>
                  <a:cubicBezTo>
                    <a:pt x="1711" y="1761"/>
                    <a:pt x="1834" y="1990"/>
                    <a:pt x="2050" y="2056"/>
                  </a:cubicBezTo>
                  <a:cubicBezTo>
                    <a:pt x="2091" y="2068"/>
                    <a:pt x="2132" y="2073"/>
                    <a:pt x="2170" y="2075"/>
                  </a:cubicBezTo>
                  <a:cubicBezTo>
                    <a:pt x="2347" y="2075"/>
                    <a:pt x="2511" y="1959"/>
                    <a:pt x="2565" y="1782"/>
                  </a:cubicBezTo>
                  <a:cubicBezTo>
                    <a:pt x="2776" y="1084"/>
                    <a:pt x="2573" y="670"/>
                    <a:pt x="2362" y="448"/>
                  </a:cubicBezTo>
                  <a:cubicBezTo>
                    <a:pt x="2206" y="280"/>
                    <a:pt x="2005" y="171"/>
                    <a:pt x="1784" y="102"/>
                  </a:cubicBezTo>
                  <a:cubicBezTo>
                    <a:pt x="1542" y="28"/>
                    <a:pt x="1279" y="1"/>
                    <a:pt x="1032" y="1"/>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84;p38">
              <a:extLst>
                <a:ext uri="{FF2B5EF4-FFF2-40B4-BE49-F238E27FC236}">
                  <a16:creationId xmlns:a16="http://schemas.microsoft.com/office/drawing/2014/main" id="{3C6D59A8-A05A-9FF6-833C-85D84C2083BA}"/>
                </a:ext>
              </a:extLst>
            </p:cNvPr>
            <p:cNvSpPr/>
            <p:nvPr/>
          </p:nvSpPr>
          <p:spPr>
            <a:xfrm>
              <a:off x="4011775" y="2704125"/>
              <a:ext cx="110825" cy="46250"/>
            </a:xfrm>
            <a:custGeom>
              <a:avLst/>
              <a:gdLst/>
              <a:ahLst/>
              <a:cxnLst/>
              <a:rect l="l" t="t" r="r" b="b"/>
              <a:pathLst>
                <a:path w="4433" h="1850" extrusionOk="0">
                  <a:moveTo>
                    <a:pt x="3974" y="1"/>
                  </a:moveTo>
                  <a:cubicBezTo>
                    <a:pt x="3936" y="1"/>
                    <a:pt x="3897" y="6"/>
                    <a:pt x="3859" y="17"/>
                  </a:cubicBezTo>
                  <a:lnTo>
                    <a:pt x="345" y="1043"/>
                  </a:lnTo>
                  <a:cubicBezTo>
                    <a:pt x="127" y="1106"/>
                    <a:pt x="1" y="1335"/>
                    <a:pt x="65" y="1553"/>
                  </a:cubicBezTo>
                  <a:cubicBezTo>
                    <a:pt x="117" y="1733"/>
                    <a:pt x="281" y="1850"/>
                    <a:pt x="460" y="1850"/>
                  </a:cubicBezTo>
                  <a:cubicBezTo>
                    <a:pt x="498" y="1850"/>
                    <a:pt x="537" y="1844"/>
                    <a:pt x="575" y="1833"/>
                  </a:cubicBezTo>
                  <a:lnTo>
                    <a:pt x="4089" y="808"/>
                  </a:lnTo>
                  <a:cubicBezTo>
                    <a:pt x="4307" y="744"/>
                    <a:pt x="4433" y="515"/>
                    <a:pt x="4369" y="297"/>
                  </a:cubicBezTo>
                  <a:cubicBezTo>
                    <a:pt x="4317" y="118"/>
                    <a:pt x="4152" y="1"/>
                    <a:pt x="397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85;p38">
              <a:extLst>
                <a:ext uri="{FF2B5EF4-FFF2-40B4-BE49-F238E27FC236}">
                  <a16:creationId xmlns:a16="http://schemas.microsoft.com/office/drawing/2014/main" id="{DFB4E6F5-F6C8-F479-6556-C14F0DE44DA3}"/>
                </a:ext>
              </a:extLst>
            </p:cNvPr>
            <p:cNvSpPr/>
            <p:nvPr/>
          </p:nvSpPr>
          <p:spPr>
            <a:xfrm>
              <a:off x="3895525" y="2770275"/>
              <a:ext cx="27175" cy="53525"/>
            </a:xfrm>
            <a:custGeom>
              <a:avLst/>
              <a:gdLst/>
              <a:ahLst/>
              <a:cxnLst/>
              <a:rect l="l" t="t" r="r" b="b"/>
              <a:pathLst>
                <a:path w="1087" h="2141" extrusionOk="0">
                  <a:moveTo>
                    <a:pt x="528" y="1"/>
                  </a:moveTo>
                  <a:lnTo>
                    <a:pt x="528" y="1"/>
                  </a:lnTo>
                  <a:cubicBezTo>
                    <a:pt x="395" y="34"/>
                    <a:pt x="255" y="69"/>
                    <a:pt x="114" y="102"/>
                  </a:cubicBezTo>
                  <a:cubicBezTo>
                    <a:pt x="1" y="669"/>
                    <a:pt x="8" y="1468"/>
                    <a:pt x="640" y="2141"/>
                  </a:cubicBezTo>
                  <a:cubicBezTo>
                    <a:pt x="794" y="2105"/>
                    <a:pt x="943" y="2067"/>
                    <a:pt x="1087" y="2030"/>
                  </a:cubicBezTo>
                  <a:cubicBezTo>
                    <a:pt x="314" y="1365"/>
                    <a:pt x="384" y="514"/>
                    <a:pt x="52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86;p38">
              <a:extLst>
                <a:ext uri="{FF2B5EF4-FFF2-40B4-BE49-F238E27FC236}">
                  <a16:creationId xmlns:a16="http://schemas.microsoft.com/office/drawing/2014/main" id="{799357DA-8B04-56FE-0E13-53D6F3A3EE26}"/>
                </a:ext>
              </a:extLst>
            </p:cNvPr>
            <p:cNvSpPr/>
            <p:nvPr/>
          </p:nvSpPr>
          <p:spPr>
            <a:xfrm>
              <a:off x="3826150" y="2784150"/>
              <a:ext cx="20525" cy="54400"/>
            </a:xfrm>
            <a:custGeom>
              <a:avLst/>
              <a:gdLst/>
              <a:ahLst/>
              <a:cxnLst/>
              <a:rect l="l" t="t" r="r" b="b"/>
              <a:pathLst>
                <a:path w="821" h="2176" extrusionOk="0">
                  <a:moveTo>
                    <a:pt x="682" y="0"/>
                  </a:moveTo>
                  <a:cubicBezTo>
                    <a:pt x="537" y="24"/>
                    <a:pt x="390" y="48"/>
                    <a:pt x="242" y="71"/>
                  </a:cubicBezTo>
                  <a:cubicBezTo>
                    <a:pt x="110" y="456"/>
                    <a:pt x="1" y="998"/>
                    <a:pt x="139" y="1563"/>
                  </a:cubicBezTo>
                  <a:cubicBezTo>
                    <a:pt x="192" y="1781"/>
                    <a:pt x="276" y="1986"/>
                    <a:pt x="395" y="2175"/>
                  </a:cubicBezTo>
                  <a:cubicBezTo>
                    <a:pt x="539" y="2154"/>
                    <a:pt x="681" y="2133"/>
                    <a:pt x="820" y="2110"/>
                  </a:cubicBezTo>
                  <a:cubicBezTo>
                    <a:pt x="240" y="1336"/>
                    <a:pt x="492" y="444"/>
                    <a:pt x="682"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87;p38">
              <a:extLst>
                <a:ext uri="{FF2B5EF4-FFF2-40B4-BE49-F238E27FC236}">
                  <a16:creationId xmlns:a16="http://schemas.microsoft.com/office/drawing/2014/main" id="{C5A54D53-71D0-D544-E67F-45C903690C99}"/>
                </a:ext>
              </a:extLst>
            </p:cNvPr>
            <p:cNvSpPr/>
            <p:nvPr/>
          </p:nvSpPr>
          <p:spPr>
            <a:xfrm>
              <a:off x="3753975" y="2792475"/>
              <a:ext cx="23575" cy="53975"/>
            </a:xfrm>
            <a:custGeom>
              <a:avLst/>
              <a:gdLst/>
              <a:ahLst/>
              <a:cxnLst/>
              <a:rect l="l" t="t" r="r" b="b"/>
              <a:pathLst>
                <a:path w="943" h="2159" extrusionOk="0">
                  <a:moveTo>
                    <a:pt x="943" y="0"/>
                  </a:moveTo>
                  <a:lnTo>
                    <a:pt x="943" y="0"/>
                  </a:lnTo>
                  <a:cubicBezTo>
                    <a:pt x="796" y="11"/>
                    <a:pt x="645" y="23"/>
                    <a:pt x="493" y="32"/>
                  </a:cubicBezTo>
                  <a:cubicBezTo>
                    <a:pt x="267" y="511"/>
                    <a:pt x="1" y="1292"/>
                    <a:pt x="172" y="2071"/>
                  </a:cubicBezTo>
                  <a:cubicBezTo>
                    <a:pt x="178" y="2101"/>
                    <a:pt x="186" y="2130"/>
                    <a:pt x="193" y="2159"/>
                  </a:cubicBezTo>
                  <a:cubicBezTo>
                    <a:pt x="325" y="2151"/>
                    <a:pt x="457" y="2144"/>
                    <a:pt x="590" y="2134"/>
                  </a:cubicBezTo>
                  <a:cubicBezTo>
                    <a:pt x="575" y="2088"/>
                    <a:pt x="561" y="2038"/>
                    <a:pt x="551" y="1988"/>
                  </a:cubicBezTo>
                  <a:cubicBezTo>
                    <a:pt x="378" y="1203"/>
                    <a:pt x="738" y="382"/>
                    <a:pt x="943"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88;p38">
              <a:extLst>
                <a:ext uri="{FF2B5EF4-FFF2-40B4-BE49-F238E27FC236}">
                  <a16:creationId xmlns:a16="http://schemas.microsoft.com/office/drawing/2014/main" id="{8BAE327B-21A3-0CAB-E48B-0CEA9DFAAD42}"/>
                </a:ext>
              </a:extLst>
            </p:cNvPr>
            <p:cNvSpPr/>
            <p:nvPr/>
          </p:nvSpPr>
          <p:spPr>
            <a:xfrm>
              <a:off x="3671875" y="2793425"/>
              <a:ext cx="20900" cy="53250"/>
            </a:xfrm>
            <a:custGeom>
              <a:avLst/>
              <a:gdLst/>
              <a:ahLst/>
              <a:cxnLst/>
              <a:rect l="l" t="t" r="r" b="b"/>
              <a:pathLst>
                <a:path w="836" h="2130" extrusionOk="0">
                  <a:moveTo>
                    <a:pt x="428" y="0"/>
                  </a:moveTo>
                  <a:cubicBezTo>
                    <a:pt x="224" y="498"/>
                    <a:pt x="1" y="1321"/>
                    <a:pt x="308" y="2106"/>
                  </a:cubicBezTo>
                  <a:lnTo>
                    <a:pt x="308" y="2104"/>
                  </a:lnTo>
                  <a:cubicBezTo>
                    <a:pt x="454" y="2115"/>
                    <a:pt x="601" y="2122"/>
                    <a:pt x="746" y="2130"/>
                  </a:cubicBezTo>
                  <a:cubicBezTo>
                    <a:pt x="331" y="1342"/>
                    <a:pt x="629" y="465"/>
                    <a:pt x="835" y="23"/>
                  </a:cubicBezTo>
                  <a:cubicBezTo>
                    <a:pt x="701" y="17"/>
                    <a:pt x="564" y="8"/>
                    <a:pt x="428"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89;p38">
              <a:extLst>
                <a:ext uri="{FF2B5EF4-FFF2-40B4-BE49-F238E27FC236}">
                  <a16:creationId xmlns:a16="http://schemas.microsoft.com/office/drawing/2014/main" id="{29283E49-DF7E-0D08-70C9-900428F674B6}"/>
                </a:ext>
              </a:extLst>
            </p:cNvPr>
            <p:cNvSpPr/>
            <p:nvPr/>
          </p:nvSpPr>
          <p:spPr>
            <a:xfrm>
              <a:off x="3609375" y="2785650"/>
              <a:ext cx="21900" cy="53750"/>
            </a:xfrm>
            <a:custGeom>
              <a:avLst/>
              <a:gdLst/>
              <a:ahLst/>
              <a:cxnLst/>
              <a:rect l="l" t="t" r="r" b="b"/>
              <a:pathLst>
                <a:path w="876" h="2150" extrusionOk="0">
                  <a:moveTo>
                    <a:pt x="482" y="1"/>
                  </a:moveTo>
                  <a:cubicBezTo>
                    <a:pt x="289" y="461"/>
                    <a:pt x="0" y="1309"/>
                    <a:pt x="103" y="2077"/>
                  </a:cubicBezTo>
                  <a:cubicBezTo>
                    <a:pt x="186" y="2092"/>
                    <a:pt x="270" y="2108"/>
                    <a:pt x="355" y="2123"/>
                  </a:cubicBezTo>
                  <a:cubicBezTo>
                    <a:pt x="406" y="2132"/>
                    <a:pt x="458" y="2141"/>
                    <a:pt x="509" y="2150"/>
                  </a:cubicBezTo>
                  <a:cubicBezTo>
                    <a:pt x="353" y="1409"/>
                    <a:pt x="691" y="491"/>
                    <a:pt x="876" y="70"/>
                  </a:cubicBezTo>
                  <a:cubicBezTo>
                    <a:pt x="745" y="49"/>
                    <a:pt x="614" y="25"/>
                    <a:pt x="482"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90;p38">
              <a:extLst>
                <a:ext uri="{FF2B5EF4-FFF2-40B4-BE49-F238E27FC236}">
                  <a16:creationId xmlns:a16="http://schemas.microsoft.com/office/drawing/2014/main" id="{36736FF4-3888-8662-44B5-7011B50B74EC}"/>
                </a:ext>
              </a:extLst>
            </p:cNvPr>
            <p:cNvSpPr/>
            <p:nvPr/>
          </p:nvSpPr>
          <p:spPr>
            <a:xfrm>
              <a:off x="3553050" y="2772750"/>
              <a:ext cx="27150" cy="53075"/>
            </a:xfrm>
            <a:custGeom>
              <a:avLst/>
              <a:gdLst/>
              <a:ahLst/>
              <a:cxnLst/>
              <a:rect l="l" t="t" r="r" b="b"/>
              <a:pathLst>
                <a:path w="1086" h="2123" extrusionOk="0">
                  <a:moveTo>
                    <a:pt x="691" y="0"/>
                  </a:moveTo>
                  <a:cubicBezTo>
                    <a:pt x="390" y="409"/>
                    <a:pt x="1" y="1112"/>
                    <a:pt x="19" y="2000"/>
                  </a:cubicBezTo>
                  <a:cubicBezTo>
                    <a:pt x="149" y="2042"/>
                    <a:pt x="281" y="2083"/>
                    <a:pt x="413" y="2122"/>
                  </a:cubicBezTo>
                  <a:cubicBezTo>
                    <a:pt x="345" y="1185"/>
                    <a:pt x="803" y="467"/>
                    <a:pt x="1085" y="121"/>
                  </a:cubicBezTo>
                  <a:cubicBezTo>
                    <a:pt x="953" y="83"/>
                    <a:pt x="823" y="42"/>
                    <a:pt x="691"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91;p38">
              <a:extLst>
                <a:ext uri="{FF2B5EF4-FFF2-40B4-BE49-F238E27FC236}">
                  <a16:creationId xmlns:a16="http://schemas.microsoft.com/office/drawing/2014/main" id="{85A43E4B-6F28-C299-5778-5CAAF5CD7584}"/>
                </a:ext>
              </a:extLst>
            </p:cNvPr>
            <p:cNvSpPr/>
            <p:nvPr/>
          </p:nvSpPr>
          <p:spPr>
            <a:xfrm>
              <a:off x="3554300" y="2790225"/>
              <a:ext cx="406950" cy="57225"/>
            </a:xfrm>
            <a:custGeom>
              <a:avLst/>
              <a:gdLst/>
              <a:ahLst/>
              <a:cxnLst/>
              <a:rect l="l" t="t" r="r" b="b"/>
              <a:pathLst>
                <a:path w="16278" h="2289" extrusionOk="0">
                  <a:moveTo>
                    <a:pt x="15860" y="1"/>
                  </a:moveTo>
                  <a:cubicBezTo>
                    <a:pt x="14344" y="483"/>
                    <a:pt x="10614" y="1430"/>
                    <a:pt x="6631" y="1430"/>
                  </a:cubicBezTo>
                  <a:cubicBezTo>
                    <a:pt x="4384" y="1430"/>
                    <a:pt x="2056" y="1129"/>
                    <a:pt x="1" y="272"/>
                  </a:cubicBezTo>
                  <a:lnTo>
                    <a:pt x="1" y="272"/>
                  </a:lnTo>
                  <a:lnTo>
                    <a:pt x="199" y="1373"/>
                  </a:lnTo>
                  <a:cubicBezTo>
                    <a:pt x="254" y="1390"/>
                    <a:pt x="308" y="1407"/>
                    <a:pt x="363" y="1423"/>
                  </a:cubicBezTo>
                  <a:cubicBezTo>
                    <a:pt x="990" y="1611"/>
                    <a:pt x="1638" y="1767"/>
                    <a:pt x="2306" y="1894"/>
                  </a:cubicBezTo>
                  <a:cubicBezTo>
                    <a:pt x="2389" y="1909"/>
                    <a:pt x="2473" y="1925"/>
                    <a:pt x="2558" y="1940"/>
                  </a:cubicBezTo>
                  <a:cubicBezTo>
                    <a:pt x="2609" y="1949"/>
                    <a:pt x="2661" y="1958"/>
                    <a:pt x="2712" y="1967"/>
                  </a:cubicBezTo>
                  <a:cubicBezTo>
                    <a:pt x="3454" y="2093"/>
                    <a:pt x="4222" y="2181"/>
                    <a:pt x="5011" y="2232"/>
                  </a:cubicBezTo>
                  <a:cubicBezTo>
                    <a:pt x="5157" y="2243"/>
                    <a:pt x="5302" y="2250"/>
                    <a:pt x="5449" y="2258"/>
                  </a:cubicBezTo>
                  <a:cubicBezTo>
                    <a:pt x="5861" y="2277"/>
                    <a:pt x="6281" y="2288"/>
                    <a:pt x="6705" y="2288"/>
                  </a:cubicBezTo>
                  <a:cubicBezTo>
                    <a:pt x="7189" y="2288"/>
                    <a:pt x="7682" y="2274"/>
                    <a:pt x="8180" y="2249"/>
                  </a:cubicBezTo>
                  <a:cubicBezTo>
                    <a:pt x="8312" y="2241"/>
                    <a:pt x="8444" y="2234"/>
                    <a:pt x="8577" y="2224"/>
                  </a:cubicBezTo>
                  <a:cubicBezTo>
                    <a:pt x="8948" y="2200"/>
                    <a:pt x="9322" y="2170"/>
                    <a:pt x="9699" y="2131"/>
                  </a:cubicBezTo>
                  <a:cubicBezTo>
                    <a:pt x="10242" y="2076"/>
                    <a:pt x="10766" y="2009"/>
                    <a:pt x="11269" y="1934"/>
                  </a:cubicBezTo>
                  <a:cubicBezTo>
                    <a:pt x="11413" y="1911"/>
                    <a:pt x="11553" y="1890"/>
                    <a:pt x="11694" y="1867"/>
                  </a:cubicBezTo>
                  <a:cubicBezTo>
                    <a:pt x="12655" y="1709"/>
                    <a:pt x="13529" y="1526"/>
                    <a:pt x="14289" y="1343"/>
                  </a:cubicBezTo>
                  <a:cubicBezTo>
                    <a:pt x="14442" y="1307"/>
                    <a:pt x="14592" y="1269"/>
                    <a:pt x="14734" y="1232"/>
                  </a:cubicBezTo>
                  <a:cubicBezTo>
                    <a:pt x="15343" y="1078"/>
                    <a:pt x="15864" y="928"/>
                    <a:pt x="16278" y="801"/>
                  </a:cubicBezTo>
                  <a:cubicBezTo>
                    <a:pt x="16278" y="799"/>
                    <a:pt x="16276" y="799"/>
                    <a:pt x="16275" y="796"/>
                  </a:cubicBezTo>
                  <a:cubicBezTo>
                    <a:pt x="16247" y="766"/>
                    <a:pt x="16220" y="731"/>
                    <a:pt x="16194" y="695"/>
                  </a:cubicBezTo>
                  <a:cubicBezTo>
                    <a:pt x="16063" y="514"/>
                    <a:pt x="15946" y="277"/>
                    <a:pt x="15860"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92;p38">
              <a:extLst>
                <a:ext uri="{FF2B5EF4-FFF2-40B4-BE49-F238E27FC236}">
                  <a16:creationId xmlns:a16="http://schemas.microsoft.com/office/drawing/2014/main" id="{2D8C8B53-BCB4-061F-7DFF-091E23876D13}"/>
                </a:ext>
              </a:extLst>
            </p:cNvPr>
            <p:cNvSpPr/>
            <p:nvPr/>
          </p:nvSpPr>
          <p:spPr>
            <a:xfrm>
              <a:off x="3093575" y="3322800"/>
              <a:ext cx="316700" cy="30525"/>
            </a:xfrm>
            <a:custGeom>
              <a:avLst/>
              <a:gdLst/>
              <a:ahLst/>
              <a:cxnLst/>
              <a:rect l="l" t="t" r="r" b="b"/>
              <a:pathLst>
                <a:path w="12668" h="1221" extrusionOk="0">
                  <a:moveTo>
                    <a:pt x="18" y="1"/>
                  </a:moveTo>
                  <a:cubicBezTo>
                    <a:pt x="6" y="163"/>
                    <a:pt x="0" y="325"/>
                    <a:pt x="0" y="488"/>
                  </a:cubicBezTo>
                  <a:cubicBezTo>
                    <a:pt x="0" y="893"/>
                    <a:pt x="2836" y="1220"/>
                    <a:pt x="6335" y="1220"/>
                  </a:cubicBezTo>
                  <a:cubicBezTo>
                    <a:pt x="9832" y="1220"/>
                    <a:pt x="12668" y="893"/>
                    <a:pt x="12668" y="488"/>
                  </a:cubicBezTo>
                  <a:cubicBezTo>
                    <a:pt x="12668" y="325"/>
                    <a:pt x="12663" y="163"/>
                    <a:pt x="12651" y="1"/>
                  </a:cubicBezTo>
                  <a:cubicBezTo>
                    <a:pt x="12415" y="379"/>
                    <a:pt x="9678" y="678"/>
                    <a:pt x="6335" y="678"/>
                  </a:cubicBezTo>
                  <a:cubicBezTo>
                    <a:pt x="2992" y="678"/>
                    <a:pt x="255" y="379"/>
                    <a:pt x="18"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93;p38">
              <a:extLst>
                <a:ext uri="{FF2B5EF4-FFF2-40B4-BE49-F238E27FC236}">
                  <a16:creationId xmlns:a16="http://schemas.microsoft.com/office/drawing/2014/main" id="{D688073E-D0B9-55AA-5826-E2D4C80049EA}"/>
                </a:ext>
              </a:extLst>
            </p:cNvPr>
            <p:cNvSpPr/>
            <p:nvPr/>
          </p:nvSpPr>
          <p:spPr>
            <a:xfrm>
              <a:off x="3094025" y="3176400"/>
              <a:ext cx="315850" cy="163350"/>
            </a:xfrm>
            <a:custGeom>
              <a:avLst/>
              <a:gdLst/>
              <a:ahLst/>
              <a:cxnLst/>
              <a:rect l="l" t="t" r="r" b="b"/>
              <a:pathLst>
                <a:path w="12634" h="6534" extrusionOk="0">
                  <a:moveTo>
                    <a:pt x="2347" y="1"/>
                  </a:moveTo>
                  <a:cubicBezTo>
                    <a:pt x="2347" y="1"/>
                    <a:pt x="1624" y="928"/>
                    <a:pt x="977" y="2318"/>
                  </a:cubicBezTo>
                  <a:cubicBezTo>
                    <a:pt x="938" y="2403"/>
                    <a:pt x="899" y="2493"/>
                    <a:pt x="859" y="2582"/>
                  </a:cubicBezTo>
                  <a:cubicBezTo>
                    <a:pt x="443" y="3530"/>
                    <a:pt x="81" y="4666"/>
                    <a:pt x="0" y="5857"/>
                  </a:cubicBezTo>
                  <a:cubicBezTo>
                    <a:pt x="237" y="6235"/>
                    <a:pt x="2974" y="6534"/>
                    <a:pt x="6317" y="6534"/>
                  </a:cubicBezTo>
                  <a:cubicBezTo>
                    <a:pt x="9658" y="6534"/>
                    <a:pt x="12397" y="6235"/>
                    <a:pt x="12633" y="5857"/>
                  </a:cubicBezTo>
                  <a:cubicBezTo>
                    <a:pt x="12606" y="5469"/>
                    <a:pt x="12550" y="5087"/>
                    <a:pt x="12473" y="4716"/>
                  </a:cubicBezTo>
                  <a:cubicBezTo>
                    <a:pt x="12453" y="4622"/>
                    <a:pt x="12432" y="4530"/>
                    <a:pt x="12409" y="4436"/>
                  </a:cubicBezTo>
                  <a:cubicBezTo>
                    <a:pt x="11809" y="1953"/>
                    <a:pt x="10285" y="1"/>
                    <a:pt x="10285" y="1"/>
                  </a:cubicBezTo>
                  <a:close/>
                </a:path>
              </a:pathLst>
            </a:custGeom>
            <a:solidFill>
              <a:srgbClr val="ADBA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94;p38">
              <a:extLst>
                <a:ext uri="{FF2B5EF4-FFF2-40B4-BE49-F238E27FC236}">
                  <a16:creationId xmlns:a16="http://schemas.microsoft.com/office/drawing/2014/main" id="{2D0A47AC-99B6-8CF6-9F1D-2B0938E4DC4C}"/>
                </a:ext>
              </a:extLst>
            </p:cNvPr>
            <p:cNvSpPr/>
            <p:nvPr/>
          </p:nvSpPr>
          <p:spPr>
            <a:xfrm>
              <a:off x="2912550" y="2568325"/>
              <a:ext cx="686500" cy="674825"/>
            </a:xfrm>
            <a:custGeom>
              <a:avLst/>
              <a:gdLst/>
              <a:ahLst/>
              <a:cxnLst/>
              <a:rect l="l" t="t" r="r" b="b"/>
              <a:pathLst>
                <a:path w="27460" h="26993" extrusionOk="0">
                  <a:moveTo>
                    <a:pt x="24020" y="1"/>
                  </a:moveTo>
                  <a:lnTo>
                    <a:pt x="1" y="4336"/>
                  </a:lnTo>
                  <a:lnTo>
                    <a:pt x="2299" y="17067"/>
                  </a:lnTo>
                  <a:cubicBezTo>
                    <a:pt x="3151" y="21781"/>
                    <a:pt x="6632" y="25358"/>
                    <a:pt x="10963" y="26557"/>
                  </a:cubicBezTo>
                  <a:cubicBezTo>
                    <a:pt x="11057" y="26582"/>
                    <a:pt x="11149" y="26608"/>
                    <a:pt x="11243" y="26631"/>
                  </a:cubicBezTo>
                  <a:cubicBezTo>
                    <a:pt x="12186" y="26868"/>
                    <a:pt x="13168" y="26993"/>
                    <a:pt x="14169" y="26993"/>
                  </a:cubicBezTo>
                  <a:cubicBezTo>
                    <a:pt x="14856" y="26993"/>
                    <a:pt x="15553" y="26934"/>
                    <a:pt x="16252" y="26813"/>
                  </a:cubicBezTo>
                  <a:cubicBezTo>
                    <a:pt x="16319" y="26800"/>
                    <a:pt x="16386" y="26788"/>
                    <a:pt x="16452" y="26776"/>
                  </a:cubicBezTo>
                  <a:cubicBezTo>
                    <a:pt x="16519" y="26764"/>
                    <a:pt x="16585" y="26752"/>
                    <a:pt x="16651" y="26740"/>
                  </a:cubicBezTo>
                  <a:cubicBezTo>
                    <a:pt x="16855" y="26702"/>
                    <a:pt x="17057" y="26660"/>
                    <a:pt x="17258" y="26611"/>
                  </a:cubicBezTo>
                  <a:cubicBezTo>
                    <a:pt x="23441" y="25128"/>
                    <a:pt x="27460" y="19060"/>
                    <a:pt x="26316" y="12732"/>
                  </a:cubicBezTo>
                  <a:lnTo>
                    <a:pt x="24754" y="4072"/>
                  </a:lnTo>
                  <a:lnTo>
                    <a:pt x="24020" y="1"/>
                  </a:ln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95;p38">
              <a:extLst>
                <a:ext uri="{FF2B5EF4-FFF2-40B4-BE49-F238E27FC236}">
                  <a16:creationId xmlns:a16="http://schemas.microsoft.com/office/drawing/2014/main" id="{6E74D283-2886-2DB9-B9B8-86593A26F24B}"/>
                </a:ext>
              </a:extLst>
            </p:cNvPr>
            <p:cNvSpPr/>
            <p:nvPr/>
          </p:nvSpPr>
          <p:spPr>
            <a:xfrm>
              <a:off x="2907375" y="2547350"/>
              <a:ext cx="610875" cy="150325"/>
            </a:xfrm>
            <a:custGeom>
              <a:avLst/>
              <a:gdLst/>
              <a:ahLst/>
              <a:cxnLst/>
              <a:rect l="l" t="t" r="r" b="b"/>
              <a:pathLst>
                <a:path w="24435" h="6013" extrusionOk="0">
                  <a:moveTo>
                    <a:pt x="20616" y="1"/>
                  </a:moveTo>
                  <a:cubicBezTo>
                    <a:pt x="18360" y="1"/>
                    <a:pt x="15244" y="310"/>
                    <a:pt x="11841" y="925"/>
                  </a:cubicBezTo>
                  <a:cubicBezTo>
                    <a:pt x="5209" y="2121"/>
                    <a:pt x="0" y="4024"/>
                    <a:pt x="208" y="5175"/>
                  </a:cubicBezTo>
                  <a:cubicBezTo>
                    <a:pt x="309" y="5734"/>
                    <a:pt x="1674" y="6012"/>
                    <a:pt x="3813" y="6012"/>
                  </a:cubicBezTo>
                  <a:cubicBezTo>
                    <a:pt x="6070" y="6012"/>
                    <a:pt x="9188" y="5703"/>
                    <a:pt x="12594" y="5088"/>
                  </a:cubicBezTo>
                  <a:cubicBezTo>
                    <a:pt x="19225" y="3892"/>
                    <a:pt x="24434" y="1989"/>
                    <a:pt x="24225" y="840"/>
                  </a:cubicBezTo>
                  <a:cubicBezTo>
                    <a:pt x="24124" y="279"/>
                    <a:pt x="22758" y="1"/>
                    <a:pt x="20616" y="1"/>
                  </a:cubicBezTo>
                  <a:close/>
                </a:path>
              </a:pathLst>
            </a:custGeom>
            <a:solidFill>
              <a:srgbClr val="F2F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96;p38">
              <a:extLst>
                <a:ext uri="{FF2B5EF4-FFF2-40B4-BE49-F238E27FC236}">
                  <a16:creationId xmlns:a16="http://schemas.microsoft.com/office/drawing/2014/main" id="{FC66AB44-EAE7-53B4-E2D8-AE691D69742B}"/>
                </a:ext>
              </a:extLst>
            </p:cNvPr>
            <p:cNvSpPr/>
            <p:nvPr/>
          </p:nvSpPr>
          <p:spPr>
            <a:xfrm>
              <a:off x="2920850" y="2556325"/>
              <a:ext cx="583900" cy="132375"/>
            </a:xfrm>
            <a:custGeom>
              <a:avLst/>
              <a:gdLst/>
              <a:ahLst/>
              <a:cxnLst/>
              <a:rect l="l" t="t" r="r" b="b"/>
              <a:pathLst>
                <a:path w="23356" h="5295" extrusionOk="0">
                  <a:moveTo>
                    <a:pt x="20078" y="1"/>
                  </a:moveTo>
                  <a:cubicBezTo>
                    <a:pt x="17738" y="1"/>
                    <a:pt x="14645" y="326"/>
                    <a:pt x="11367" y="918"/>
                  </a:cubicBezTo>
                  <a:cubicBezTo>
                    <a:pt x="8179" y="1494"/>
                    <a:pt x="5223" y="2250"/>
                    <a:pt x="3044" y="3045"/>
                  </a:cubicBezTo>
                  <a:cubicBezTo>
                    <a:pt x="450" y="3992"/>
                    <a:pt x="1" y="4633"/>
                    <a:pt x="23" y="4752"/>
                  </a:cubicBezTo>
                  <a:cubicBezTo>
                    <a:pt x="43" y="4866"/>
                    <a:pt x="656" y="5294"/>
                    <a:pt x="3275" y="5294"/>
                  </a:cubicBezTo>
                  <a:cubicBezTo>
                    <a:pt x="5616" y="5294"/>
                    <a:pt x="8710" y="4969"/>
                    <a:pt x="11991" y="4377"/>
                  </a:cubicBezTo>
                  <a:cubicBezTo>
                    <a:pt x="15178" y="3801"/>
                    <a:pt x="18133" y="3047"/>
                    <a:pt x="20313" y="2250"/>
                  </a:cubicBezTo>
                  <a:cubicBezTo>
                    <a:pt x="22906" y="1303"/>
                    <a:pt x="23356" y="664"/>
                    <a:pt x="23333" y="544"/>
                  </a:cubicBezTo>
                  <a:cubicBezTo>
                    <a:pt x="23314" y="429"/>
                    <a:pt x="22700" y="1"/>
                    <a:pt x="2007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97;p38">
              <a:extLst>
                <a:ext uri="{FF2B5EF4-FFF2-40B4-BE49-F238E27FC236}">
                  <a16:creationId xmlns:a16="http://schemas.microsoft.com/office/drawing/2014/main" id="{D4F543F3-BDD9-24B0-DC42-D624F1D15BE9}"/>
                </a:ext>
              </a:extLst>
            </p:cNvPr>
            <p:cNvSpPr/>
            <p:nvPr/>
          </p:nvSpPr>
          <p:spPr>
            <a:xfrm>
              <a:off x="2899425" y="2499525"/>
              <a:ext cx="609375" cy="146075"/>
            </a:xfrm>
            <a:custGeom>
              <a:avLst/>
              <a:gdLst/>
              <a:ahLst/>
              <a:cxnLst/>
              <a:rect l="l" t="t" r="r" b="b"/>
              <a:pathLst>
                <a:path w="24375" h="5843" extrusionOk="0">
                  <a:moveTo>
                    <a:pt x="24046" y="0"/>
                  </a:moveTo>
                  <a:cubicBezTo>
                    <a:pt x="22959" y="1167"/>
                    <a:pt x="18231" y="2741"/>
                    <a:pt x="12438" y="3787"/>
                  </a:cubicBezTo>
                  <a:cubicBezTo>
                    <a:pt x="8972" y="4413"/>
                    <a:pt x="5797" y="4728"/>
                    <a:pt x="3500" y="4728"/>
                  </a:cubicBezTo>
                  <a:cubicBezTo>
                    <a:pt x="1702" y="4728"/>
                    <a:pt x="442" y="4535"/>
                    <a:pt x="0" y="4146"/>
                  </a:cubicBezTo>
                  <a:lnTo>
                    <a:pt x="0" y="4146"/>
                  </a:lnTo>
                  <a:cubicBezTo>
                    <a:pt x="15" y="4254"/>
                    <a:pt x="34" y="4361"/>
                    <a:pt x="53" y="4469"/>
                  </a:cubicBezTo>
                  <a:lnTo>
                    <a:pt x="150" y="5005"/>
                  </a:lnTo>
                  <a:cubicBezTo>
                    <a:pt x="251" y="5565"/>
                    <a:pt x="1617" y="5843"/>
                    <a:pt x="3757" y="5843"/>
                  </a:cubicBezTo>
                  <a:cubicBezTo>
                    <a:pt x="6013" y="5843"/>
                    <a:pt x="9130" y="5534"/>
                    <a:pt x="12535" y="4919"/>
                  </a:cubicBezTo>
                  <a:cubicBezTo>
                    <a:pt x="19167" y="3722"/>
                    <a:pt x="24375" y="1820"/>
                    <a:pt x="24167" y="670"/>
                  </a:cubicBezTo>
                  <a:lnTo>
                    <a:pt x="24071" y="134"/>
                  </a:lnTo>
                  <a:cubicBezTo>
                    <a:pt x="24063" y="88"/>
                    <a:pt x="24054" y="44"/>
                    <a:pt x="24046" y="0"/>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98;p38">
              <a:extLst>
                <a:ext uri="{FF2B5EF4-FFF2-40B4-BE49-F238E27FC236}">
                  <a16:creationId xmlns:a16="http://schemas.microsoft.com/office/drawing/2014/main" id="{DADF85BE-963C-7DA1-09B3-FB1B64176BC9}"/>
                </a:ext>
              </a:extLst>
            </p:cNvPr>
            <p:cNvSpPr/>
            <p:nvPr/>
          </p:nvSpPr>
          <p:spPr>
            <a:xfrm>
              <a:off x="2887125" y="2251925"/>
              <a:ext cx="613475" cy="365800"/>
            </a:xfrm>
            <a:custGeom>
              <a:avLst/>
              <a:gdLst/>
              <a:ahLst/>
              <a:cxnLst/>
              <a:rect l="l" t="t" r="r" b="b"/>
              <a:pathLst>
                <a:path w="24539" h="14632" extrusionOk="0">
                  <a:moveTo>
                    <a:pt x="12570" y="0"/>
                  </a:moveTo>
                  <a:cubicBezTo>
                    <a:pt x="11850" y="0"/>
                    <a:pt x="11120" y="64"/>
                    <a:pt x="10386" y="197"/>
                  </a:cubicBezTo>
                  <a:cubicBezTo>
                    <a:pt x="7071" y="793"/>
                    <a:pt x="4311" y="2681"/>
                    <a:pt x="2530" y="5245"/>
                  </a:cubicBezTo>
                  <a:cubicBezTo>
                    <a:pt x="807" y="7728"/>
                    <a:pt x="0" y="10847"/>
                    <a:pt x="492" y="14050"/>
                  </a:cubicBezTo>
                  <a:cubicBezTo>
                    <a:pt x="934" y="14439"/>
                    <a:pt x="2194" y="14632"/>
                    <a:pt x="3992" y="14632"/>
                  </a:cubicBezTo>
                  <a:cubicBezTo>
                    <a:pt x="6289" y="14632"/>
                    <a:pt x="9464" y="14317"/>
                    <a:pt x="12930" y="13691"/>
                  </a:cubicBezTo>
                  <a:cubicBezTo>
                    <a:pt x="18723" y="12645"/>
                    <a:pt x="23451" y="11071"/>
                    <a:pt x="24538" y="9906"/>
                  </a:cubicBezTo>
                  <a:cubicBezTo>
                    <a:pt x="23421" y="4076"/>
                    <a:pt x="18316" y="0"/>
                    <a:pt x="12570"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99;p38">
              <a:extLst>
                <a:ext uri="{FF2B5EF4-FFF2-40B4-BE49-F238E27FC236}">
                  <a16:creationId xmlns:a16="http://schemas.microsoft.com/office/drawing/2014/main" id="{12A4E33D-E9B6-9C28-558B-00DB779B4518}"/>
                </a:ext>
              </a:extLst>
            </p:cNvPr>
            <p:cNvSpPr/>
            <p:nvPr/>
          </p:nvSpPr>
          <p:spPr>
            <a:xfrm>
              <a:off x="3314875" y="2660500"/>
              <a:ext cx="279600" cy="551750"/>
            </a:xfrm>
            <a:custGeom>
              <a:avLst/>
              <a:gdLst/>
              <a:ahLst/>
              <a:cxnLst/>
              <a:rect l="l" t="t" r="r" b="b"/>
              <a:pathLst>
                <a:path w="11184" h="22070" extrusionOk="0">
                  <a:moveTo>
                    <a:pt x="6466" y="0"/>
                  </a:moveTo>
                  <a:cubicBezTo>
                    <a:pt x="6386" y="0"/>
                    <a:pt x="6306" y="2"/>
                    <a:pt x="6224" y="7"/>
                  </a:cubicBezTo>
                  <a:cubicBezTo>
                    <a:pt x="2746" y="150"/>
                    <a:pt x="0" y="3401"/>
                    <a:pt x="711" y="7027"/>
                  </a:cubicBezTo>
                  <a:cubicBezTo>
                    <a:pt x="1404" y="10567"/>
                    <a:pt x="2072" y="15602"/>
                    <a:pt x="1510" y="20134"/>
                  </a:cubicBezTo>
                  <a:cubicBezTo>
                    <a:pt x="1509" y="20143"/>
                    <a:pt x="1507" y="20154"/>
                    <a:pt x="1506" y="20164"/>
                  </a:cubicBezTo>
                  <a:cubicBezTo>
                    <a:pt x="1386" y="21135"/>
                    <a:pt x="2086" y="21921"/>
                    <a:pt x="2937" y="22052"/>
                  </a:cubicBezTo>
                  <a:cubicBezTo>
                    <a:pt x="3017" y="22064"/>
                    <a:pt x="3099" y="22070"/>
                    <a:pt x="3181" y="22070"/>
                  </a:cubicBezTo>
                  <a:cubicBezTo>
                    <a:pt x="3440" y="22070"/>
                    <a:pt x="3705" y="22009"/>
                    <a:pt x="3961" y="21874"/>
                  </a:cubicBezTo>
                  <a:cubicBezTo>
                    <a:pt x="8505" y="19487"/>
                    <a:pt x="11183" y="14358"/>
                    <a:pt x="10224" y="9045"/>
                  </a:cubicBezTo>
                  <a:lnTo>
                    <a:pt x="9087" y="2747"/>
                  </a:lnTo>
                  <a:lnTo>
                    <a:pt x="9020" y="2371"/>
                  </a:lnTo>
                  <a:lnTo>
                    <a:pt x="8834" y="1339"/>
                  </a:lnTo>
                  <a:cubicBezTo>
                    <a:pt x="8722" y="723"/>
                    <a:pt x="8246" y="240"/>
                    <a:pt x="7634" y="117"/>
                  </a:cubicBezTo>
                  <a:cubicBezTo>
                    <a:pt x="7239" y="38"/>
                    <a:pt x="6850" y="0"/>
                    <a:pt x="6466"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800;p38">
              <a:extLst>
                <a:ext uri="{FF2B5EF4-FFF2-40B4-BE49-F238E27FC236}">
                  <a16:creationId xmlns:a16="http://schemas.microsoft.com/office/drawing/2014/main" id="{DC8374CC-BACD-1C4D-8175-AC490A1C8221}"/>
                </a:ext>
              </a:extLst>
            </p:cNvPr>
            <p:cNvSpPr/>
            <p:nvPr/>
          </p:nvSpPr>
          <p:spPr>
            <a:xfrm>
              <a:off x="3302175" y="2660500"/>
              <a:ext cx="168350" cy="551775"/>
            </a:xfrm>
            <a:custGeom>
              <a:avLst/>
              <a:gdLst/>
              <a:ahLst/>
              <a:cxnLst/>
              <a:rect l="l" t="t" r="r" b="b"/>
              <a:pathLst>
                <a:path w="6734" h="22071" extrusionOk="0">
                  <a:moveTo>
                    <a:pt x="6484" y="0"/>
                  </a:moveTo>
                  <a:cubicBezTo>
                    <a:pt x="2892" y="0"/>
                    <a:pt x="1" y="3316"/>
                    <a:pt x="728" y="7027"/>
                  </a:cubicBezTo>
                  <a:cubicBezTo>
                    <a:pt x="1420" y="10567"/>
                    <a:pt x="2090" y="15600"/>
                    <a:pt x="1528" y="20132"/>
                  </a:cubicBezTo>
                  <a:cubicBezTo>
                    <a:pt x="1526" y="20143"/>
                    <a:pt x="1525" y="20155"/>
                    <a:pt x="1523" y="20164"/>
                  </a:cubicBezTo>
                  <a:cubicBezTo>
                    <a:pt x="1390" y="21229"/>
                    <a:pt x="2244" y="22070"/>
                    <a:pt x="3201" y="22070"/>
                  </a:cubicBezTo>
                  <a:cubicBezTo>
                    <a:pt x="3282" y="22070"/>
                    <a:pt x="3363" y="22064"/>
                    <a:pt x="3445" y="22052"/>
                  </a:cubicBezTo>
                  <a:cubicBezTo>
                    <a:pt x="2594" y="21921"/>
                    <a:pt x="1894" y="21135"/>
                    <a:pt x="2014" y="20164"/>
                  </a:cubicBezTo>
                  <a:cubicBezTo>
                    <a:pt x="2015" y="20155"/>
                    <a:pt x="2017" y="20143"/>
                    <a:pt x="2018" y="20132"/>
                  </a:cubicBezTo>
                  <a:cubicBezTo>
                    <a:pt x="2580" y="15602"/>
                    <a:pt x="1912" y="10567"/>
                    <a:pt x="1219" y="7027"/>
                  </a:cubicBezTo>
                  <a:cubicBezTo>
                    <a:pt x="510" y="3399"/>
                    <a:pt x="3254" y="150"/>
                    <a:pt x="6734" y="7"/>
                  </a:cubicBezTo>
                  <a:cubicBezTo>
                    <a:pt x="6649" y="2"/>
                    <a:pt x="6566" y="0"/>
                    <a:pt x="648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801;p38">
              <a:extLst>
                <a:ext uri="{FF2B5EF4-FFF2-40B4-BE49-F238E27FC236}">
                  <a16:creationId xmlns:a16="http://schemas.microsoft.com/office/drawing/2014/main" id="{D4F6A0D4-FF7E-CC42-6ED5-A5E80AB67655}"/>
                </a:ext>
              </a:extLst>
            </p:cNvPr>
            <p:cNvSpPr/>
            <p:nvPr/>
          </p:nvSpPr>
          <p:spPr>
            <a:xfrm>
              <a:off x="3058325" y="2355125"/>
              <a:ext cx="367225" cy="231400"/>
            </a:xfrm>
            <a:custGeom>
              <a:avLst/>
              <a:gdLst/>
              <a:ahLst/>
              <a:cxnLst/>
              <a:rect l="l" t="t" r="r" b="b"/>
              <a:pathLst>
                <a:path w="14689" h="9256" extrusionOk="0">
                  <a:moveTo>
                    <a:pt x="11866" y="0"/>
                  </a:moveTo>
                  <a:cubicBezTo>
                    <a:pt x="11696" y="0"/>
                    <a:pt x="11524" y="24"/>
                    <a:pt x="11353" y="75"/>
                  </a:cubicBezTo>
                  <a:lnTo>
                    <a:pt x="1503" y="2994"/>
                  </a:lnTo>
                  <a:cubicBezTo>
                    <a:pt x="545" y="3277"/>
                    <a:pt x="0" y="4283"/>
                    <a:pt x="283" y="5240"/>
                  </a:cubicBezTo>
                  <a:lnTo>
                    <a:pt x="1091" y="7962"/>
                  </a:lnTo>
                  <a:cubicBezTo>
                    <a:pt x="1323" y="8746"/>
                    <a:pt x="2042" y="9255"/>
                    <a:pt x="2821" y="9255"/>
                  </a:cubicBezTo>
                  <a:cubicBezTo>
                    <a:pt x="2991" y="9255"/>
                    <a:pt x="3164" y="9231"/>
                    <a:pt x="3335" y="9180"/>
                  </a:cubicBezTo>
                  <a:lnTo>
                    <a:pt x="3335" y="9182"/>
                  </a:lnTo>
                  <a:lnTo>
                    <a:pt x="13186" y="6263"/>
                  </a:lnTo>
                  <a:cubicBezTo>
                    <a:pt x="14143" y="5979"/>
                    <a:pt x="14688" y="4974"/>
                    <a:pt x="14405" y="4016"/>
                  </a:cubicBezTo>
                  <a:lnTo>
                    <a:pt x="13598" y="1294"/>
                  </a:lnTo>
                  <a:cubicBezTo>
                    <a:pt x="13365" y="509"/>
                    <a:pt x="12646" y="0"/>
                    <a:pt x="11866"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802;p38">
              <a:extLst>
                <a:ext uri="{FF2B5EF4-FFF2-40B4-BE49-F238E27FC236}">
                  <a16:creationId xmlns:a16="http://schemas.microsoft.com/office/drawing/2014/main" id="{E32AF315-CE6D-473C-C5E2-88C814CFE8B5}"/>
                </a:ext>
              </a:extLst>
            </p:cNvPr>
            <p:cNvSpPr/>
            <p:nvPr/>
          </p:nvSpPr>
          <p:spPr>
            <a:xfrm>
              <a:off x="3113000" y="2338925"/>
              <a:ext cx="367225" cy="231425"/>
            </a:xfrm>
            <a:custGeom>
              <a:avLst/>
              <a:gdLst/>
              <a:ahLst/>
              <a:cxnLst/>
              <a:rect l="l" t="t" r="r" b="b"/>
              <a:pathLst>
                <a:path w="14689" h="9257" extrusionOk="0">
                  <a:moveTo>
                    <a:pt x="11868" y="1"/>
                  </a:moveTo>
                  <a:cubicBezTo>
                    <a:pt x="11698" y="1"/>
                    <a:pt x="11524" y="25"/>
                    <a:pt x="11353" y="76"/>
                  </a:cubicBezTo>
                  <a:lnTo>
                    <a:pt x="1503" y="2994"/>
                  </a:lnTo>
                  <a:cubicBezTo>
                    <a:pt x="546" y="3277"/>
                    <a:pt x="0" y="4283"/>
                    <a:pt x="284" y="5240"/>
                  </a:cubicBezTo>
                  <a:lnTo>
                    <a:pt x="1091" y="7962"/>
                  </a:lnTo>
                  <a:cubicBezTo>
                    <a:pt x="1323" y="8748"/>
                    <a:pt x="2042" y="9256"/>
                    <a:pt x="2822" y="9256"/>
                  </a:cubicBezTo>
                  <a:cubicBezTo>
                    <a:pt x="2991" y="9256"/>
                    <a:pt x="3164" y="9232"/>
                    <a:pt x="3336" y="9181"/>
                  </a:cubicBezTo>
                  <a:lnTo>
                    <a:pt x="13186" y="6262"/>
                  </a:lnTo>
                  <a:cubicBezTo>
                    <a:pt x="14142" y="5979"/>
                    <a:pt x="14688" y="4973"/>
                    <a:pt x="14405" y="4018"/>
                  </a:cubicBezTo>
                  <a:lnTo>
                    <a:pt x="13598" y="1294"/>
                  </a:lnTo>
                  <a:cubicBezTo>
                    <a:pt x="13365" y="510"/>
                    <a:pt x="12646" y="1"/>
                    <a:pt x="11868"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03;p38">
              <a:extLst>
                <a:ext uri="{FF2B5EF4-FFF2-40B4-BE49-F238E27FC236}">
                  <a16:creationId xmlns:a16="http://schemas.microsoft.com/office/drawing/2014/main" id="{36EAD576-89B6-BD9C-584D-96861450164A}"/>
                </a:ext>
              </a:extLst>
            </p:cNvPr>
            <p:cNvSpPr/>
            <p:nvPr/>
          </p:nvSpPr>
          <p:spPr>
            <a:xfrm>
              <a:off x="3123025" y="2347900"/>
              <a:ext cx="347150" cy="213450"/>
            </a:xfrm>
            <a:custGeom>
              <a:avLst/>
              <a:gdLst/>
              <a:ahLst/>
              <a:cxnLst/>
              <a:rect l="l" t="t" r="r" b="b"/>
              <a:pathLst>
                <a:path w="13886" h="8538" extrusionOk="0">
                  <a:moveTo>
                    <a:pt x="11466" y="0"/>
                  </a:moveTo>
                  <a:cubicBezTo>
                    <a:pt x="11328" y="0"/>
                    <a:pt x="11189" y="20"/>
                    <a:pt x="11053" y="61"/>
                  </a:cubicBezTo>
                  <a:lnTo>
                    <a:pt x="1203" y="2978"/>
                  </a:lnTo>
                  <a:cubicBezTo>
                    <a:pt x="438" y="3206"/>
                    <a:pt x="1" y="4013"/>
                    <a:pt x="226" y="4778"/>
                  </a:cubicBezTo>
                  <a:lnTo>
                    <a:pt x="1034" y="7501"/>
                  </a:lnTo>
                  <a:cubicBezTo>
                    <a:pt x="1212" y="8107"/>
                    <a:pt x="1758" y="8524"/>
                    <a:pt x="2391" y="8537"/>
                  </a:cubicBezTo>
                  <a:lnTo>
                    <a:pt x="2389" y="8537"/>
                  </a:lnTo>
                  <a:cubicBezTo>
                    <a:pt x="2399" y="8538"/>
                    <a:pt x="2409" y="8538"/>
                    <a:pt x="2419" y="8538"/>
                  </a:cubicBezTo>
                  <a:cubicBezTo>
                    <a:pt x="2559" y="8538"/>
                    <a:pt x="2697" y="8518"/>
                    <a:pt x="2833" y="8478"/>
                  </a:cubicBezTo>
                  <a:lnTo>
                    <a:pt x="12683" y="5560"/>
                  </a:lnTo>
                  <a:cubicBezTo>
                    <a:pt x="13448" y="5332"/>
                    <a:pt x="13886" y="4525"/>
                    <a:pt x="13660" y="3760"/>
                  </a:cubicBezTo>
                  <a:lnTo>
                    <a:pt x="12853" y="1038"/>
                  </a:lnTo>
                  <a:cubicBezTo>
                    <a:pt x="12673" y="431"/>
                    <a:pt x="12129" y="14"/>
                    <a:pt x="11496" y="1"/>
                  </a:cubicBezTo>
                  <a:cubicBezTo>
                    <a:pt x="11486" y="0"/>
                    <a:pt x="11476" y="0"/>
                    <a:pt x="1146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804;p38">
              <a:extLst>
                <a:ext uri="{FF2B5EF4-FFF2-40B4-BE49-F238E27FC236}">
                  <a16:creationId xmlns:a16="http://schemas.microsoft.com/office/drawing/2014/main" id="{2B3E83D0-0FA6-05BF-4283-C5DBE2AD610C}"/>
                </a:ext>
              </a:extLst>
            </p:cNvPr>
            <p:cNvSpPr/>
            <p:nvPr/>
          </p:nvSpPr>
          <p:spPr>
            <a:xfrm>
              <a:off x="3383175" y="2379250"/>
              <a:ext cx="56600" cy="89100"/>
            </a:xfrm>
            <a:custGeom>
              <a:avLst/>
              <a:gdLst/>
              <a:ahLst/>
              <a:cxnLst/>
              <a:rect l="l" t="t" r="r" b="b"/>
              <a:pathLst>
                <a:path w="2264" h="3564" extrusionOk="0">
                  <a:moveTo>
                    <a:pt x="823" y="1"/>
                  </a:moveTo>
                  <a:cubicBezTo>
                    <a:pt x="754" y="1"/>
                    <a:pt x="684" y="10"/>
                    <a:pt x="614" y="31"/>
                  </a:cubicBezTo>
                  <a:cubicBezTo>
                    <a:pt x="223" y="146"/>
                    <a:pt x="1" y="557"/>
                    <a:pt x="117" y="946"/>
                  </a:cubicBezTo>
                  <a:lnTo>
                    <a:pt x="735" y="3036"/>
                  </a:lnTo>
                  <a:cubicBezTo>
                    <a:pt x="831" y="3356"/>
                    <a:pt x="1124" y="3563"/>
                    <a:pt x="1443" y="3563"/>
                  </a:cubicBezTo>
                  <a:cubicBezTo>
                    <a:pt x="1512" y="3563"/>
                    <a:pt x="1582" y="3554"/>
                    <a:pt x="1652" y="3533"/>
                  </a:cubicBezTo>
                  <a:cubicBezTo>
                    <a:pt x="2041" y="3418"/>
                    <a:pt x="2264" y="3007"/>
                    <a:pt x="2149" y="2617"/>
                  </a:cubicBezTo>
                  <a:lnTo>
                    <a:pt x="1529" y="528"/>
                  </a:lnTo>
                  <a:cubicBezTo>
                    <a:pt x="1434" y="208"/>
                    <a:pt x="1141" y="1"/>
                    <a:pt x="823" y="1"/>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805;p38">
              <a:extLst>
                <a:ext uri="{FF2B5EF4-FFF2-40B4-BE49-F238E27FC236}">
                  <a16:creationId xmlns:a16="http://schemas.microsoft.com/office/drawing/2014/main" id="{A2D0C717-633B-31ED-172E-E1897D67F219}"/>
                </a:ext>
              </a:extLst>
            </p:cNvPr>
            <p:cNvSpPr/>
            <p:nvPr/>
          </p:nvSpPr>
          <p:spPr>
            <a:xfrm>
              <a:off x="3241375" y="2420575"/>
              <a:ext cx="56600" cy="89075"/>
            </a:xfrm>
            <a:custGeom>
              <a:avLst/>
              <a:gdLst/>
              <a:ahLst/>
              <a:cxnLst/>
              <a:rect l="l" t="t" r="r" b="b"/>
              <a:pathLst>
                <a:path w="2264" h="3563" extrusionOk="0">
                  <a:moveTo>
                    <a:pt x="821" y="0"/>
                  </a:moveTo>
                  <a:cubicBezTo>
                    <a:pt x="752" y="0"/>
                    <a:pt x="682" y="10"/>
                    <a:pt x="612" y="31"/>
                  </a:cubicBezTo>
                  <a:cubicBezTo>
                    <a:pt x="223" y="147"/>
                    <a:pt x="0" y="556"/>
                    <a:pt x="115" y="947"/>
                  </a:cubicBezTo>
                  <a:lnTo>
                    <a:pt x="735" y="3036"/>
                  </a:lnTo>
                  <a:cubicBezTo>
                    <a:pt x="829" y="3356"/>
                    <a:pt x="1123" y="3563"/>
                    <a:pt x="1441" y="3563"/>
                  </a:cubicBezTo>
                  <a:cubicBezTo>
                    <a:pt x="1510" y="3563"/>
                    <a:pt x="1580" y="3553"/>
                    <a:pt x="1650" y="3533"/>
                  </a:cubicBezTo>
                  <a:cubicBezTo>
                    <a:pt x="2040" y="3417"/>
                    <a:pt x="2263" y="3007"/>
                    <a:pt x="2146" y="2616"/>
                  </a:cubicBezTo>
                  <a:lnTo>
                    <a:pt x="1528" y="527"/>
                  </a:lnTo>
                  <a:cubicBezTo>
                    <a:pt x="1433" y="208"/>
                    <a:pt x="1140" y="0"/>
                    <a:pt x="821"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806;p38">
              <a:extLst>
                <a:ext uri="{FF2B5EF4-FFF2-40B4-BE49-F238E27FC236}">
                  <a16:creationId xmlns:a16="http://schemas.microsoft.com/office/drawing/2014/main" id="{521A2F4B-780B-4152-9C5D-802B5A275582}"/>
                </a:ext>
              </a:extLst>
            </p:cNvPr>
            <p:cNvSpPr/>
            <p:nvPr/>
          </p:nvSpPr>
          <p:spPr>
            <a:xfrm>
              <a:off x="3070400" y="2272900"/>
              <a:ext cx="194200" cy="112100"/>
            </a:xfrm>
            <a:custGeom>
              <a:avLst/>
              <a:gdLst/>
              <a:ahLst/>
              <a:cxnLst/>
              <a:rect l="l" t="t" r="r" b="b"/>
              <a:pathLst>
                <a:path w="7768" h="4484" extrusionOk="0">
                  <a:moveTo>
                    <a:pt x="4871" y="1"/>
                  </a:moveTo>
                  <a:cubicBezTo>
                    <a:pt x="4361" y="1"/>
                    <a:pt x="3808" y="69"/>
                    <a:pt x="3245" y="213"/>
                  </a:cubicBezTo>
                  <a:cubicBezTo>
                    <a:pt x="1439" y="675"/>
                    <a:pt x="115" y="1762"/>
                    <a:pt x="15" y="2778"/>
                  </a:cubicBezTo>
                  <a:cubicBezTo>
                    <a:pt x="0" y="2919"/>
                    <a:pt x="11" y="3058"/>
                    <a:pt x="46" y="3193"/>
                  </a:cubicBezTo>
                  <a:lnTo>
                    <a:pt x="46" y="3194"/>
                  </a:lnTo>
                  <a:cubicBezTo>
                    <a:pt x="103" y="3419"/>
                    <a:pt x="226" y="3619"/>
                    <a:pt x="402" y="3790"/>
                  </a:cubicBezTo>
                  <a:cubicBezTo>
                    <a:pt x="861" y="4234"/>
                    <a:pt x="1682" y="4483"/>
                    <a:pt x="2655" y="4483"/>
                  </a:cubicBezTo>
                  <a:cubicBezTo>
                    <a:pt x="3166" y="4483"/>
                    <a:pt x="3718" y="4415"/>
                    <a:pt x="4282" y="4270"/>
                  </a:cubicBezTo>
                  <a:cubicBezTo>
                    <a:pt x="6336" y="3744"/>
                    <a:pt x="7768" y="2410"/>
                    <a:pt x="7481" y="1290"/>
                  </a:cubicBezTo>
                  <a:cubicBezTo>
                    <a:pt x="7274" y="477"/>
                    <a:pt x="6218" y="1"/>
                    <a:pt x="4871"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807;p38">
              <a:extLst>
                <a:ext uri="{FF2B5EF4-FFF2-40B4-BE49-F238E27FC236}">
                  <a16:creationId xmlns:a16="http://schemas.microsoft.com/office/drawing/2014/main" id="{6E5D56F4-39B4-EDB6-D4F7-7555D9CE44CD}"/>
                </a:ext>
              </a:extLst>
            </p:cNvPr>
            <p:cNvSpPr/>
            <p:nvPr/>
          </p:nvSpPr>
          <p:spPr>
            <a:xfrm>
              <a:off x="3070400" y="2342375"/>
              <a:ext cx="17700" cy="25275"/>
            </a:xfrm>
            <a:custGeom>
              <a:avLst/>
              <a:gdLst/>
              <a:ahLst/>
              <a:cxnLst/>
              <a:rect l="l" t="t" r="r" b="b"/>
              <a:pathLst>
                <a:path w="708" h="1011" extrusionOk="0">
                  <a:moveTo>
                    <a:pt x="15" y="0"/>
                  </a:moveTo>
                  <a:lnTo>
                    <a:pt x="15" y="0"/>
                  </a:lnTo>
                  <a:cubicBezTo>
                    <a:pt x="0" y="140"/>
                    <a:pt x="11" y="279"/>
                    <a:pt x="46" y="415"/>
                  </a:cubicBezTo>
                  <a:cubicBezTo>
                    <a:pt x="103" y="640"/>
                    <a:pt x="226" y="840"/>
                    <a:pt x="402" y="1011"/>
                  </a:cubicBezTo>
                  <a:cubicBezTo>
                    <a:pt x="603" y="855"/>
                    <a:pt x="708" y="629"/>
                    <a:pt x="652" y="414"/>
                  </a:cubicBezTo>
                  <a:cubicBezTo>
                    <a:pt x="588" y="162"/>
                    <a:pt x="324" y="3"/>
                    <a:pt x="15"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808;p38">
              <a:extLst>
                <a:ext uri="{FF2B5EF4-FFF2-40B4-BE49-F238E27FC236}">
                  <a16:creationId xmlns:a16="http://schemas.microsoft.com/office/drawing/2014/main" id="{885B553F-D531-5B6F-D52C-D812A576EF61}"/>
                </a:ext>
              </a:extLst>
            </p:cNvPr>
            <p:cNvSpPr/>
            <p:nvPr/>
          </p:nvSpPr>
          <p:spPr>
            <a:xfrm>
              <a:off x="3084150" y="2479375"/>
              <a:ext cx="48875" cy="74725"/>
            </a:xfrm>
            <a:custGeom>
              <a:avLst/>
              <a:gdLst/>
              <a:ahLst/>
              <a:cxnLst/>
              <a:rect l="l" t="t" r="r" b="b"/>
              <a:pathLst>
                <a:path w="1955" h="2989" extrusionOk="0">
                  <a:moveTo>
                    <a:pt x="981" y="1"/>
                  </a:moveTo>
                  <a:cubicBezTo>
                    <a:pt x="950" y="1"/>
                    <a:pt x="919" y="5"/>
                    <a:pt x="888" y="14"/>
                  </a:cubicBezTo>
                  <a:lnTo>
                    <a:pt x="273" y="196"/>
                  </a:lnTo>
                  <a:cubicBezTo>
                    <a:pt x="100" y="248"/>
                    <a:pt x="0" y="429"/>
                    <a:pt x="52" y="603"/>
                  </a:cubicBezTo>
                  <a:lnTo>
                    <a:pt x="660" y="2657"/>
                  </a:lnTo>
                  <a:cubicBezTo>
                    <a:pt x="706" y="2813"/>
                    <a:pt x="585" y="2988"/>
                    <a:pt x="680" y="2988"/>
                  </a:cubicBezTo>
                  <a:cubicBezTo>
                    <a:pt x="692" y="2988"/>
                    <a:pt x="707" y="2986"/>
                    <a:pt x="726" y="2980"/>
                  </a:cubicBezTo>
                  <a:lnTo>
                    <a:pt x="727" y="2980"/>
                  </a:lnTo>
                  <a:lnTo>
                    <a:pt x="1681" y="2697"/>
                  </a:lnTo>
                  <a:cubicBezTo>
                    <a:pt x="1856" y="2645"/>
                    <a:pt x="1954" y="2464"/>
                    <a:pt x="1903" y="2289"/>
                  </a:cubicBezTo>
                  <a:lnTo>
                    <a:pt x="1294" y="235"/>
                  </a:lnTo>
                  <a:cubicBezTo>
                    <a:pt x="1251" y="93"/>
                    <a:pt x="1121" y="1"/>
                    <a:pt x="981"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809;p38">
              <a:extLst>
                <a:ext uri="{FF2B5EF4-FFF2-40B4-BE49-F238E27FC236}">
                  <a16:creationId xmlns:a16="http://schemas.microsoft.com/office/drawing/2014/main" id="{94B249CE-CB09-193E-C249-CA3731009A52}"/>
                </a:ext>
              </a:extLst>
            </p:cNvPr>
            <p:cNvSpPr/>
            <p:nvPr/>
          </p:nvSpPr>
          <p:spPr>
            <a:xfrm>
              <a:off x="3076225" y="2483025"/>
              <a:ext cx="44100" cy="71025"/>
            </a:xfrm>
            <a:custGeom>
              <a:avLst/>
              <a:gdLst/>
              <a:ahLst/>
              <a:cxnLst/>
              <a:rect l="l" t="t" r="r" b="b"/>
              <a:pathLst>
                <a:path w="1764" h="2841" extrusionOk="0">
                  <a:moveTo>
                    <a:pt x="791" y="0"/>
                  </a:moveTo>
                  <a:cubicBezTo>
                    <a:pt x="760" y="0"/>
                    <a:pt x="729" y="4"/>
                    <a:pt x="697" y="14"/>
                  </a:cubicBezTo>
                  <a:lnTo>
                    <a:pt x="272" y="144"/>
                  </a:lnTo>
                  <a:cubicBezTo>
                    <a:pt x="99" y="195"/>
                    <a:pt x="0" y="379"/>
                    <a:pt x="52" y="551"/>
                  </a:cubicBezTo>
                  <a:lnTo>
                    <a:pt x="661" y="2607"/>
                  </a:lnTo>
                  <a:cubicBezTo>
                    <a:pt x="703" y="2748"/>
                    <a:pt x="833" y="2840"/>
                    <a:pt x="974" y="2840"/>
                  </a:cubicBezTo>
                  <a:cubicBezTo>
                    <a:pt x="1004" y="2840"/>
                    <a:pt x="1036" y="2836"/>
                    <a:pt x="1067" y="2826"/>
                  </a:cubicBezTo>
                  <a:lnTo>
                    <a:pt x="1492" y="2696"/>
                  </a:lnTo>
                  <a:cubicBezTo>
                    <a:pt x="1665" y="2645"/>
                    <a:pt x="1764" y="2463"/>
                    <a:pt x="1714" y="2289"/>
                  </a:cubicBezTo>
                  <a:lnTo>
                    <a:pt x="1105" y="235"/>
                  </a:lnTo>
                  <a:cubicBezTo>
                    <a:pt x="1062" y="92"/>
                    <a:pt x="933" y="0"/>
                    <a:pt x="791"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810;p38">
              <a:extLst>
                <a:ext uri="{FF2B5EF4-FFF2-40B4-BE49-F238E27FC236}">
                  <a16:creationId xmlns:a16="http://schemas.microsoft.com/office/drawing/2014/main" id="{6954AF7A-592D-449B-31D3-8B66B25A4443}"/>
                </a:ext>
              </a:extLst>
            </p:cNvPr>
            <p:cNvSpPr/>
            <p:nvPr/>
          </p:nvSpPr>
          <p:spPr>
            <a:xfrm>
              <a:off x="3023625" y="2293425"/>
              <a:ext cx="78100" cy="223300"/>
            </a:xfrm>
            <a:custGeom>
              <a:avLst/>
              <a:gdLst/>
              <a:ahLst/>
              <a:cxnLst/>
              <a:rect l="l" t="t" r="r" b="b"/>
              <a:pathLst>
                <a:path w="3124" h="8932" extrusionOk="0">
                  <a:moveTo>
                    <a:pt x="309" y="0"/>
                  </a:moveTo>
                  <a:cubicBezTo>
                    <a:pt x="283" y="0"/>
                    <a:pt x="257" y="4"/>
                    <a:pt x="231" y="12"/>
                  </a:cubicBezTo>
                  <a:cubicBezTo>
                    <a:pt x="84" y="56"/>
                    <a:pt x="1" y="209"/>
                    <a:pt x="43" y="356"/>
                  </a:cubicBezTo>
                  <a:lnTo>
                    <a:pt x="2550" y="8734"/>
                  </a:lnTo>
                  <a:cubicBezTo>
                    <a:pt x="2586" y="8854"/>
                    <a:pt x="2695" y="8932"/>
                    <a:pt x="2814" y="8932"/>
                  </a:cubicBezTo>
                  <a:cubicBezTo>
                    <a:pt x="2840" y="8932"/>
                    <a:pt x="2867" y="8928"/>
                    <a:pt x="2894" y="8920"/>
                  </a:cubicBezTo>
                  <a:cubicBezTo>
                    <a:pt x="3041" y="8878"/>
                    <a:pt x="3124" y="8723"/>
                    <a:pt x="3080" y="8576"/>
                  </a:cubicBezTo>
                  <a:lnTo>
                    <a:pt x="575" y="198"/>
                  </a:lnTo>
                  <a:cubicBezTo>
                    <a:pt x="539" y="79"/>
                    <a:pt x="428" y="0"/>
                    <a:pt x="309" y="0"/>
                  </a:cubicBezTo>
                  <a:close/>
                </a:path>
              </a:pathLst>
            </a:custGeom>
            <a:solidFill>
              <a:srgbClr val="F2F5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811;p38">
              <a:extLst>
                <a:ext uri="{FF2B5EF4-FFF2-40B4-BE49-F238E27FC236}">
                  <a16:creationId xmlns:a16="http://schemas.microsoft.com/office/drawing/2014/main" id="{5CE7600C-BDEE-7E6F-E13C-19767DE686CD}"/>
                </a:ext>
              </a:extLst>
            </p:cNvPr>
            <p:cNvSpPr/>
            <p:nvPr/>
          </p:nvSpPr>
          <p:spPr>
            <a:xfrm>
              <a:off x="3115450" y="3232225"/>
              <a:ext cx="290400" cy="75425"/>
            </a:xfrm>
            <a:custGeom>
              <a:avLst/>
              <a:gdLst/>
              <a:ahLst/>
              <a:cxnLst/>
              <a:rect l="l" t="t" r="r" b="b"/>
              <a:pathLst>
                <a:path w="11616" h="3017" extrusionOk="0">
                  <a:moveTo>
                    <a:pt x="2847" y="1"/>
                  </a:moveTo>
                  <a:cubicBezTo>
                    <a:pt x="2797" y="243"/>
                    <a:pt x="2750" y="505"/>
                    <a:pt x="2709" y="785"/>
                  </a:cubicBezTo>
                  <a:cubicBezTo>
                    <a:pt x="2338" y="776"/>
                    <a:pt x="1181" y="696"/>
                    <a:pt x="120" y="85"/>
                  </a:cubicBezTo>
                  <a:cubicBezTo>
                    <a:pt x="79" y="170"/>
                    <a:pt x="40" y="258"/>
                    <a:pt x="1" y="349"/>
                  </a:cubicBezTo>
                  <a:cubicBezTo>
                    <a:pt x="1093" y="968"/>
                    <a:pt x="2247" y="1061"/>
                    <a:pt x="2671" y="1071"/>
                  </a:cubicBezTo>
                  <a:cubicBezTo>
                    <a:pt x="2618" y="1505"/>
                    <a:pt x="2585" y="1974"/>
                    <a:pt x="2579" y="2479"/>
                  </a:cubicBezTo>
                  <a:lnTo>
                    <a:pt x="2580" y="2479"/>
                  </a:lnTo>
                  <a:lnTo>
                    <a:pt x="2579" y="2600"/>
                  </a:lnTo>
                  <a:lnTo>
                    <a:pt x="2698" y="2621"/>
                  </a:lnTo>
                  <a:cubicBezTo>
                    <a:pt x="4390" y="2913"/>
                    <a:pt x="5873" y="3016"/>
                    <a:pt x="7129" y="3016"/>
                  </a:cubicBezTo>
                  <a:cubicBezTo>
                    <a:pt x="9430" y="3016"/>
                    <a:pt x="10964" y="2668"/>
                    <a:pt x="11616" y="2483"/>
                  </a:cubicBezTo>
                  <a:cubicBezTo>
                    <a:pt x="11596" y="2389"/>
                    <a:pt x="11575" y="2295"/>
                    <a:pt x="11552" y="2203"/>
                  </a:cubicBezTo>
                  <a:cubicBezTo>
                    <a:pt x="10934" y="2380"/>
                    <a:pt x="9422" y="2730"/>
                    <a:pt x="7135" y="2730"/>
                  </a:cubicBezTo>
                  <a:cubicBezTo>
                    <a:pt x="5924" y="2730"/>
                    <a:pt x="4497" y="2632"/>
                    <a:pt x="2870" y="2359"/>
                  </a:cubicBezTo>
                  <a:cubicBezTo>
                    <a:pt x="2886" y="1485"/>
                    <a:pt x="2995" y="709"/>
                    <a:pt x="3127" y="75"/>
                  </a:cubicBezTo>
                  <a:cubicBezTo>
                    <a:pt x="3033" y="52"/>
                    <a:pt x="2939" y="26"/>
                    <a:pt x="284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812;p38">
              <a:extLst>
                <a:ext uri="{FF2B5EF4-FFF2-40B4-BE49-F238E27FC236}">
                  <a16:creationId xmlns:a16="http://schemas.microsoft.com/office/drawing/2014/main" id="{210B4E0C-429F-D60D-B500-1D2C3E856383}"/>
                </a:ext>
              </a:extLst>
            </p:cNvPr>
            <p:cNvSpPr/>
            <p:nvPr/>
          </p:nvSpPr>
          <p:spPr>
            <a:xfrm>
              <a:off x="3093575" y="3322800"/>
              <a:ext cx="316700" cy="30525"/>
            </a:xfrm>
            <a:custGeom>
              <a:avLst/>
              <a:gdLst/>
              <a:ahLst/>
              <a:cxnLst/>
              <a:rect l="l" t="t" r="r" b="b"/>
              <a:pathLst>
                <a:path w="12668" h="1221" extrusionOk="0">
                  <a:moveTo>
                    <a:pt x="18" y="1"/>
                  </a:moveTo>
                  <a:cubicBezTo>
                    <a:pt x="6" y="163"/>
                    <a:pt x="0" y="325"/>
                    <a:pt x="0" y="488"/>
                  </a:cubicBezTo>
                  <a:cubicBezTo>
                    <a:pt x="0" y="893"/>
                    <a:pt x="2836" y="1220"/>
                    <a:pt x="6335" y="1220"/>
                  </a:cubicBezTo>
                  <a:cubicBezTo>
                    <a:pt x="9832" y="1220"/>
                    <a:pt x="12668" y="893"/>
                    <a:pt x="12668" y="488"/>
                  </a:cubicBezTo>
                  <a:cubicBezTo>
                    <a:pt x="12668" y="325"/>
                    <a:pt x="12663" y="163"/>
                    <a:pt x="12651" y="1"/>
                  </a:cubicBezTo>
                  <a:cubicBezTo>
                    <a:pt x="12415" y="379"/>
                    <a:pt x="9678" y="678"/>
                    <a:pt x="6335" y="678"/>
                  </a:cubicBezTo>
                  <a:cubicBezTo>
                    <a:pt x="2992" y="678"/>
                    <a:pt x="255" y="379"/>
                    <a:pt x="18"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813;p38">
              <a:extLst>
                <a:ext uri="{FF2B5EF4-FFF2-40B4-BE49-F238E27FC236}">
                  <a16:creationId xmlns:a16="http://schemas.microsoft.com/office/drawing/2014/main" id="{5EC476AB-3864-9436-20C9-AC5BBA1E0008}"/>
                </a:ext>
              </a:extLst>
            </p:cNvPr>
            <p:cNvSpPr/>
            <p:nvPr/>
          </p:nvSpPr>
          <p:spPr>
            <a:xfrm>
              <a:off x="3094025" y="3176400"/>
              <a:ext cx="315850" cy="163350"/>
            </a:xfrm>
            <a:custGeom>
              <a:avLst/>
              <a:gdLst/>
              <a:ahLst/>
              <a:cxnLst/>
              <a:rect l="l" t="t" r="r" b="b"/>
              <a:pathLst>
                <a:path w="12634" h="6534" extrusionOk="0">
                  <a:moveTo>
                    <a:pt x="2347" y="1"/>
                  </a:moveTo>
                  <a:cubicBezTo>
                    <a:pt x="2347" y="1"/>
                    <a:pt x="1624" y="928"/>
                    <a:pt x="977" y="2318"/>
                  </a:cubicBezTo>
                  <a:cubicBezTo>
                    <a:pt x="938" y="2403"/>
                    <a:pt x="899" y="2493"/>
                    <a:pt x="859" y="2582"/>
                  </a:cubicBezTo>
                  <a:cubicBezTo>
                    <a:pt x="443" y="3530"/>
                    <a:pt x="81" y="4666"/>
                    <a:pt x="0" y="5857"/>
                  </a:cubicBezTo>
                  <a:cubicBezTo>
                    <a:pt x="237" y="6235"/>
                    <a:pt x="2974" y="6534"/>
                    <a:pt x="6317" y="6534"/>
                  </a:cubicBezTo>
                  <a:cubicBezTo>
                    <a:pt x="9658" y="6534"/>
                    <a:pt x="12397" y="6235"/>
                    <a:pt x="12633" y="5857"/>
                  </a:cubicBezTo>
                  <a:cubicBezTo>
                    <a:pt x="12606" y="5469"/>
                    <a:pt x="12550" y="5087"/>
                    <a:pt x="12473" y="4716"/>
                  </a:cubicBezTo>
                  <a:cubicBezTo>
                    <a:pt x="12453" y="4622"/>
                    <a:pt x="12432" y="4530"/>
                    <a:pt x="12409" y="4436"/>
                  </a:cubicBezTo>
                  <a:cubicBezTo>
                    <a:pt x="11809" y="1953"/>
                    <a:pt x="10285" y="1"/>
                    <a:pt x="10285" y="1"/>
                  </a:cubicBezTo>
                  <a:close/>
                </a:path>
              </a:pathLst>
            </a:custGeom>
            <a:solidFill>
              <a:srgbClr val="ADBA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814;p38">
              <a:extLst>
                <a:ext uri="{FF2B5EF4-FFF2-40B4-BE49-F238E27FC236}">
                  <a16:creationId xmlns:a16="http://schemas.microsoft.com/office/drawing/2014/main" id="{1425C1A0-FAD2-53E1-38A0-3207FF30DFF5}"/>
                </a:ext>
              </a:extLst>
            </p:cNvPr>
            <p:cNvSpPr/>
            <p:nvPr/>
          </p:nvSpPr>
          <p:spPr>
            <a:xfrm>
              <a:off x="2912550" y="2568325"/>
              <a:ext cx="686500" cy="674825"/>
            </a:xfrm>
            <a:custGeom>
              <a:avLst/>
              <a:gdLst/>
              <a:ahLst/>
              <a:cxnLst/>
              <a:rect l="l" t="t" r="r" b="b"/>
              <a:pathLst>
                <a:path w="27460" h="26993" extrusionOk="0">
                  <a:moveTo>
                    <a:pt x="24020" y="1"/>
                  </a:moveTo>
                  <a:lnTo>
                    <a:pt x="1" y="4336"/>
                  </a:lnTo>
                  <a:lnTo>
                    <a:pt x="2299" y="17067"/>
                  </a:lnTo>
                  <a:cubicBezTo>
                    <a:pt x="3151" y="21781"/>
                    <a:pt x="6632" y="25358"/>
                    <a:pt x="10963" y="26557"/>
                  </a:cubicBezTo>
                  <a:cubicBezTo>
                    <a:pt x="11057" y="26582"/>
                    <a:pt x="11149" y="26608"/>
                    <a:pt x="11243" y="26631"/>
                  </a:cubicBezTo>
                  <a:cubicBezTo>
                    <a:pt x="12186" y="26868"/>
                    <a:pt x="13168" y="26993"/>
                    <a:pt x="14169" y="26993"/>
                  </a:cubicBezTo>
                  <a:cubicBezTo>
                    <a:pt x="14856" y="26993"/>
                    <a:pt x="15553" y="26934"/>
                    <a:pt x="16252" y="26813"/>
                  </a:cubicBezTo>
                  <a:cubicBezTo>
                    <a:pt x="16319" y="26800"/>
                    <a:pt x="16386" y="26788"/>
                    <a:pt x="16452" y="26776"/>
                  </a:cubicBezTo>
                  <a:cubicBezTo>
                    <a:pt x="16519" y="26764"/>
                    <a:pt x="16585" y="26752"/>
                    <a:pt x="16651" y="26740"/>
                  </a:cubicBezTo>
                  <a:cubicBezTo>
                    <a:pt x="16855" y="26702"/>
                    <a:pt x="17057" y="26660"/>
                    <a:pt x="17258" y="26611"/>
                  </a:cubicBezTo>
                  <a:cubicBezTo>
                    <a:pt x="23441" y="25128"/>
                    <a:pt x="27460" y="19060"/>
                    <a:pt x="26316" y="12732"/>
                  </a:cubicBezTo>
                  <a:lnTo>
                    <a:pt x="24754" y="4072"/>
                  </a:lnTo>
                  <a:lnTo>
                    <a:pt x="24020" y="1"/>
                  </a:ln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815;p38">
              <a:extLst>
                <a:ext uri="{FF2B5EF4-FFF2-40B4-BE49-F238E27FC236}">
                  <a16:creationId xmlns:a16="http://schemas.microsoft.com/office/drawing/2014/main" id="{0C6C2AB4-F7BD-15BF-2005-5C0382C85F57}"/>
                </a:ext>
              </a:extLst>
            </p:cNvPr>
            <p:cNvSpPr/>
            <p:nvPr/>
          </p:nvSpPr>
          <p:spPr>
            <a:xfrm>
              <a:off x="2907375" y="2547350"/>
              <a:ext cx="610875" cy="150325"/>
            </a:xfrm>
            <a:custGeom>
              <a:avLst/>
              <a:gdLst/>
              <a:ahLst/>
              <a:cxnLst/>
              <a:rect l="l" t="t" r="r" b="b"/>
              <a:pathLst>
                <a:path w="24435" h="6013" extrusionOk="0">
                  <a:moveTo>
                    <a:pt x="20616" y="1"/>
                  </a:moveTo>
                  <a:cubicBezTo>
                    <a:pt x="18360" y="1"/>
                    <a:pt x="15244" y="310"/>
                    <a:pt x="11841" y="925"/>
                  </a:cubicBezTo>
                  <a:cubicBezTo>
                    <a:pt x="5209" y="2121"/>
                    <a:pt x="0" y="4024"/>
                    <a:pt x="208" y="5175"/>
                  </a:cubicBezTo>
                  <a:cubicBezTo>
                    <a:pt x="309" y="5734"/>
                    <a:pt x="1674" y="6012"/>
                    <a:pt x="3813" y="6012"/>
                  </a:cubicBezTo>
                  <a:cubicBezTo>
                    <a:pt x="6070" y="6012"/>
                    <a:pt x="9188" y="5703"/>
                    <a:pt x="12594" y="5088"/>
                  </a:cubicBezTo>
                  <a:cubicBezTo>
                    <a:pt x="19225" y="3892"/>
                    <a:pt x="24434" y="1989"/>
                    <a:pt x="24225" y="840"/>
                  </a:cubicBezTo>
                  <a:cubicBezTo>
                    <a:pt x="24124" y="279"/>
                    <a:pt x="22758" y="1"/>
                    <a:pt x="20616" y="1"/>
                  </a:cubicBezTo>
                  <a:close/>
                </a:path>
              </a:pathLst>
            </a:custGeom>
            <a:solidFill>
              <a:srgbClr val="F2F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816;p38">
              <a:extLst>
                <a:ext uri="{FF2B5EF4-FFF2-40B4-BE49-F238E27FC236}">
                  <a16:creationId xmlns:a16="http://schemas.microsoft.com/office/drawing/2014/main" id="{EAC59531-856D-47DF-8533-E9A64400231F}"/>
                </a:ext>
              </a:extLst>
            </p:cNvPr>
            <p:cNvSpPr/>
            <p:nvPr/>
          </p:nvSpPr>
          <p:spPr>
            <a:xfrm>
              <a:off x="2920850" y="2556325"/>
              <a:ext cx="583900" cy="132375"/>
            </a:xfrm>
            <a:custGeom>
              <a:avLst/>
              <a:gdLst/>
              <a:ahLst/>
              <a:cxnLst/>
              <a:rect l="l" t="t" r="r" b="b"/>
              <a:pathLst>
                <a:path w="23356" h="5295" extrusionOk="0">
                  <a:moveTo>
                    <a:pt x="20078" y="1"/>
                  </a:moveTo>
                  <a:cubicBezTo>
                    <a:pt x="17738" y="1"/>
                    <a:pt x="14645" y="326"/>
                    <a:pt x="11367" y="918"/>
                  </a:cubicBezTo>
                  <a:cubicBezTo>
                    <a:pt x="8179" y="1494"/>
                    <a:pt x="5223" y="2250"/>
                    <a:pt x="3044" y="3045"/>
                  </a:cubicBezTo>
                  <a:cubicBezTo>
                    <a:pt x="450" y="3992"/>
                    <a:pt x="1" y="4633"/>
                    <a:pt x="23" y="4752"/>
                  </a:cubicBezTo>
                  <a:cubicBezTo>
                    <a:pt x="43" y="4866"/>
                    <a:pt x="656" y="5294"/>
                    <a:pt x="3275" y="5294"/>
                  </a:cubicBezTo>
                  <a:cubicBezTo>
                    <a:pt x="5616" y="5294"/>
                    <a:pt x="8710" y="4969"/>
                    <a:pt x="11991" y="4377"/>
                  </a:cubicBezTo>
                  <a:cubicBezTo>
                    <a:pt x="15178" y="3801"/>
                    <a:pt x="18133" y="3047"/>
                    <a:pt x="20313" y="2250"/>
                  </a:cubicBezTo>
                  <a:cubicBezTo>
                    <a:pt x="22906" y="1303"/>
                    <a:pt x="23356" y="664"/>
                    <a:pt x="23333" y="544"/>
                  </a:cubicBezTo>
                  <a:cubicBezTo>
                    <a:pt x="23314" y="429"/>
                    <a:pt x="22700" y="1"/>
                    <a:pt x="2007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817;p38">
              <a:extLst>
                <a:ext uri="{FF2B5EF4-FFF2-40B4-BE49-F238E27FC236}">
                  <a16:creationId xmlns:a16="http://schemas.microsoft.com/office/drawing/2014/main" id="{045068BB-C514-9C3F-D5FB-F7E2C4D5F10F}"/>
                </a:ext>
              </a:extLst>
            </p:cNvPr>
            <p:cNvSpPr/>
            <p:nvPr/>
          </p:nvSpPr>
          <p:spPr>
            <a:xfrm>
              <a:off x="2899425" y="2499525"/>
              <a:ext cx="609375" cy="146075"/>
            </a:xfrm>
            <a:custGeom>
              <a:avLst/>
              <a:gdLst/>
              <a:ahLst/>
              <a:cxnLst/>
              <a:rect l="l" t="t" r="r" b="b"/>
              <a:pathLst>
                <a:path w="24375" h="5843" extrusionOk="0">
                  <a:moveTo>
                    <a:pt x="24046" y="0"/>
                  </a:moveTo>
                  <a:cubicBezTo>
                    <a:pt x="22959" y="1167"/>
                    <a:pt x="18231" y="2741"/>
                    <a:pt x="12438" y="3787"/>
                  </a:cubicBezTo>
                  <a:cubicBezTo>
                    <a:pt x="8972" y="4413"/>
                    <a:pt x="5797" y="4728"/>
                    <a:pt x="3500" y="4728"/>
                  </a:cubicBezTo>
                  <a:cubicBezTo>
                    <a:pt x="1702" y="4728"/>
                    <a:pt x="442" y="4535"/>
                    <a:pt x="0" y="4146"/>
                  </a:cubicBezTo>
                  <a:lnTo>
                    <a:pt x="0" y="4146"/>
                  </a:lnTo>
                  <a:cubicBezTo>
                    <a:pt x="15" y="4254"/>
                    <a:pt x="34" y="4361"/>
                    <a:pt x="53" y="4469"/>
                  </a:cubicBezTo>
                  <a:lnTo>
                    <a:pt x="150" y="5005"/>
                  </a:lnTo>
                  <a:cubicBezTo>
                    <a:pt x="251" y="5565"/>
                    <a:pt x="1617" y="5843"/>
                    <a:pt x="3757" y="5843"/>
                  </a:cubicBezTo>
                  <a:cubicBezTo>
                    <a:pt x="6013" y="5843"/>
                    <a:pt x="9130" y="5534"/>
                    <a:pt x="12535" y="4919"/>
                  </a:cubicBezTo>
                  <a:cubicBezTo>
                    <a:pt x="19167" y="3722"/>
                    <a:pt x="24375" y="1820"/>
                    <a:pt x="24167" y="670"/>
                  </a:cubicBezTo>
                  <a:lnTo>
                    <a:pt x="24071" y="134"/>
                  </a:lnTo>
                  <a:cubicBezTo>
                    <a:pt x="24063" y="88"/>
                    <a:pt x="24054" y="44"/>
                    <a:pt x="24046" y="0"/>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818;p38">
              <a:extLst>
                <a:ext uri="{FF2B5EF4-FFF2-40B4-BE49-F238E27FC236}">
                  <a16:creationId xmlns:a16="http://schemas.microsoft.com/office/drawing/2014/main" id="{EEBE9431-D33D-9FB9-A31B-00F2042364EF}"/>
                </a:ext>
              </a:extLst>
            </p:cNvPr>
            <p:cNvSpPr/>
            <p:nvPr/>
          </p:nvSpPr>
          <p:spPr>
            <a:xfrm>
              <a:off x="2887125" y="2251925"/>
              <a:ext cx="613475" cy="365800"/>
            </a:xfrm>
            <a:custGeom>
              <a:avLst/>
              <a:gdLst/>
              <a:ahLst/>
              <a:cxnLst/>
              <a:rect l="l" t="t" r="r" b="b"/>
              <a:pathLst>
                <a:path w="24539" h="14632" extrusionOk="0">
                  <a:moveTo>
                    <a:pt x="12570" y="0"/>
                  </a:moveTo>
                  <a:cubicBezTo>
                    <a:pt x="11850" y="0"/>
                    <a:pt x="11120" y="64"/>
                    <a:pt x="10386" y="197"/>
                  </a:cubicBezTo>
                  <a:cubicBezTo>
                    <a:pt x="7071" y="793"/>
                    <a:pt x="4311" y="2681"/>
                    <a:pt x="2530" y="5245"/>
                  </a:cubicBezTo>
                  <a:cubicBezTo>
                    <a:pt x="807" y="7728"/>
                    <a:pt x="0" y="10847"/>
                    <a:pt x="492" y="14050"/>
                  </a:cubicBezTo>
                  <a:cubicBezTo>
                    <a:pt x="934" y="14439"/>
                    <a:pt x="2194" y="14632"/>
                    <a:pt x="3992" y="14632"/>
                  </a:cubicBezTo>
                  <a:cubicBezTo>
                    <a:pt x="6289" y="14632"/>
                    <a:pt x="9464" y="14317"/>
                    <a:pt x="12930" y="13691"/>
                  </a:cubicBezTo>
                  <a:cubicBezTo>
                    <a:pt x="18723" y="12645"/>
                    <a:pt x="23451" y="11071"/>
                    <a:pt x="24538" y="9906"/>
                  </a:cubicBezTo>
                  <a:cubicBezTo>
                    <a:pt x="23421" y="4076"/>
                    <a:pt x="18316" y="0"/>
                    <a:pt x="12570"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819;p38">
              <a:extLst>
                <a:ext uri="{FF2B5EF4-FFF2-40B4-BE49-F238E27FC236}">
                  <a16:creationId xmlns:a16="http://schemas.microsoft.com/office/drawing/2014/main" id="{D99274A7-F664-6B81-A0A2-C130A7CDA3EE}"/>
                </a:ext>
              </a:extLst>
            </p:cNvPr>
            <p:cNvSpPr/>
            <p:nvPr/>
          </p:nvSpPr>
          <p:spPr>
            <a:xfrm>
              <a:off x="3314875" y="2660500"/>
              <a:ext cx="279600" cy="551750"/>
            </a:xfrm>
            <a:custGeom>
              <a:avLst/>
              <a:gdLst/>
              <a:ahLst/>
              <a:cxnLst/>
              <a:rect l="l" t="t" r="r" b="b"/>
              <a:pathLst>
                <a:path w="11184" h="22070" extrusionOk="0">
                  <a:moveTo>
                    <a:pt x="6466" y="0"/>
                  </a:moveTo>
                  <a:cubicBezTo>
                    <a:pt x="6385" y="0"/>
                    <a:pt x="6304" y="2"/>
                    <a:pt x="6224" y="5"/>
                  </a:cubicBezTo>
                  <a:cubicBezTo>
                    <a:pt x="2746" y="150"/>
                    <a:pt x="0" y="3399"/>
                    <a:pt x="711" y="7026"/>
                  </a:cubicBezTo>
                  <a:cubicBezTo>
                    <a:pt x="1404" y="10567"/>
                    <a:pt x="2072" y="15600"/>
                    <a:pt x="1510" y="20132"/>
                  </a:cubicBezTo>
                  <a:cubicBezTo>
                    <a:pt x="1509" y="20143"/>
                    <a:pt x="1507" y="20154"/>
                    <a:pt x="1506" y="20164"/>
                  </a:cubicBezTo>
                  <a:cubicBezTo>
                    <a:pt x="1386" y="21135"/>
                    <a:pt x="2086" y="21921"/>
                    <a:pt x="2937" y="22050"/>
                  </a:cubicBezTo>
                  <a:cubicBezTo>
                    <a:pt x="3019" y="22063"/>
                    <a:pt x="3102" y="22069"/>
                    <a:pt x="3186" y="22069"/>
                  </a:cubicBezTo>
                  <a:cubicBezTo>
                    <a:pt x="3442" y="22069"/>
                    <a:pt x="3706" y="22008"/>
                    <a:pt x="3961" y="21874"/>
                  </a:cubicBezTo>
                  <a:cubicBezTo>
                    <a:pt x="8505" y="19487"/>
                    <a:pt x="11183" y="14358"/>
                    <a:pt x="10223" y="9045"/>
                  </a:cubicBezTo>
                  <a:lnTo>
                    <a:pt x="9776" y="6561"/>
                  </a:lnTo>
                  <a:lnTo>
                    <a:pt x="9578" y="5461"/>
                  </a:lnTo>
                  <a:lnTo>
                    <a:pt x="9087" y="2747"/>
                  </a:lnTo>
                  <a:lnTo>
                    <a:pt x="9020" y="2371"/>
                  </a:lnTo>
                  <a:lnTo>
                    <a:pt x="8834" y="1338"/>
                  </a:lnTo>
                  <a:cubicBezTo>
                    <a:pt x="8722" y="723"/>
                    <a:pt x="8246" y="238"/>
                    <a:pt x="7633" y="116"/>
                  </a:cubicBezTo>
                  <a:cubicBezTo>
                    <a:pt x="7239" y="37"/>
                    <a:pt x="6850" y="0"/>
                    <a:pt x="6466"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820;p38">
              <a:extLst>
                <a:ext uri="{FF2B5EF4-FFF2-40B4-BE49-F238E27FC236}">
                  <a16:creationId xmlns:a16="http://schemas.microsoft.com/office/drawing/2014/main" id="{A66841F2-8C28-28D2-1041-384D551D815A}"/>
                </a:ext>
              </a:extLst>
            </p:cNvPr>
            <p:cNvSpPr/>
            <p:nvPr/>
          </p:nvSpPr>
          <p:spPr>
            <a:xfrm>
              <a:off x="3302175" y="2660500"/>
              <a:ext cx="168350" cy="551775"/>
            </a:xfrm>
            <a:custGeom>
              <a:avLst/>
              <a:gdLst/>
              <a:ahLst/>
              <a:cxnLst/>
              <a:rect l="l" t="t" r="r" b="b"/>
              <a:pathLst>
                <a:path w="6734" h="22071" extrusionOk="0">
                  <a:moveTo>
                    <a:pt x="6484" y="0"/>
                  </a:moveTo>
                  <a:cubicBezTo>
                    <a:pt x="2892" y="0"/>
                    <a:pt x="1" y="3316"/>
                    <a:pt x="728" y="7027"/>
                  </a:cubicBezTo>
                  <a:cubicBezTo>
                    <a:pt x="1420" y="10567"/>
                    <a:pt x="2090" y="15600"/>
                    <a:pt x="1528" y="20132"/>
                  </a:cubicBezTo>
                  <a:cubicBezTo>
                    <a:pt x="1526" y="20143"/>
                    <a:pt x="1525" y="20155"/>
                    <a:pt x="1523" y="20164"/>
                  </a:cubicBezTo>
                  <a:cubicBezTo>
                    <a:pt x="1390" y="21229"/>
                    <a:pt x="2244" y="22070"/>
                    <a:pt x="3201" y="22070"/>
                  </a:cubicBezTo>
                  <a:cubicBezTo>
                    <a:pt x="3282" y="22070"/>
                    <a:pt x="3363" y="22064"/>
                    <a:pt x="3445" y="22052"/>
                  </a:cubicBezTo>
                  <a:cubicBezTo>
                    <a:pt x="2594" y="21921"/>
                    <a:pt x="1894" y="21135"/>
                    <a:pt x="2014" y="20164"/>
                  </a:cubicBezTo>
                  <a:cubicBezTo>
                    <a:pt x="2015" y="20155"/>
                    <a:pt x="2017" y="20143"/>
                    <a:pt x="2018" y="20132"/>
                  </a:cubicBezTo>
                  <a:cubicBezTo>
                    <a:pt x="2580" y="15602"/>
                    <a:pt x="1912" y="10567"/>
                    <a:pt x="1219" y="7027"/>
                  </a:cubicBezTo>
                  <a:cubicBezTo>
                    <a:pt x="510" y="3399"/>
                    <a:pt x="3254" y="150"/>
                    <a:pt x="6734" y="7"/>
                  </a:cubicBezTo>
                  <a:cubicBezTo>
                    <a:pt x="6649" y="2"/>
                    <a:pt x="6566" y="0"/>
                    <a:pt x="648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821;p38">
              <a:extLst>
                <a:ext uri="{FF2B5EF4-FFF2-40B4-BE49-F238E27FC236}">
                  <a16:creationId xmlns:a16="http://schemas.microsoft.com/office/drawing/2014/main" id="{16911320-B5B1-C2F0-63A5-EE169B6BF0B1}"/>
                </a:ext>
              </a:extLst>
            </p:cNvPr>
            <p:cNvSpPr/>
            <p:nvPr/>
          </p:nvSpPr>
          <p:spPr>
            <a:xfrm>
              <a:off x="3058325" y="2355125"/>
              <a:ext cx="367225" cy="231400"/>
            </a:xfrm>
            <a:custGeom>
              <a:avLst/>
              <a:gdLst/>
              <a:ahLst/>
              <a:cxnLst/>
              <a:rect l="l" t="t" r="r" b="b"/>
              <a:pathLst>
                <a:path w="14689" h="9256" extrusionOk="0">
                  <a:moveTo>
                    <a:pt x="11866" y="0"/>
                  </a:moveTo>
                  <a:cubicBezTo>
                    <a:pt x="11696" y="0"/>
                    <a:pt x="11524" y="24"/>
                    <a:pt x="11353" y="75"/>
                  </a:cubicBezTo>
                  <a:lnTo>
                    <a:pt x="1503" y="2994"/>
                  </a:lnTo>
                  <a:cubicBezTo>
                    <a:pt x="545" y="3277"/>
                    <a:pt x="0" y="4283"/>
                    <a:pt x="283" y="5240"/>
                  </a:cubicBezTo>
                  <a:lnTo>
                    <a:pt x="1091" y="7962"/>
                  </a:lnTo>
                  <a:cubicBezTo>
                    <a:pt x="1323" y="8746"/>
                    <a:pt x="2042" y="9255"/>
                    <a:pt x="2821" y="9255"/>
                  </a:cubicBezTo>
                  <a:cubicBezTo>
                    <a:pt x="2991" y="9255"/>
                    <a:pt x="3164" y="9231"/>
                    <a:pt x="3335" y="9180"/>
                  </a:cubicBezTo>
                  <a:lnTo>
                    <a:pt x="3335" y="9182"/>
                  </a:lnTo>
                  <a:lnTo>
                    <a:pt x="13186" y="6263"/>
                  </a:lnTo>
                  <a:cubicBezTo>
                    <a:pt x="14143" y="5979"/>
                    <a:pt x="14688" y="4974"/>
                    <a:pt x="14405" y="4016"/>
                  </a:cubicBezTo>
                  <a:lnTo>
                    <a:pt x="13598" y="1294"/>
                  </a:lnTo>
                  <a:cubicBezTo>
                    <a:pt x="13365" y="509"/>
                    <a:pt x="12646" y="0"/>
                    <a:pt x="11866"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822;p38">
              <a:extLst>
                <a:ext uri="{FF2B5EF4-FFF2-40B4-BE49-F238E27FC236}">
                  <a16:creationId xmlns:a16="http://schemas.microsoft.com/office/drawing/2014/main" id="{90A529EE-ED8A-F16D-7984-63ABC2F901DD}"/>
                </a:ext>
              </a:extLst>
            </p:cNvPr>
            <p:cNvSpPr/>
            <p:nvPr/>
          </p:nvSpPr>
          <p:spPr>
            <a:xfrm>
              <a:off x="3113000" y="2338925"/>
              <a:ext cx="367225" cy="231425"/>
            </a:xfrm>
            <a:custGeom>
              <a:avLst/>
              <a:gdLst/>
              <a:ahLst/>
              <a:cxnLst/>
              <a:rect l="l" t="t" r="r" b="b"/>
              <a:pathLst>
                <a:path w="14689" h="9257" extrusionOk="0">
                  <a:moveTo>
                    <a:pt x="11868" y="1"/>
                  </a:moveTo>
                  <a:cubicBezTo>
                    <a:pt x="11698" y="1"/>
                    <a:pt x="11524" y="25"/>
                    <a:pt x="11353" y="76"/>
                  </a:cubicBezTo>
                  <a:lnTo>
                    <a:pt x="1503" y="2994"/>
                  </a:lnTo>
                  <a:cubicBezTo>
                    <a:pt x="546" y="3277"/>
                    <a:pt x="0" y="4283"/>
                    <a:pt x="284" y="5240"/>
                  </a:cubicBezTo>
                  <a:lnTo>
                    <a:pt x="1091" y="7962"/>
                  </a:lnTo>
                  <a:cubicBezTo>
                    <a:pt x="1323" y="8748"/>
                    <a:pt x="2042" y="9256"/>
                    <a:pt x="2822" y="9256"/>
                  </a:cubicBezTo>
                  <a:cubicBezTo>
                    <a:pt x="2991" y="9256"/>
                    <a:pt x="3164" y="9232"/>
                    <a:pt x="3336" y="9181"/>
                  </a:cubicBezTo>
                  <a:lnTo>
                    <a:pt x="13186" y="6262"/>
                  </a:lnTo>
                  <a:cubicBezTo>
                    <a:pt x="14142" y="5979"/>
                    <a:pt x="14688" y="4973"/>
                    <a:pt x="14405" y="4018"/>
                  </a:cubicBezTo>
                  <a:lnTo>
                    <a:pt x="13598" y="1294"/>
                  </a:lnTo>
                  <a:cubicBezTo>
                    <a:pt x="13365" y="510"/>
                    <a:pt x="12646" y="1"/>
                    <a:pt x="11868"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823;p38">
              <a:extLst>
                <a:ext uri="{FF2B5EF4-FFF2-40B4-BE49-F238E27FC236}">
                  <a16:creationId xmlns:a16="http://schemas.microsoft.com/office/drawing/2014/main" id="{788C03D3-3C31-BC7B-C341-F786ABF819AB}"/>
                </a:ext>
              </a:extLst>
            </p:cNvPr>
            <p:cNvSpPr/>
            <p:nvPr/>
          </p:nvSpPr>
          <p:spPr>
            <a:xfrm>
              <a:off x="3123025" y="2347900"/>
              <a:ext cx="347150" cy="213450"/>
            </a:xfrm>
            <a:custGeom>
              <a:avLst/>
              <a:gdLst/>
              <a:ahLst/>
              <a:cxnLst/>
              <a:rect l="l" t="t" r="r" b="b"/>
              <a:pathLst>
                <a:path w="13886" h="8538" extrusionOk="0">
                  <a:moveTo>
                    <a:pt x="11466" y="0"/>
                  </a:moveTo>
                  <a:cubicBezTo>
                    <a:pt x="11328" y="0"/>
                    <a:pt x="11189" y="20"/>
                    <a:pt x="11053" y="61"/>
                  </a:cubicBezTo>
                  <a:lnTo>
                    <a:pt x="1203" y="2978"/>
                  </a:lnTo>
                  <a:cubicBezTo>
                    <a:pt x="438" y="3206"/>
                    <a:pt x="1" y="4013"/>
                    <a:pt x="226" y="4778"/>
                  </a:cubicBezTo>
                  <a:lnTo>
                    <a:pt x="1034" y="7501"/>
                  </a:lnTo>
                  <a:cubicBezTo>
                    <a:pt x="1212" y="8107"/>
                    <a:pt x="1758" y="8524"/>
                    <a:pt x="2391" y="8537"/>
                  </a:cubicBezTo>
                  <a:lnTo>
                    <a:pt x="2389" y="8537"/>
                  </a:lnTo>
                  <a:cubicBezTo>
                    <a:pt x="2399" y="8538"/>
                    <a:pt x="2409" y="8538"/>
                    <a:pt x="2419" y="8538"/>
                  </a:cubicBezTo>
                  <a:cubicBezTo>
                    <a:pt x="2559" y="8538"/>
                    <a:pt x="2697" y="8518"/>
                    <a:pt x="2833" y="8478"/>
                  </a:cubicBezTo>
                  <a:lnTo>
                    <a:pt x="12683" y="5560"/>
                  </a:lnTo>
                  <a:cubicBezTo>
                    <a:pt x="13448" y="5332"/>
                    <a:pt x="13886" y="4525"/>
                    <a:pt x="13660" y="3760"/>
                  </a:cubicBezTo>
                  <a:lnTo>
                    <a:pt x="12853" y="1038"/>
                  </a:lnTo>
                  <a:cubicBezTo>
                    <a:pt x="12673" y="431"/>
                    <a:pt x="12129" y="14"/>
                    <a:pt x="11496" y="1"/>
                  </a:cubicBezTo>
                  <a:cubicBezTo>
                    <a:pt x="11486" y="0"/>
                    <a:pt x="11476" y="0"/>
                    <a:pt x="1146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824;p38">
              <a:extLst>
                <a:ext uri="{FF2B5EF4-FFF2-40B4-BE49-F238E27FC236}">
                  <a16:creationId xmlns:a16="http://schemas.microsoft.com/office/drawing/2014/main" id="{35BF3264-9AF6-B87C-342C-EDD3E0AB84CE}"/>
                </a:ext>
              </a:extLst>
            </p:cNvPr>
            <p:cNvSpPr/>
            <p:nvPr/>
          </p:nvSpPr>
          <p:spPr>
            <a:xfrm>
              <a:off x="3383175" y="2379250"/>
              <a:ext cx="56600" cy="89100"/>
            </a:xfrm>
            <a:custGeom>
              <a:avLst/>
              <a:gdLst/>
              <a:ahLst/>
              <a:cxnLst/>
              <a:rect l="l" t="t" r="r" b="b"/>
              <a:pathLst>
                <a:path w="2264" h="3564" extrusionOk="0">
                  <a:moveTo>
                    <a:pt x="823" y="1"/>
                  </a:moveTo>
                  <a:cubicBezTo>
                    <a:pt x="754" y="1"/>
                    <a:pt x="684" y="10"/>
                    <a:pt x="614" y="31"/>
                  </a:cubicBezTo>
                  <a:cubicBezTo>
                    <a:pt x="223" y="146"/>
                    <a:pt x="1" y="557"/>
                    <a:pt x="117" y="946"/>
                  </a:cubicBezTo>
                  <a:lnTo>
                    <a:pt x="735" y="3036"/>
                  </a:lnTo>
                  <a:cubicBezTo>
                    <a:pt x="831" y="3356"/>
                    <a:pt x="1124" y="3563"/>
                    <a:pt x="1443" y="3563"/>
                  </a:cubicBezTo>
                  <a:cubicBezTo>
                    <a:pt x="1512" y="3563"/>
                    <a:pt x="1582" y="3554"/>
                    <a:pt x="1652" y="3533"/>
                  </a:cubicBezTo>
                  <a:cubicBezTo>
                    <a:pt x="2041" y="3418"/>
                    <a:pt x="2264" y="3007"/>
                    <a:pt x="2149" y="2617"/>
                  </a:cubicBezTo>
                  <a:lnTo>
                    <a:pt x="1529" y="528"/>
                  </a:lnTo>
                  <a:cubicBezTo>
                    <a:pt x="1434" y="208"/>
                    <a:pt x="1141" y="1"/>
                    <a:pt x="823" y="1"/>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825;p38">
              <a:extLst>
                <a:ext uri="{FF2B5EF4-FFF2-40B4-BE49-F238E27FC236}">
                  <a16:creationId xmlns:a16="http://schemas.microsoft.com/office/drawing/2014/main" id="{DDB6C296-B280-E08D-53E7-C7D91914589E}"/>
                </a:ext>
              </a:extLst>
            </p:cNvPr>
            <p:cNvSpPr/>
            <p:nvPr/>
          </p:nvSpPr>
          <p:spPr>
            <a:xfrm>
              <a:off x="3241375" y="2420575"/>
              <a:ext cx="56600" cy="89075"/>
            </a:xfrm>
            <a:custGeom>
              <a:avLst/>
              <a:gdLst/>
              <a:ahLst/>
              <a:cxnLst/>
              <a:rect l="l" t="t" r="r" b="b"/>
              <a:pathLst>
                <a:path w="2264" h="3563" extrusionOk="0">
                  <a:moveTo>
                    <a:pt x="821" y="0"/>
                  </a:moveTo>
                  <a:cubicBezTo>
                    <a:pt x="752" y="0"/>
                    <a:pt x="682" y="10"/>
                    <a:pt x="612" y="31"/>
                  </a:cubicBezTo>
                  <a:cubicBezTo>
                    <a:pt x="223" y="147"/>
                    <a:pt x="0" y="556"/>
                    <a:pt x="115" y="947"/>
                  </a:cubicBezTo>
                  <a:lnTo>
                    <a:pt x="735" y="3036"/>
                  </a:lnTo>
                  <a:cubicBezTo>
                    <a:pt x="829" y="3356"/>
                    <a:pt x="1123" y="3563"/>
                    <a:pt x="1441" y="3563"/>
                  </a:cubicBezTo>
                  <a:cubicBezTo>
                    <a:pt x="1510" y="3563"/>
                    <a:pt x="1580" y="3553"/>
                    <a:pt x="1650" y="3533"/>
                  </a:cubicBezTo>
                  <a:cubicBezTo>
                    <a:pt x="2040" y="3417"/>
                    <a:pt x="2263" y="3007"/>
                    <a:pt x="2146" y="2616"/>
                  </a:cubicBezTo>
                  <a:lnTo>
                    <a:pt x="1528" y="527"/>
                  </a:lnTo>
                  <a:cubicBezTo>
                    <a:pt x="1433" y="208"/>
                    <a:pt x="1140" y="0"/>
                    <a:pt x="821"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826;p38">
              <a:extLst>
                <a:ext uri="{FF2B5EF4-FFF2-40B4-BE49-F238E27FC236}">
                  <a16:creationId xmlns:a16="http://schemas.microsoft.com/office/drawing/2014/main" id="{36F39564-D968-2523-EAA4-D19FF9142DD9}"/>
                </a:ext>
              </a:extLst>
            </p:cNvPr>
            <p:cNvSpPr/>
            <p:nvPr/>
          </p:nvSpPr>
          <p:spPr>
            <a:xfrm>
              <a:off x="3070400" y="2272900"/>
              <a:ext cx="194200" cy="112100"/>
            </a:xfrm>
            <a:custGeom>
              <a:avLst/>
              <a:gdLst/>
              <a:ahLst/>
              <a:cxnLst/>
              <a:rect l="l" t="t" r="r" b="b"/>
              <a:pathLst>
                <a:path w="7768" h="4484" extrusionOk="0">
                  <a:moveTo>
                    <a:pt x="4871" y="1"/>
                  </a:moveTo>
                  <a:cubicBezTo>
                    <a:pt x="4361" y="1"/>
                    <a:pt x="3808" y="69"/>
                    <a:pt x="3245" y="213"/>
                  </a:cubicBezTo>
                  <a:cubicBezTo>
                    <a:pt x="1439" y="675"/>
                    <a:pt x="115" y="1762"/>
                    <a:pt x="15" y="2778"/>
                  </a:cubicBezTo>
                  <a:cubicBezTo>
                    <a:pt x="0" y="2919"/>
                    <a:pt x="11" y="3058"/>
                    <a:pt x="46" y="3193"/>
                  </a:cubicBezTo>
                  <a:lnTo>
                    <a:pt x="46" y="3194"/>
                  </a:lnTo>
                  <a:cubicBezTo>
                    <a:pt x="103" y="3419"/>
                    <a:pt x="226" y="3619"/>
                    <a:pt x="402" y="3790"/>
                  </a:cubicBezTo>
                  <a:cubicBezTo>
                    <a:pt x="861" y="4234"/>
                    <a:pt x="1682" y="4483"/>
                    <a:pt x="2655" y="4483"/>
                  </a:cubicBezTo>
                  <a:cubicBezTo>
                    <a:pt x="3166" y="4483"/>
                    <a:pt x="3718" y="4415"/>
                    <a:pt x="4282" y="4270"/>
                  </a:cubicBezTo>
                  <a:cubicBezTo>
                    <a:pt x="6336" y="3744"/>
                    <a:pt x="7768" y="2410"/>
                    <a:pt x="7481" y="1290"/>
                  </a:cubicBezTo>
                  <a:cubicBezTo>
                    <a:pt x="7274" y="477"/>
                    <a:pt x="6218" y="1"/>
                    <a:pt x="4871"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827;p38">
              <a:extLst>
                <a:ext uri="{FF2B5EF4-FFF2-40B4-BE49-F238E27FC236}">
                  <a16:creationId xmlns:a16="http://schemas.microsoft.com/office/drawing/2014/main" id="{26B710C6-8F14-BCF1-8CCD-C2481676D19C}"/>
                </a:ext>
              </a:extLst>
            </p:cNvPr>
            <p:cNvSpPr/>
            <p:nvPr/>
          </p:nvSpPr>
          <p:spPr>
            <a:xfrm>
              <a:off x="3070400" y="2342375"/>
              <a:ext cx="17700" cy="25275"/>
            </a:xfrm>
            <a:custGeom>
              <a:avLst/>
              <a:gdLst/>
              <a:ahLst/>
              <a:cxnLst/>
              <a:rect l="l" t="t" r="r" b="b"/>
              <a:pathLst>
                <a:path w="708" h="1011" extrusionOk="0">
                  <a:moveTo>
                    <a:pt x="15" y="0"/>
                  </a:moveTo>
                  <a:lnTo>
                    <a:pt x="15" y="0"/>
                  </a:lnTo>
                  <a:cubicBezTo>
                    <a:pt x="0" y="140"/>
                    <a:pt x="11" y="279"/>
                    <a:pt x="46" y="415"/>
                  </a:cubicBezTo>
                  <a:cubicBezTo>
                    <a:pt x="103" y="640"/>
                    <a:pt x="226" y="840"/>
                    <a:pt x="402" y="1011"/>
                  </a:cubicBezTo>
                  <a:cubicBezTo>
                    <a:pt x="603" y="855"/>
                    <a:pt x="708" y="629"/>
                    <a:pt x="652" y="414"/>
                  </a:cubicBezTo>
                  <a:cubicBezTo>
                    <a:pt x="588" y="162"/>
                    <a:pt x="324" y="3"/>
                    <a:pt x="15"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828;p38">
              <a:extLst>
                <a:ext uri="{FF2B5EF4-FFF2-40B4-BE49-F238E27FC236}">
                  <a16:creationId xmlns:a16="http://schemas.microsoft.com/office/drawing/2014/main" id="{39E8C657-9A7E-2DE0-4EF0-247634F696C7}"/>
                </a:ext>
              </a:extLst>
            </p:cNvPr>
            <p:cNvSpPr/>
            <p:nvPr/>
          </p:nvSpPr>
          <p:spPr>
            <a:xfrm>
              <a:off x="3084150" y="2479375"/>
              <a:ext cx="48875" cy="74725"/>
            </a:xfrm>
            <a:custGeom>
              <a:avLst/>
              <a:gdLst/>
              <a:ahLst/>
              <a:cxnLst/>
              <a:rect l="l" t="t" r="r" b="b"/>
              <a:pathLst>
                <a:path w="1955" h="2989" extrusionOk="0">
                  <a:moveTo>
                    <a:pt x="981" y="1"/>
                  </a:moveTo>
                  <a:cubicBezTo>
                    <a:pt x="950" y="1"/>
                    <a:pt x="919" y="5"/>
                    <a:pt x="888" y="14"/>
                  </a:cubicBezTo>
                  <a:lnTo>
                    <a:pt x="273" y="196"/>
                  </a:lnTo>
                  <a:cubicBezTo>
                    <a:pt x="100" y="248"/>
                    <a:pt x="0" y="429"/>
                    <a:pt x="52" y="603"/>
                  </a:cubicBezTo>
                  <a:lnTo>
                    <a:pt x="660" y="2657"/>
                  </a:lnTo>
                  <a:cubicBezTo>
                    <a:pt x="706" y="2813"/>
                    <a:pt x="585" y="2988"/>
                    <a:pt x="680" y="2988"/>
                  </a:cubicBezTo>
                  <a:cubicBezTo>
                    <a:pt x="692" y="2988"/>
                    <a:pt x="707" y="2986"/>
                    <a:pt x="726" y="2980"/>
                  </a:cubicBezTo>
                  <a:lnTo>
                    <a:pt x="727" y="2980"/>
                  </a:lnTo>
                  <a:lnTo>
                    <a:pt x="1681" y="2697"/>
                  </a:lnTo>
                  <a:cubicBezTo>
                    <a:pt x="1856" y="2645"/>
                    <a:pt x="1954" y="2464"/>
                    <a:pt x="1903" y="2289"/>
                  </a:cubicBezTo>
                  <a:lnTo>
                    <a:pt x="1294" y="235"/>
                  </a:lnTo>
                  <a:cubicBezTo>
                    <a:pt x="1251" y="93"/>
                    <a:pt x="1121" y="1"/>
                    <a:pt x="981"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829;p38">
              <a:extLst>
                <a:ext uri="{FF2B5EF4-FFF2-40B4-BE49-F238E27FC236}">
                  <a16:creationId xmlns:a16="http://schemas.microsoft.com/office/drawing/2014/main" id="{4BD3A582-0000-CD5A-5884-615F5E576BF5}"/>
                </a:ext>
              </a:extLst>
            </p:cNvPr>
            <p:cNvSpPr/>
            <p:nvPr/>
          </p:nvSpPr>
          <p:spPr>
            <a:xfrm>
              <a:off x="3076225" y="2483025"/>
              <a:ext cx="44100" cy="71025"/>
            </a:xfrm>
            <a:custGeom>
              <a:avLst/>
              <a:gdLst/>
              <a:ahLst/>
              <a:cxnLst/>
              <a:rect l="l" t="t" r="r" b="b"/>
              <a:pathLst>
                <a:path w="1764" h="2841" extrusionOk="0">
                  <a:moveTo>
                    <a:pt x="791" y="0"/>
                  </a:moveTo>
                  <a:cubicBezTo>
                    <a:pt x="760" y="0"/>
                    <a:pt x="729" y="4"/>
                    <a:pt x="697" y="14"/>
                  </a:cubicBezTo>
                  <a:lnTo>
                    <a:pt x="272" y="144"/>
                  </a:lnTo>
                  <a:cubicBezTo>
                    <a:pt x="99" y="195"/>
                    <a:pt x="0" y="379"/>
                    <a:pt x="52" y="551"/>
                  </a:cubicBezTo>
                  <a:lnTo>
                    <a:pt x="661" y="2607"/>
                  </a:lnTo>
                  <a:cubicBezTo>
                    <a:pt x="703" y="2748"/>
                    <a:pt x="833" y="2840"/>
                    <a:pt x="974" y="2840"/>
                  </a:cubicBezTo>
                  <a:cubicBezTo>
                    <a:pt x="1004" y="2840"/>
                    <a:pt x="1036" y="2836"/>
                    <a:pt x="1067" y="2826"/>
                  </a:cubicBezTo>
                  <a:lnTo>
                    <a:pt x="1492" y="2696"/>
                  </a:lnTo>
                  <a:cubicBezTo>
                    <a:pt x="1665" y="2645"/>
                    <a:pt x="1764" y="2463"/>
                    <a:pt x="1714" y="2289"/>
                  </a:cubicBezTo>
                  <a:lnTo>
                    <a:pt x="1105" y="235"/>
                  </a:lnTo>
                  <a:cubicBezTo>
                    <a:pt x="1062" y="92"/>
                    <a:pt x="933" y="0"/>
                    <a:pt x="791"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830;p38">
              <a:extLst>
                <a:ext uri="{FF2B5EF4-FFF2-40B4-BE49-F238E27FC236}">
                  <a16:creationId xmlns:a16="http://schemas.microsoft.com/office/drawing/2014/main" id="{41EDD8F0-54D3-CD46-0C59-39A0AAB9C0E5}"/>
                </a:ext>
              </a:extLst>
            </p:cNvPr>
            <p:cNvSpPr/>
            <p:nvPr/>
          </p:nvSpPr>
          <p:spPr>
            <a:xfrm>
              <a:off x="3023625" y="2293425"/>
              <a:ext cx="78100" cy="223300"/>
            </a:xfrm>
            <a:custGeom>
              <a:avLst/>
              <a:gdLst/>
              <a:ahLst/>
              <a:cxnLst/>
              <a:rect l="l" t="t" r="r" b="b"/>
              <a:pathLst>
                <a:path w="3124" h="8932" extrusionOk="0">
                  <a:moveTo>
                    <a:pt x="309" y="0"/>
                  </a:moveTo>
                  <a:cubicBezTo>
                    <a:pt x="283" y="0"/>
                    <a:pt x="257" y="4"/>
                    <a:pt x="231" y="12"/>
                  </a:cubicBezTo>
                  <a:cubicBezTo>
                    <a:pt x="84" y="56"/>
                    <a:pt x="1" y="209"/>
                    <a:pt x="43" y="356"/>
                  </a:cubicBezTo>
                  <a:lnTo>
                    <a:pt x="2550" y="8734"/>
                  </a:lnTo>
                  <a:cubicBezTo>
                    <a:pt x="2586" y="8854"/>
                    <a:pt x="2695" y="8932"/>
                    <a:pt x="2814" y="8932"/>
                  </a:cubicBezTo>
                  <a:cubicBezTo>
                    <a:pt x="2840" y="8932"/>
                    <a:pt x="2867" y="8928"/>
                    <a:pt x="2894" y="8920"/>
                  </a:cubicBezTo>
                  <a:cubicBezTo>
                    <a:pt x="3041" y="8878"/>
                    <a:pt x="3124" y="8723"/>
                    <a:pt x="3080" y="8576"/>
                  </a:cubicBezTo>
                  <a:lnTo>
                    <a:pt x="575" y="198"/>
                  </a:lnTo>
                  <a:cubicBezTo>
                    <a:pt x="539" y="79"/>
                    <a:pt x="428" y="0"/>
                    <a:pt x="309" y="0"/>
                  </a:cubicBezTo>
                  <a:close/>
                </a:path>
              </a:pathLst>
            </a:custGeom>
            <a:solidFill>
              <a:srgbClr val="F2F5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831;p38">
              <a:extLst>
                <a:ext uri="{FF2B5EF4-FFF2-40B4-BE49-F238E27FC236}">
                  <a16:creationId xmlns:a16="http://schemas.microsoft.com/office/drawing/2014/main" id="{7A830DDA-F53B-A2D3-E9C4-0E9040BE125F}"/>
                </a:ext>
              </a:extLst>
            </p:cNvPr>
            <p:cNvSpPr/>
            <p:nvPr/>
          </p:nvSpPr>
          <p:spPr>
            <a:xfrm>
              <a:off x="3115450" y="3232225"/>
              <a:ext cx="290400" cy="75425"/>
            </a:xfrm>
            <a:custGeom>
              <a:avLst/>
              <a:gdLst/>
              <a:ahLst/>
              <a:cxnLst/>
              <a:rect l="l" t="t" r="r" b="b"/>
              <a:pathLst>
                <a:path w="11616" h="3017" extrusionOk="0">
                  <a:moveTo>
                    <a:pt x="2847" y="1"/>
                  </a:moveTo>
                  <a:cubicBezTo>
                    <a:pt x="2797" y="243"/>
                    <a:pt x="2750" y="505"/>
                    <a:pt x="2709" y="785"/>
                  </a:cubicBezTo>
                  <a:cubicBezTo>
                    <a:pt x="2338" y="776"/>
                    <a:pt x="1181" y="696"/>
                    <a:pt x="120" y="85"/>
                  </a:cubicBezTo>
                  <a:cubicBezTo>
                    <a:pt x="79" y="170"/>
                    <a:pt x="40" y="258"/>
                    <a:pt x="1" y="349"/>
                  </a:cubicBezTo>
                  <a:cubicBezTo>
                    <a:pt x="1093" y="968"/>
                    <a:pt x="2247" y="1061"/>
                    <a:pt x="2671" y="1071"/>
                  </a:cubicBezTo>
                  <a:cubicBezTo>
                    <a:pt x="2618" y="1505"/>
                    <a:pt x="2585" y="1974"/>
                    <a:pt x="2579" y="2479"/>
                  </a:cubicBezTo>
                  <a:lnTo>
                    <a:pt x="2580" y="2479"/>
                  </a:lnTo>
                  <a:lnTo>
                    <a:pt x="2579" y="2600"/>
                  </a:lnTo>
                  <a:lnTo>
                    <a:pt x="2698" y="2621"/>
                  </a:lnTo>
                  <a:cubicBezTo>
                    <a:pt x="4390" y="2913"/>
                    <a:pt x="5873" y="3016"/>
                    <a:pt x="7129" y="3016"/>
                  </a:cubicBezTo>
                  <a:cubicBezTo>
                    <a:pt x="9430" y="3016"/>
                    <a:pt x="10964" y="2668"/>
                    <a:pt x="11616" y="2483"/>
                  </a:cubicBezTo>
                  <a:cubicBezTo>
                    <a:pt x="11596" y="2389"/>
                    <a:pt x="11575" y="2295"/>
                    <a:pt x="11552" y="2203"/>
                  </a:cubicBezTo>
                  <a:cubicBezTo>
                    <a:pt x="10934" y="2380"/>
                    <a:pt x="9422" y="2730"/>
                    <a:pt x="7135" y="2730"/>
                  </a:cubicBezTo>
                  <a:cubicBezTo>
                    <a:pt x="5924" y="2730"/>
                    <a:pt x="4497" y="2632"/>
                    <a:pt x="2870" y="2359"/>
                  </a:cubicBezTo>
                  <a:cubicBezTo>
                    <a:pt x="2886" y="1485"/>
                    <a:pt x="2995" y="709"/>
                    <a:pt x="3127" y="75"/>
                  </a:cubicBezTo>
                  <a:cubicBezTo>
                    <a:pt x="3033" y="52"/>
                    <a:pt x="2939" y="26"/>
                    <a:pt x="284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832;p38">
              <a:extLst>
                <a:ext uri="{FF2B5EF4-FFF2-40B4-BE49-F238E27FC236}">
                  <a16:creationId xmlns:a16="http://schemas.microsoft.com/office/drawing/2014/main" id="{539A24E4-BDDC-D6E0-6DD6-FEDD45043103}"/>
                </a:ext>
              </a:extLst>
            </p:cNvPr>
            <p:cNvSpPr/>
            <p:nvPr/>
          </p:nvSpPr>
          <p:spPr>
            <a:xfrm>
              <a:off x="2952925" y="2716325"/>
              <a:ext cx="139875" cy="166600"/>
            </a:xfrm>
            <a:custGeom>
              <a:avLst/>
              <a:gdLst/>
              <a:ahLst/>
              <a:cxnLst/>
              <a:rect l="l" t="t" r="r" b="b"/>
              <a:pathLst>
                <a:path w="5595" h="6664" extrusionOk="0">
                  <a:moveTo>
                    <a:pt x="2472" y="0"/>
                  </a:moveTo>
                  <a:cubicBezTo>
                    <a:pt x="2344" y="0"/>
                    <a:pt x="2216" y="14"/>
                    <a:pt x="2088" y="41"/>
                  </a:cubicBezTo>
                  <a:cubicBezTo>
                    <a:pt x="759" y="327"/>
                    <a:pt x="1" y="2033"/>
                    <a:pt x="393" y="3851"/>
                  </a:cubicBezTo>
                  <a:cubicBezTo>
                    <a:pt x="746" y="5493"/>
                    <a:pt x="1918" y="6664"/>
                    <a:pt x="3121" y="6664"/>
                  </a:cubicBezTo>
                  <a:cubicBezTo>
                    <a:pt x="3250" y="6664"/>
                    <a:pt x="3379" y="6650"/>
                    <a:pt x="3507" y="6622"/>
                  </a:cubicBezTo>
                  <a:cubicBezTo>
                    <a:pt x="4836" y="6336"/>
                    <a:pt x="5594" y="4632"/>
                    <a:pt x="5202" y="2814"/>
                  </a:cubicBezTo>
                  <a:cubicBezTo>
                    <a:pt x="4848" y="1172"/>
                    <a:pt x="3675" y="0"/>
                    <a:pt x="2472"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833;p38">
              <a:extLst>
                <a:ext uri="{FF2B5EF4-FFF2-40B4-BE49-F238E27FC236}">
                  <a16:creationId xmlns:a16="http://schemas.microsoft.com/office/drawing/2014/main" id="{C9C64F3E-F797-4E47-6C7C-56CD8BBB2D2C}"/>
                </a:ext>
              </a:extLst>
            </p:cNvPr>
            <p:cNvSpPr/>
            <p:nvPr/>
          </p:nvSpPr>
          <p:spPr>
            <a:xfrm>
              <a:off x="2941100" y="2737225"/>
              <a:ext cx="123825" cy="133175"/>
            </a:xfrm>
            <a:custGeom>
              <a:avLst/>
              <a:gdLst/>
              <a:ahLst/>
              <a:cxnLst/>
              <a:rect l="l" t="t" r="r" b="b"/>
              <a:pathLst>
                <a:path w="4953" h="5327" extrusionOk="0">
                  <a:moveTo>
                    <a:pt x="2516" y="1"/>
                  </a:moveTo>
                  <a:cubicBezTo>
                    <a:pt x="2410" y="1"/>
                    <a:pt x="2303" y="12"/>
                    <a:pt x="2196" y="35"/>
                  </a:cubicBezTo>
                  <a:cubicBezTo>
                    <a:pt x="1134" y="264"/>
                    <a:pt x="1" y="1627"/>
                    <a:pt x="315" y="3078"/>
                  </a:cubicBezTo>
                  <a:cubicBezTo>
                    <a:pt x="596" y="4390"/>
                    <a:pt x="1963" y="5327"/>
                    <a:pt x="3007" y="5327"/>
                  </a:cubicBezTo>
                  <a:cubicBezTo>
                    <a:pt x="3118" y="5327"/>
                    <a:pt x="3226" y="5316"/>
                    <a:pt x="3329" y="5294"/>
                  </a:cubicBezTo>
                  <a:cubicBezTo>
                    <a:pt x="4391" y="5065"/>
                    <a:pt x="4953" y="3648"/>
                    <a:pt x="4639" y="2197"/>
                  </a:cubicBezTo>
                  <a:cubicBezTo>
                    <a:pt x="4358" y="891"/>
                    <a:pt x="3464" y="1"/>
                    <a:pt x="2516"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834;p38">
              <a:extLst>
                <a:ext uri="{FF2B5EF4-FFF2-40B4-BE49-F238E27FC236}">
                  <a16:creationId xmlns:a16="http://schemas.microsoft.com/office/drawing/2014/main" id="{04ADBE49-8D83-6276-2498-FD0C265041DB}"/>
                </a:ext>
              </a:extLst>
            </p:cNvPr>
            <p:cNvSpPr/>
            <p:nvPr/>
          </p:nvSpPr>
          <p:spPr>
            <a:xfrm>
              <a:off x="2964775" y="2776500"/>
              <a:ext cx="41500" cy="61175"/>
            </a:xfrm>
            <a:custGeom>
              <a:avLst/>
              <a:gdLst/>
              <a:ahLst/>
              <a:cxnLst/>
              <a:rect l="l" t="t" r="r" b="b"/>
              <a:pathLst>
                <a:path w="1660" h="2447" extrusionOk="0">
                  <a:moveTo>
                    <a:pt x="829" y="0"/>
                  </a:moveTo>
                  <a:cubicBezTo>
                    <a:pt x="372" y="0"/>
                    <a:pt x="1" y="547"/>
                    <a:pt x="1" y="1224"/>
                  </a:cubicBezTo>
                  <a:cubicBezTo>
                    <a:pt x="1" y="1899"/>
                    <a:pt x="372" y="2446"/>
                    <a:pt x="829" y="2446"/>
                  </a:cubicBezTo>
                  <a:cubicBezTo>
                    <a:pt x="1288" y="2446"/>
                    <a:pt x="1659" y="1898"/>
                    <a:pt x="1659" y="1224"/>
                  </a:cubicBezTo>
                  <a:cubicBezTo>
                    <a:pt x="1659" y="548"/>
                    <a:pt x="1288" y="0"/>
                    <a:pt x="829"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835;p38">
              <a:extLst>
                <a:ext uri="{FF2B5EF4-FFF2-40B4-BE49-F238E27FC236}">
                  <a16:creationId xmlns:a16="http://schemas.microsoft.com/office/drawing/2014/main" id="{B52628D0-171F-6F1E-EF9D-162CF17F6D89}"/>
                </a:ext>
              </a:extLst>
            </p:cNvPr>
            <p:cNvSpPr/>
            <p:nvPr/>
          </p:nvSpPr>
          <p:spPr>
            <a:xfrm>
              <a:off x="2985500" y="2776500"/>
              <a:ext cx="36075" cy="61175"/>
            </a:xfrm>
            <a:custGeom>
              <a:avLst/>
              <a:gdLst/>
              <a:ahLst/>
              <a:cxnLst/>
              <a:rect l="l" t="t" r="r" b="b"/>
              <a:pathLst>
                <a:path w="1443" h="2447" extrusionOk="0">
                  <a:moveTo>
                    <a:pt x="0" y="0"/>
                  </a:moveTo>
                  <a:cubicBezTo>
                    <a:pt x="459" y="0"/>
                    <a:pt x="830" y="547"/>
                    <a:pt x="830" y="1224"/>
                  </a:cubicBezTo>
                  <a:cubicBezTo>
                    <a:pt x="830" y="1899"/>
                    <a:pt x="459" y="2446"/>
                    <a:pt x="0" y="2446"/>
                  </a:cubicBezTo>
                  <a:lnTo>
                    <a:pt x="614" y="2446"/>
                  </a:lnTo>
                  <a:cubicBezTo>
                    <a:pt x="1071" y="2446"/>
                    <a:pt x="1442" y="1898"/>
                    <a:pt x="1442" y="1224"/>
                  </a:cubicBezTo>
                  <a:cubicBezTo>
                    <a:pt x="1442" y="548"/>
                    <a:pt x="1071" y="0"/>
                    <a:pt x="61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836;p38">
              <a:extLst>
                <a:ext uri="{FF2B5EF4-FFF2-40B4-BE49-F238E27FC236}">
                  <a16:creationId xmlns:a16="http://schemas.microsoft.com/office/drawing/2014/main" id="{9FB614E1-F27D-9900-C721-73333130D59D}"/>
                </a:ext>
              </a:extLst>
            </p:cNvPr>
            <p:cNvSpPr/>
            <p:nvPr/>
          </p:nvSpPr>
          <p:spPr>
            <a:xfrm>
              <a:off x="2952925" y="2716325"/>
              <a:ext cx="139875" cy="166600"/>
            </a:xfrm>
            <a:custGeom>
              <a:avLst/>
              <a:gdLst/>
              <a:ahLst/>
              <a:cxnLst/>
              <a:rect l="l" t="t" r="r" b="b"/>
              <a:pathLst>
                <a:path w="5595" h="6664" extrusionOk="0">
                  <a:moveTo>
                    <a:pt x="2472" y="0"/>
                  </a:moveTo>
                  <a:cubicBezTo>
                    <a:pt x="2344" y="0"/>
                    <a:pt x="2216" y="14"/>
                    <a:pt x="2088" y="41"/>
                  </a:cubicBezTo>
                  <a:cubicBezTo>
                    <a:pt x="759" y="327"/>
                    <a:pt x="1" y="2033"/>
                    <a:pt x="393" y="3851"/>
                  </a:cubicBezTo>
                  <a:cubicBezTo>
                    <a:pt x="746" y="5493"/>
                    <a:pt x="1918" y="6664"/>
                    <a:pt x="3121" y="6664"/>
                  </a:cubicBezTo>
                  <a:cubicBezTo>
                    <a:pt x="3250" y="6664"/>
                    <a:pt x="3379" y="6650"/>
                    <a:pt x="3507" y="6622"/>
                  </a:cubicBezTo>
                  <a:cubicBezTo>
                    <a:pt x="4836" y="6336"/>
                    <a:pt x="5594" y="4632"/>
                    <a:pt x="5202" y="2814"/>
                  </a:cubicBezTo>
                  <a:cubicBezTo>
                    <a:pt x="4848" y="1172"/>
                    <a:pt x="3675" y="0"/>
                    <a:pt x="2472"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837;p38">
              <a:extLst>
                <a:ext uri="{FF2B5EF4-FFF2-40B4-BE49-F238E27FC236}">
                  <a16:creationId xmlns:a16="http://schemas.microsoft.com/office/drawing/2014/main" id="{5157E0EF-1180-59EC-5486-FC8B7208AA14}"/>
                </a:ext>
              </a:extLst>
            </p:cNvPr>
            <p:cNvSpPr/>
            <p:nvPr/>
          </p:nvSpPr>
          <p:spPr>
            <a:xfrm>
              <a:off x="2941100" y="2737225"/>
              <a:ext cx="123825" cy="133175"/>
            </a:xfrm>
            <a:custGeom>
              <a:avLst/>
              <a:gdLst/>
              <a:ahLst/>
              <a:cxnLst/>
              <a:rect l="l" t="t" r="r" b="b"/>
              <a:pathLst>
                <a:path w="4953" h="5327" extrusionOk="0">
                  <a:moveTo>
                    <a:pt x="2516" y="1"/>
                  </a:moveTo>
                  <a:cubicBezTo>
                    <a:pt x="2410" y="1"/>
                    <a:pt x="2303" y="12"/>
                    <a:pt x="2196" y="35"/>
                  </a:cubicBezTo>
                  <a:cubicBezTo>
                    <a:pt x="1134" y="264"/>
                    <a:pt x="1" y="1627"/>
                    <a:pt x="315" y="3078"/>
                  </a:cubicBezTo>
                  <a:cubicBezTo>
                    <a:pt x="596" y="4390"/>
                    <a:pt x="1963" y="5327"/>
                    <a:pt x="3007" y="5327"/>
                  </a:cubicBezTo>
                  <a:cubicBezTo>
                    <a:pt x="3118" y="5327"/>
                    <a:pt x="3226" y="5316"/>
                    <a:pt x="3329" y="5294"/>
                  </a:cubicBezTo>
                  <a:cubicBezTo>
                    <a:pt x="4391" y="5065"/>
                    <a:pt x="4953" y="3648"/>
                    <a:pt x="4639" y="2197"/>
                  </a:cubicBezTo>
                  <a:cubicBezTo>
                    <a:pt x="4358" y="891"/>
                    <a:pt x="3464" y="1"/>
                    <a:pt x="2516"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838;p38">
              <a:extLst>
                <a:ext uri="{FF2B5EF4-FFF2-40B4-BE49-F238E27FC236}">
                  <a16:creationId xmlns:a16="http://schemas.microsoft.com/office/drawing/2014/main" id="{AA1F3B95-7688-D39C-86C0-C78573A100AC}"/>
                </a:ext>
              </a:extLst>
            </p:cNvPr>
            <p:cNvSpPr/>
            <p:nvPr/>
          </p:nvSpPr>
          <p:spPr>
            <a:xfrm>
              <a:off x="2964775" y="2776500"/>
              <a:ext cx="41500" cy="61175"/>
            </a:xfrm>
            <a:custGeom>
              <a:avLst/>
              <a:gdLst/>
              <a:ahLst/>
              <a:cxnLst/>
              <a:rect l="l" t="t" r="r" b="b"/>
              <a:pathLst>
                <a:path w="1660" h="2447" extrusionOk="0">
                  <a:moveTo>
                    <a:pt x="829" y="0"/>
                  </a:moveTo>
                  <a:cubicBezTo>
                    <a:pt x="372" y="0"/>
                    <a:pt x="1" y="547"/>
                    <a:pt x="1" y="1224"/>
                  </a:cubicBezTo>
                  <a:cubicBezTo>
                    <a:pt x="1" y="1899"/>
                    <a:pt x="372" y="2446"/>
                    <a:pt x="829" y="2446"/>
                  </a:cubicBezTo>
                  <a:cubicBezTo>
                    <a:pt x="1288" y="2446"/>
                    <a:pt x="1659" y="1898"/>
                    <a:pt x="1659" y="1224"/>
                  </a:cubicBezTo>
                  <a:cubicBezTo>
                    <a:pt x="1659" y="548"/>
                    <a:pt x="1288" y="0"/>
                    <a:pt x="829"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839;p38">
              <a:extLst>
                <a:ext uri="{FF2B5EF4-FFF2-40B4-BE49-F238E27FC236}">
                  <a16:creationId xmlns:a16="http://schemas.microsoft.com/office/drawing/2014/main" id="{2F1B3085-9B83-CA6F-AE1C-9360F98686C2}"/>
                </a:ext>
              </a:extLst>
            </p:cNvPr>
            <p:cNvSpPr/>
            <p:nvPr/>
          </p:nvSpPr>
          <p:spPr>
            <a:xfrm>
              <a:off x="2985500" y="2776500"/>
              <a:ext cx="36075" cy="61175"/>
            </a:xfrm>
            <a:custGeom>
              <a:avLst/>
              <a:gdLst/>
              <a:ahLst/>
              <a:cxnLst/>
              <a:rect l="l" t="t" r="r" b="b"/>
              <a:pathLst>
                <a:path w="1443" h="2447" extrusionOk="0">
                  <a:moveTo>
                    <a:pt x="0" y="0"/>
                  </a:moveTo>
                  <a:cubicBezTo>
                    <a:pt x="459" y="0"/>
                    <a:pt x="830" y="547"/>
                    <a:pt x="830" y="1224"/>
                  </a:cubicBezTo>
                  <a:cubicBezTo>
                    <a:pt x="830" y="1899"/>
                    <a:pt x="459" y="2446"/>
                    <a:pt x="0" y="2446"/>
                  </a:cubicBezTo>
                  <a:lnTo>
                    <a:pt x="614" y="2446"/>
                  </a:lnTo>
                  <a:cubicBezTo>
                    <a:pt x="1071" y="2446"/>
                    <a:pt x="1442" y="1898"/>
                    <a:pt x="1442" y="1224"/>
                  </a:cubicBezTo>
                  <a:cubicBezTo>
                    <a:pt x="1442" y="548"/>
                    <a:pt x="1071" y="0"/>
                    <a:pt x="61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840;p38">
              <a:extLst>
                <a:ext uri="{FF2B5EF4-FFF2-40B4-BE49-F238E27FC236}">
                  <a16:creationId xmlns:a16="http://schemas.microsoft.com/office/drawing/2014/main" id="{B284F773-EA06-0154-5CC2-96EA36B3ED6B}"/>
                </a:ext>
              </a:extLst>
            </p:cNvPr>
            <p:cNvSpPr/>
            <p:nvPr/>
          </p:nvSpPr>
          <p:spPr>
            <a:xfrm>
              <a:off x="2735825" y="2782850"/>
              <a:ext cx="384850" cy="382025"/>
            </a:xfrm>
            <a:custGeom>
              <a:avLst/>
              <a:gdLst/>
              <a:ahLst/>
              <a:cxnLst/>
              <a:rect l="l" t="t" r="r" b="b"/>
              <a:pathLst>
                <a:path w="15394" h="15281" extrusionOk="0">
                  <a:moveTo>
                    <a:pt x="9764" y="0"/>
                  </a:moveTo>
                  <a:cubicBezTo>
                    <a:pt x="9738" y="0"/>
                    <a:pt x="9712" y="1"/>
                    <a:pt x="9686" y="4"/>
                  </a:cubicBezTo>
                  <a:cubicBezTo>
                    <a:pt x="9610" y="10"/>
                    <a:pt x="8950" y="66"/>
                    <a:pt x="8006" y="269"/>
                  </a:cubicBezTo>
                  <a:cubicBezTo>
                    <a:pt x="7855" y="300"/>
                    <a:pt x="7697" y="337"/>
                    <a:pt x="7532" y="376"/>
                  </a:cubicBezTo>
                  <a:cubicBezTo>
                    <a:pt x="6644" y="596"/>
                    <a:pt x="5579" y="935"/>
                    <a:pt x="4534" y="1458"/>
                  </a:cubicBezTo>
                  <a:lnTo>
                    <a:pt x="4533" y="1458"/>
                  </a:lnTo>
                  <a:cubicBezTo>
                    <a:pt x="4401" y="1524"/>
                    <a:pt x="4271" y="1592"/>
                    <a:pt x="4140" y="1665"/>
                  </a:cubicBezTo>
                  <a:cubicBezTo>
                    <a:pt x="3307" y="2124"/>
                    <a:pt x="2502" y="2707"/>
                    <a:pt x="1827" y="3448"/>
                  </a:cubicBezTo>
                  <a:cubicBezTo>
                    <a:pt x="1718" y="3566"/>
                    <a:pt x="1614" y="3687"/>
                    <a:pt x="1514" y="3815"/>
                  </a:cubicBezTo>
                  <a:cubicBezTo>
                    <a:pt x="1503" y="3827"/>
                    <a:pt x="1494" y="3839"/>
                    <a:pt x="1485" y="3851"/>
                  </a:cubicBezTo>
                  <a:cubicBezTo>
                    <a:pt x="734" y="4805"/>
                    <a:pt x="270" y="5890"/>
                    <a:pt x="99" y="7091"/>
                  </a:cubicBezTo>
                  <a:cubicBezTo>
                    <a:pt x="75" y="7264"/>
                    <a:pt x="55" y="7438"/>
                    <a:pt x="43" y="7616"/>
                  </a:cubicBezTo>
                  <a:cubicBezTo>
                    <a:pt x="1" y="8219"/>
                    <a:pt x="26" y="8852"/>
                    <a:pt x="123" y="9511"/>
                  </a:cubicBezTo>
                  <a:lnTo>
                    <a:pt x="123" y="9510"/>
                  </a:lnTo>
                  <a:cubicBezTo>
                    <a:pt x="192" y="9973"/>
                    <a:pt x="282" y="10410"/>
                    <a:pt x="398" y="10819"/>
                  </a:cubicBezTo>
                  <a:cubicBezTo>
                    <a:pt x="448" y="11000"/>
                    <a:pt x="504" y="11176"/>
                    <a:pt x="564" y="11347"/>
                  </a:cubicBezTo>
                  <a:cubicBezTo>
                    <a:pt x="908" y="12327"/>
                    <a:pt x="1403" y="13130"/>
                    <a:pt x="2046" y="13750"/>
                  </a:cubicBezTo>
                  <a:cubicBezTo>
                    <a:pt x="2197" y="13896"/>
                    <a:pt x="2356" y="14033"/>
                    <a:pt x="2524" y="14159"/>
                  </a:cubicBezTo>
                  <a:cubicBezTo>
                    <a:pt x="2818" y="14378"/>
                    <a:pt x="3136" y="14567"/>
                    <a:pt x="3479" y="14727"/>
                  </a:cubicBezTo>
                  <a:cubicBezTo>
                    <a:pt x="4101" y="15013"/>
                    <a:pt x="4793" y="15189"/>
                    <a:pt x="5552" y="15252"/>
                  </a:cubicBezTo>
                  <a:cubicBezTo>
                    <a:pt x="5722" y="15267"/>
                    <a:pt x="5898" y="15276"/>
                    <a:pt x="6076" y="15279"/>
                  </a:cubicBezTo>
                  <a:cubicBezTo>
                    <a:pt x="6126" y="15279"/>
                    <a:pt x="6176" y="15281"/>
                    <a:pt x="6228" y="15281"/>
                  </a:cubicBezTo>
                  <a:cubicBezTo>
                    <a:pt x="7164" y="15281"/>
                    <a:pt x="8191" y="15126"/>
                    <a:pt x="9304" y="14820"/>
                  </a:cubicBezTo>
                  <a:cubicBezTo>
                    <a:pt x="9493" y="14769"/>
                    <a:pt x="9684" y="14711"/>
                    <a:pt x="9878" y="14651"/>
                  </a:cubicBezTo>
                  <a:cubicBezTo>
                    <a:pt x="10216" y="14545"/>
                    <a:pt x="10561" y="14427"/>
                    <a:pt x="10914" y="14293"/>
                  </a:cubicBezTo>
                  <a:cubicBezTo>
                    <a:pt x="11272" y="14159"/>
                    <a:pt x="11616" y="14018"/>
                    <a:pt x="11941" y="13877"/>
                  </a:cubicBezTo>
                  <a:cubicBezTo>
                    <a:pt x="12085" y="13815"/>
                    <a:pt x="12224" y="13753"/>
                    <a:pt x="12361" y="13690"/>
                  </a:cubicBezTo>
                  <a:cubicBezTo>
                    <a:pt x="13792" y="13036"/>
                    <a:pt x="14774" y="12421"/>
                    <a:pt x="14827" y="12389"/>
                  </a:cubicBezTo>
                  <a:cubicBezTo>
                    <a:pt x="14862" y="12367"/>
                    <a:pt x="14895" y="12342"/>
                    <a:pt x="14927" y="12317"/>
                  </a:cubicBezTo>
                  <a:cubicBezTo>
                    <a:pt x="15298" y="12011"/>
                    <a:pt x="15393" y="11470"/>
                    <a:pt x="15130" y="11053"/>
                  </a:cubicBezTo>
                  <a:cubicBezTo>
                    <a:pt x="14946" y="10760"/>
                    <a:pt x="14632" y="10600"/>
                    <a:pt x="14310" y="10600"/>
                  </a:cubicBezTo>
                  <a:cubicBezTo>
                    <a:pt x="14201" y="10600"/>
                    <a:pt x="14091" y="10619"/>
                    <a:pt x="13985" y="10656"/>
                  </a:cubicBezTo>
                  <a:cubicBezTo>
                    <a:pt x="13919" y="10681"/>
                    <a:pt x="13856" y="10711"/>
                    <a:pt x="13794" y="10749"/>
                  </a:cubicBezTo>
                  <a:cubicBezTo>
                    <a:pt x="13501" y="10934"/>
                    <a:pt x="13109" y="11159"/>
                    <a:pt x="12644" y="11402"/>
                  </a:cubicBezTo>
                  <a:cubicBezTo>
                    <a:pt x="12353" y="11553"/>
                    <a:pt x="12032" y="11712"/>
                    <a:pt x="11691" y="11868"/>
                  </a:cubicBezTo>
                  <a:cubicBezTo>
                    <a:pt x="11549" y="11935"/>
                    <a:pt x="11402" y="12000"/>
                    <a:pt x="11254" y="12065"/>
                  </a:cubicBezTo>
                  <a:cubicBezTo>
                    <a:pt x="10567" y="12364"/>
                    <a:pt x="9816" y="12648"/>
                    <a:pt x="9048" y="12873"/>
                  </a:cubicBezTo>
                  <a:cubicBezTo>
                    <a:pt x="8889" y="12919"/>
                    <a:pt x="8730" y="12963"/>
                    <a:pt x="8571" y="13004"/>
                  </a:cubicBezTo>
                  <a:cubicBezTo>
                    <a:pt x="7771" y="13209"/>
                    <a:pt x="6965" y="13338"/>
                    <a:pt x="6210" y="13338"/>
                  </a:cubicBezTo>
                  <a:cubicBezTo>
                    <a:pt x="6169" y="13338"/>
                    <a:pt x="6128" y="13338"/>
                    <a:pt x="6087" y="13336"/>
                  </a:cubicBezTo>
                  <a:cubicBezTo>
                    <a:pt x="5923" y="13333"/>
                    <a:pt x="5763" y="13324"/>
                    <a:pt x="5605" y="13307"/>
                  </a:cubicBezTo>
                  <a:cubicBezTo>
                    <a:pt x="5133" y="13259"/>
                    <a:pt x="4689" y="13150"/>
                    <a:pt x="4287" y="12965"/>
                  </a:cubicBezTo>
                  <a:cubicBezTo>
                    <a:pt x="4039" y="12851"/>
                    <a:pt x="3813" y="12710"/>
                    <a:pt x="3606" y="12542"/>
                  </a:cubicBezTo>
                  <a:cubicBezTo>
                    <a:pt x="3483" y="12444"/>
                    <a:pt x="3368" y="12336"/>
                    <a:pt x="3259" y="12217"/>
                  </a:cubicBezTo>
                  <a:cubicBezTo>
                    <a:pt x="2845" y="11770"/>
                    <a:pt x="2529" y="11182"/>
                    <a:pt x="2308" y="10452"/>
                  </a:cubicBezTo>
                  <a:cubicBezTo>
                    <a:pt x="2264" y="10311"/>
                    <a:pt x="2224" y="10166"/>
                    <a:pt x="2190" y="10016"/>
                  </a:cubicBezTo>
                  <a:cubicBezTo>
                    <a:pt x="2130" y="9767"/>
                    <a:pt x="2080" y="9505"/>
                    <a:pt x="2040" y="9228"/>
                  </a:cubicBezTo>
                  <a:cubicBezTo>
                    <a:pt x="1955" y="8656"/>
                    <a:pt x="1937" y="8118"/>
                    <a:pt x="1987" y="7613"/>
                  </a:cubicBezTo>
                  <a:cubicBezTo>
                    <a:pt x="2000" y="7459"/>
                    <a:pt x="2021" y="7309"/>
                    <a:pt x="2049" y="7162"/>
                  </a:cubicBezTo>
                  <a:cubicBezTo>
                    <a:pt x="2194" y="6370"/>
                    <a:pt x="2518" y="5662"/>
                    <a:pt x="3024" y="5026"/>
                  </a:cubicBezTo>
                  <a:cubicBezTo>
                    <a:pt x="3094" y="4938"/>
                    <a:pt x="3165" y="4854"/>
                    <a:pt x="3241" y="4772"/>
                  </a:cubicBezTo>
                  <a:cubicBezTo>
                    <a:pt x="3341" y="4660"/>
                    <a:pt x="3445" y="4552"/>
                    <a:pt x="3554" y="4449"/>
                  </a:cubicBezTo>
                  <a:cubicBezTo>
                    <a:pt x="4063" y="3968"/>
                    <a:pt x="4655" y="3575"/>
                    <a:pt x="5269" y="3257"/>
                  </a:cubicBezTo>
                  <a:cubicBezTo>
                    <a:pt x="5407" y="3186"/>
                    <a:pt x="5545" y="3118"/>
                    <a:pt x="5684" y="3053"/>
                  </a:cubicBezTo>
                  <a:cubicBezTo>
                    <a:pt x="6509" y="2672"/>
                    <a:pt x="7347" y="2416"/>
                    <a:pt x="8053" y="2247"/>
                  </a:cubicBezTo>
                  <a:cubicBezTo>
                    <a:pt x="8232" y="2204"/>
                    <a:pt x="8401" y="2167"/>
                    <a:pt x="8560" y="2135"/>
                  </a:cubicBezTo>
                  <a:cubicBezTo>
                    <a:pt x="9313" y="1980"/>
                    <a:pt x="9822" y="1936"/>
                    <a:pt x="9839" y="1935"/>
                  </a:cubicBezTo>
                  <a:cubicBezTo>
                    <a:pt x="10372" y="1891"/>
                    <a:pt x="10769" y="1424"/>
                    <a:pt x="10726" y="893"/>
                  </a:cubicBezTo>
                  <a:cubicBezTo>
                    <a:pt x="10720" y="815"/>
                    <a:pt x="10705" y="743"/>
                    <a:pt x="10682" y="673"/>
                  </a:cubicBezTo>
                  <a:cubicBezTo>
                    <a:pt x="10557" y="279"/>
                    <a:pt x="10189" y="0"/>
                    <a:pt x="976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841;p38">
              <a:extLst>
                <a:ext uri="{FF2B5EF4-FFF2-40B4-BE49-F238E27FC236}">
                  <a16:creationId xmlns:a16="http://schemas.microsoft.com/office/drawing/2014/main" id="{DA8D72BC-C2A1-9978-4CEB-AC1937511940}"/>
                </a:ext>
              </a:extLst>
            </p:cNvPr>
            <p:cNvSpPr/>
            <p:nvPr/>
          </p:nvSpPr>
          <p:spPr>
            <a:xfrm>
              <a:off x="3017125" y="3079575"/>
              <a:ext cx="27725" cy="50200"/>
            </a:xfrm>
            <a:custGeom>
              <a:avLst/>
              <a:gdLst/>
              <a:ahLst/>
              <a:cxnLst/>
              <a:rect l="l" t="t" r="r" b="b"/>
              <a:pathLst>
                <a:path w="1109" h="2008" extrusionOk="0">
                  <a:moveTo>
                    <a:pt x="439" y="1"/>
                  </a:moveTo>
                  <a:cubicBezTo>
                    <a:pt x="297" y="66"/>
                    <a:pt x="150" y="131"/>
                    <a:pt x="0" y="196"/>
                  </a:cubicBezTo>
                  <a:cubicBezTo>
                    <a:pt x="9" y="331"/>
                    <a:pt x="26" y="478"/>
                    <a:pt x="55" y="631"/>
                  </a:cubicBezTo>
                  <a:cubicBezTo>
                    <a:pt x="132" y="1029"/>
                    <a:pt x="307" y="1522"/>
                    <a:pt x="689" y="2008"/>
                  </a:cubicBezTo>
                  <a:cubicBezTo>
                    <a:pt x="833" y="1946"/>
                    <a:pt x="972" y="1884"/>
                    <a:pt x="1109" y="1821"/>
                  </a:cubicBezTo>
                  <a:cubicBezTo>
                    <a:pt x="560" y="1170"/>
                    <a:pt x="441" y="476"/>
                    <a:pt x="439"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842;p38">
              <a:extLst>
                <a:ext uri="{FF2B5EF4-FFF2-40B4-BE49-F238E27FC236}">
                  <a16:creationId xmlns:a16="http://schemas.microsoft.com/office/drawing/2014/main" id="{2E4B55B8-136B-464C-09F5-EC87944CEA1D}"/>
                </a:ext>
              </a:extLst>
            </p:cNvPr>
            <p:cNvSpPr/>
            <p:nvPr/>
          </p:nvSpPr>
          <p:spPr>
            <a:xfrm>
              <a:off x="2948925" y="3104650"/>
              <a:ext cx="33875" cy="48725"/>
            </a:xfrm>
            <a:custGeom>
              <a:avLst/>
              <a:gdLst/>
              <a:ahLst/>
              <a:cxnLst/>
              <a:rect l="l" t="t" r="r" b="b"/>
              <a:pathLst>
                <a:path w="1355" h="1949" extrusionOk="0">
                  <a:moveTo>
                    <a:pt x="524" y="1"/>
                  </a:moveTo>
                  <a:cubicBezTo>
                    <a:pt x="365" y="47"/>
                    <a:pt x="206" y="91"/>
                    <a:pt x="45" y="132"/>
                  </a:cubicBezTo>
                  <a:cubicBezTo>
                    <a:pt x="0" y="452"/>
                    <a:pt x="41" y="796"/>
                    <a:pt x="176" y="1129"/>
                  </a:cubicBezTo>
                  <a:cubicBezTo>
                    <a:pt x="311" y="1467"/>
                    <a:pt x="523" y="1745"/>
                    <a:pt x="780" y="1948"/>
                  </a:cubicBezTo>
                  <a:cubicBezTo>
                    <a:pt x="969" y="1897"/>
                    <a:pt x="1160" y="1841"/>
                    <a:pt x="1354" y="1779"/>
                  </a:cubicBezTo>
                  <a:cubicBezTo>
                    <a:pt x="972" y="1617"/>
                    <a:pt x="712" y="1274"/>
                    <a:pt x="586" y="964"/>
                  </a:cubicBezTo>
                  <a:cubicBezTo>
                    <a:pt x="473" y="684"/>
                    <a:pt x="423" y="331"/>
                    <a:pt x="52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843;p38">
              <a:extLst>
                <a:ext uri="{FF2B5EF4-FFF2-40B4-BE49-F238E27FC236}">
                  <a16:creationId xmlns:a16="http://schemas.microsoft.com/office/drawing/2014/main" id="{24CB505B-CD48-9303-F6FD-82A0D812BEC9}"/>
                </a:ext>
              </a:extLst>
            </p:cNvPr>
            <p:cNvSpPr/>
            <p:nvPr/>
          </p:nvSpPr>
          <p:spPr>
            <a:xfrm>
              <a:off x="2868250" y="3115525"/>
              <a:ext cx="19750" cy="49325"/>
            </a:xfrm>
            <a:custGeom>
              <a:avLst/>
              <a:gdLst/>
              <a:ahLst/>
              <a:cxnLst/>
              <a:rect l="l" t="t" r="r" b="b"/>
              <a:pathLst>
                <a:path w="790" h="1973" extrusionOk="0">
                  <a:moveTo>
                    <a:pt x="308" y="0"/>
                  </a:moveTo>
                  <a:cubicBezTo>
                    <a:pt x="146" y="350"/>
                    <a:pt x="1" y="839"/>
                    <a:pt x="81" y="1376"/>
                  </a:cubicBezTo>
                  <a:cubicBezTo>
                    <a:pt x="110" y="1574"/>
                    <a:pt x="169" y="1763"/>
                    <a:pt x="255" y="1945"/>
                  </a:cubicBezTo>
                  <a:cubicBezTo>
                    <a:pt x="425" y="1960"/>
                    <a:pt x="601" y="1969"/>
                    <a:pt x="779" y="1972"/>
                  </a:cubicBezTo>
                  <a:cubicBezTo>
                    <a:pt x="641" y="1765"/>
                    <a:pt x="554" y="1545"/>
                    <a:pt x="519" y="1313"/>
                  </a:cubicBezTo>
                  <a:cubicBezTo>
                    <a:pt x="441" y="798"/>
                    <a:pt x="631" y="321"/>
                    <a:pt x="790" y="29"/>
                  </a:cubicBezTo>
                  <a:cubicBezTo>
                    <a:pt x="626" y="26"/>
                    <a:pt x="466" y="17"/>
                    <a:pt x="308"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844;p38">
              <a:extLst>
                <a:ext uri="{FF2B5EF4-FFF2-40B4-BE49-F238E27FC236}">
                  <a16:creationId xmlns:a16="http://schemas.microsoft.com/office/drawing/2014/main" id="{A26E775A-A907-96E5-180F-6F5990193C4F}"/>
                </a:ext>
              </a:extLst>
            </p:cNvPr>
            <p:cNvSpPr/>
            <p:nvPr/>
          </p:nvSpPr>
          <p:spPr>
            <a:xfrm>
              <a:off x="2786950" y="3088250"/>
              <a:ext cx="39000" cy="48625"/>
            </a:xfrm>
            <a:custGeom>
              <a:avLst/>
              <a:gdLst/>
              <a:ahLst/>
              <a:cxnLst/>
              <a:rect l="l" t="t" r="r" b="b"/>
              <a:pathLst>
                <a:path w="1560" h="1945" extrusionOk="0">
                  <a:moveTo>
                    <a:pt x="1214" y="1"/>
                  </a:moveTo>
                  <a:cubicBezTo>
                    <a:pt x="811" y="205"/>
                    <a:pt x="320" y="550"/>
                    <a:pt x="105" y="1081"/>
                  </a:cubicBezTo>
                  <a:cubicBezTo>
                    <a:pt x="46" y="1226"/>
                    <a:pt x="11" y="1378"/>
                    <a:pt x="1" y="1534"/>
                  </a:cubicBezTo>
                  <a:cubicBezTo>
                    <a:pt x="152" y="1680"/>
                    <a:pt x="311" y="1817"/>
                    <a:pt x="479" y="1944"/>
                  </a:cubicBezTo>
                  <a:cubicBezTo>
                    <a:pt x="417" y="1691"/>
                    <a:pt x="429" y="1458"/>
                    <a:pt x="516" y="1247"/>
                  </a:cubicBezTo>
                  <a:cubicBezTo>
                    <a:pt x="706" y="779"/>
                    <a:pt x="1206" y="484"/>
                    <a:pt x="1559" y="326"/>
                  </a:cubicBezTo>
                  <a:cubicBezTo>
                    <a:pt x="1438" y="228"/>
                    <a:pt x="1321" y="120"/>
                    <a:pt x="121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845;p38">
              <a:extLst>
                <a:ext uri="{FF2B5EF4-FFF2-40B4-BE49-F238E27FC236}">
                  <a16:creationId xmlns:a16="http://schemas.microsoft.com/office/drawing/2014/main" id="{4C79F298-1CD6-A705-2B48-D7B9FD2838FB}"/>
                </a:ext>
              </a:extLst>
            </p:cNvPr>
            <p:cNvSpPr/>
            <p:nvPr/>
          </p:nvSpPr>
          <p:spPr>
            <a:xfrm>
              <a:off x="2745750" y="3033225"/>
              <a:ext cx="47775" cy="33325"/>
            </a:xfrm>
            <a:custGeom>
              <a:avLst/>
              <a:gdLst/>
              <a:ahLst/>
              <a:cxnLst/>
              <a:rect l="l" t="t" r="r" b="b"/>
              <a:pathLst>
                <a:path w="1911" h="1333" extrusionOk="0">
                  <a:moveTo>
                    <a:pt x="1793" y="1"/>
                  </a:moveTo>
                  <a:cubicBezTo>
                    <a:pt x="1196" y="67"/>
                    <a:pt x="455" y="292"/>
                    <a:pt x="1" y="804"/>
                  </a:cubicBezTo>
                  <a:cubicBezTo>
                    <a:pt x="51" y="985"/>
                    <a:pt x="107" y="1161"/>
                    <a:pt x="167" y="1332"/>
                  </a:cubicBezTo>
                  <a:cubicBezTo>
                    <a:pt x="519" y="657"/>
                    <a:pt x="1432" y="481"/>
                    <a:pt x="1911" y="437"/>
                  </a:cubicBezTo>
                  <a:cubicBezTo>
                    <a:pt x="1867" y="296"/>
                    <a:pt x="1827" y="151"/>
                    <a:pt x="1793"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846;p38">
              <a:extLst>
                <a:ext uri="{FF2B5EF4-FFF2-40B4-BE49-F238E27FC236}">
                  <a16:creationId xmlns:a16="http://schemas.microsoft.com/office/drawing/2014/main" id="{3F0B7862-AD73-BE83-432C-BDE5B126739F}"/>
                </a:ext>
              </a:extLst>
            </p:cNvPr>
            <p:cNvSpPr/>
            <p:nvPr/>
          </p:nvSpPr>
          <p:spPr>
            <a:xfrm>
              <a:off x="2736900" y="2955825"/>
              <a:ext cx="50150" cy="17450"/>
            </a:xfrm>
            <a:custGeom>
              <a:avLst/>
              <a:gdLst/>
              <a:ahLst/>
              <a:cxnLst/>
              <a:rect l="l" t="t" r="r" b="b"/>
              <a:pathLst>
                <a:path w="2006" h="698" extrusionOk="0">
                  <a:moveTo>
                    <a:pt x="905" y="0"/>
                  </a:moveTo>
                  <a:cubicBezTo>
                    <a:pt x="634" y="0"/>
                    <a:pt x="346" y="48"/>
                    <a:pt x="56" y="170"/>
                  </a:cubicBezTo>
                  <a:cubicBezTo>
                    <a:pt x="30" y="343"/>
                    <a:pt x="12" y="519"/>
                    <a:pt x="0" y="697"/>
                  </a:cubicBezTo>
                  <a:cubicBezTo>
                    <a:pt x="315" y="508"/>
                    <a:pt x="632" y="440"/>
                    <a:pt x="925" y="440"/>
                  </a:cubicBezTo>
                  <a:cubicBezTo>
                    <a:pt x="1332" y="440"/>
                    <a:pt x="1694" y="572"/>
                    <a:pt x="1942" y="694"/>
                  </a:cubicBezTo>
                  <a:cubicBezTo>
                    <a:pt x="1957" y="540"/>
                    <a:pt x="1978" y="390"/>
                    <a:pt x="2006" y="243"/>
                  </a:cubicBezTo>
                  <a:cubicBezTo>
                    <a:pt x="1715" y="117"/>
                    <a:pt x="1330" y="0"/>
                    <a:pt x="905"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847;p38">
              <a:extLst>
                <a:ext uri="{FF2B5EF4-FFF2-40B4-BE49-F238E27FC236}">
                  <a16:creationId xmlns:a16="http://schemas.microsoft.com/office/drawing/2014/main" id="{079A8268-09F8-0434-8283-90CB5D887EE0}"/>
                </a:ext>
              </a:extLst>
            </p:cNvPr>
            <p:cNvSpPr/>
            <p:nvPr/>
          </p:nvSpPr>
          <p:spPr>
            <a:xfrm>
              <a:off x="2772900" y="2869025"/>
              <a:ext cx="51800" cy="33125"/>
            </a:xfrm>
            <a:custGeom>
              <a:avLst/>
              <a:gdLst/>
              <a:ahLst/>
              <a:cxnLst/>
              <a:rect l="l" t="t" r="r" b="b"/>
              <a:pathLst>
                <a:path w="2072" h="1325" extrusionOk="0">
                  <a:moveTo>
                    <a:pt x="343" y="1"/>
                  </a:moveTo>
                  <a:cubicBezTo>
                    <a:pt x="235" y="118"/>
                    <a:pt x="131" y="240"/>
                    <a:pt x="31" y="366"/>
                  </a:cubicBezTo>
                  <a:cubicBezTo>
                    <a:pt x="20" y="378"/>
                    <a:pt x="11" y="392"/>
                    <a:pt x="1" y="404"/>
                  </a:cubicBezTo>
                  <a:cubicBezTo>
                    <a:pt x="1050" y="492"/>
                    <a:pt x="1550" y="1017"/>
                    <a:pt x="1756" y="1325"/>
                  </a:cubicBezTo>
                  <a:cubicBezTo>
                    <a:pt x="1858" y="1213"/>
                    <a:pt x="1962" y="1105"/>
                    <a:pt x="2071" y="1002"/>
                  </a:cubicBezTo>
                  <a:cubicBezTo>
                    <a:pt x="1811" y="648"/>
                    <a:pt x="1291" y="159"/>
                    <a:pt x="343"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848;p38">
              <a:extLst>
                <a:ext uri="{FF2B5EF4-FFF2-40B4-BE49-F238E27FC236}">
                  <a16:creationId xmlns:a16="http://schemas.microsoft.com/office/drawing/2014/main" id="{D5C4AF19-6FC7-1620-95EC-2A216E1B30C9}"/>
                </a:ext>
              </a:extLst>
            </p:cNvPr>
            <p:cNvSpPr/>
            <p:nvPr/>
          </p:nvSpPr>
          <p:spPr>
            <a:xfrm>
              <a:off x="2839325" y="2819275"/>
              <a:ext cx="38600" cy="45025"/>
            </a:xfrm>
            <a:custGeom>
              <a:avLst/>
              <a:gdLst/>
              <a:ahLst/>
              <a:cxnLst/>
              <a:rect l="l" t="t" r="r" b="b"/>
              <a:pathLst>
                <a:path w="1544" h="1801" extrusionOk="0">
                  <a:moveTo>
                    <a:pt x="393" y="1"/>
                  </a:moveTo>
                  <a:cubicBezTo>
                    <a:pt x="261" y="67"/>
                    <a:pt x="131" y="135"/>
                    <a:pt x="0" y="208"/>
                  </a:cubicBezTo>
                  <a:cubicBezTo>
                    <a:pt x="484" y="1026"/>
                    <a:pt x="874" y="1521"/>
                    <a:pt x="1127" y="1800"/>
                  </a:cubicBezTo>
                  <a:cubicBezTo>
                    <a:pt x="1265" y="1729"/>
                    <a:pt x="1405" y="1661"/>
                    <a:pt x="1544" y="1596"/>
                  </a:cubicBezTo>
                  <a:cubicBezTo>
                    <a:pt x="1327" y="1373"/>
                    <a:pt x="921" y="893"/>
                    <a:pt x="393"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849;p38">
              <a:extLst>
                <a:ext uri="{FF2B5EF4-FFF2-40B4-BE49-F238E27FC236}">
                  <a16:creationId xmlns:a16="http://schemas.microsoft.com/office/drawing/2014/main" id="{FA20C3E6-C598-A382-8980-3F44DE96F19B}"/>
                </a:ext>
              </a:extLst>
            </p:cNvPr>
            <p:cNvSpPr/>
            <p:nvPr/>
          </p:nvSpPr>
          <p:spPr>
            <a:xfrm>
              <a:off x="2920500" y="2789525"/>
              <a:ext cx="29300" cy="49500"/>
            </a:xfrm>
            <a:custGeom>
              <a:avLst/>
              <a:gdLst/>
              <a:ahLst/>
              <a:cxnLst/>
              <a:rect l="l" t="t" r="r" b="b"/>
              <a:pathLst>
                <a:path w="1172" h="1980" extrusionOk="0">
                  <a:moveTo>
                    <a:pt x="617" y="0"/>
                  </a:moveTo>
                  <a:cubicBezTo>
                    <a:pt x="468" y="33"/>
                    <a:pt x="308" y="68"/>
                    <a:pt x="145" y="109"/>
                  </a:cubicBezTo>
                  <a:cubicBezTo>
                    <a:pt x="1" y="1004"/>
                    <a:pt x="351" y="1622"/>
                    <a:pt x="666" y="1980"/>
                  </a:cubicBezTo>
                  <a:cubicBezTo>
                    <a:pt x="843" y="1937"/>
                    <a:pt x="1014" y="1900"/>
                    <a:pt x="1172" y="1868"/>
                  </a:cubicBezTo>
                  <a:cubicBezTo>
                    <a:pt x="902" y="1639"/>
                    <a:pt x="372" y="1041"/>
                    <a:pt x="617"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850;p38">
              <a:extLst>
                <a:ext uri="{FF2B5EF4-FFF2-40B4-BE49-F238E27FC236}">
                  <a16:creationId xmlns:a16="http://schemas.microsoft.com/office/drawing/2014/main" id="{13D13E7A-71A3-9122-B3D1-3673DC8BFA05}"/>
                </a:ext>
              </a:extLst>
            </p:cNvPr>
            <p:cNvSpPr/>
            <p:nvPr/>
          </p:nvSpPr>
          <p:spPr>
            <a:xfrm>
              <a:off x="3067125" y="3030950"/>
              <a:ext cx="62450" cy="74525"/>
            </a:xfrm>
            <a:custGeom>
              <a:avLst/>
              <a:gdLst/>
              <a:ahLst/>
              <a:cxnLst/>
              <a:rect l="l" t="t" r="r" b="b"/>
              <a:pathLst>
                <a:path w="2498" h="2981" extrusionOk="0">
                  <a:moveTo>
                    <a:pt x="1154" y="1"/>
                  </a:moveTo>
                  <a:lnTo>
                    <a:pt x="211" y="523"/>
                  </a:lnTo>
                  <a:cubicBezTo>
                    <a:pt x="62" y="608"/>
                    <a:pt x="1" y="820"/>
                    <a:pt x="28" y="1096"/>
                  </a:cubicBezTo>
                  <a:cubicBezTo>
                    <a:pt x="30" y="1107"/>
                    <a:pt x="30" y="1119"/>
                    <a:pt x="31" y="1129"/>
                  </a:cubicBezTo>
                  <a:cubicBezTo>
                    <a:pt x="36" y="1175"/>
                    <a:pt x="43" y="1220"/>
                    <a:pt x="52" y="1267"/>
                  </a:cubicBezTo>
                  <a:cubicBezTo>
                    <a:pt x="93" y="1476"/>
                    <a:pt x="175" y="1708"/>
                    <a:pt x="295" y="1944"/>
                  </a:cubicBezTo>
                  <a:cubicBezTo>
                    <a:pt x="311" y="1975"/>
                    <a:pt x="327" y="2003"/>
                    <a:pt x="343" y="2034"/>
                  </a:cubicBezTo>
                  <a:cubicBezTo>
                    <a:pt x="513" y="2338"/>
                    <a:pt x="717" y="2590"/>
                    <a:pt x="919" y="2756"/>
                  </a:cubicBezTo>
                  <a:cubicBezTo>
                    <a:pt x="943" y="2774"/>
                    <a:pt x="966" y="2792"/>
                    <a:pt x="989" y="2809"/>
                  </a:cubicBezTo>
                  <a:cubicBezTo>
                    <a:pt x="1001" y="2818"/>
                    <a:pt x="1011" y="2826"/>
                    <a:pt x="1022" y="2833"/>
                  </a:cubicBezTo>
                  <a:cubicBezTo>
                    <a:pt x="1159" y="2928"/>
                    <a:pt x="1291" y="2980"/>
                    <a:pt x="1406" y="2980"/>
                  </a:cubicBezTo>
                  <a:cubicBezTo>
                    <a:pt x="1461" y="2980"/>
                    <a:pt x="1511" y="2968"/>
                    <a:pt x="1557" y="2942"/>
                  </a:cubicBezTo>
                  <a:lnTo>
                    <a:pt x="2497" y="2420"/>
                  </a:lnTo>
                  <a:lnTo>
                    <a:pt x="1154" y="1"/>
                  </a:ln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851;p38">
              <a:extLst>
                <a:ext uri="{FF2B5EF4-FFF2-40B4-BE49-F238E27FC236}">
                  <a16:creationId xmlns:a16="http://schemas.microsoft.com/office/drawing/2014/main" id="{1F24D6C9-6942-9819-D55E-EACBF8C0729D}"/>
                </a:ext>
              </a:extLst>
            </p:cNvPr>
            <p:cNvSpPr/>
            <p:nvPr/>
          </p:nvSpPr>
          <p:spPr>
            <a:xfrm>
              <a:off x="3088500" y="2995375"/>
              <a:ext cx="87375" cy="98250"/>
            </a:xfrm>
            <a:custGeom>
              <a:avLst/>
              <a:gdLst/>
              <a:ahLst/>
              <a:cxnLst/>
              <a:rect l="l" t="t" r="r" b="b"/>
              <a:pathLst>
                <a:path w="3495" h="3930" extrusionOk="0">
                  <a:moveTo>
                    <a:pt x="1538" y="0"/>
                  </a:moveTo>
                  <a:cubicBezTo>
                    <a:pt x="1538" y="0"/>
                    <a:pt x="705" y="355"/>
                    <a:pt x="299" y="1424"/>
                  </a:cubicBezTo>
                  <a:cubicBezTo>
                    <a:pt x="0" y="1591"/>
                    <a:pt x="59" y="2266"/>
                    <a:pt x="429" y="2934"/>
                  </a:cubicBezTo>
                  <a:cubicBezTo>
                    <a:pt x="744" y="3501"/>
                    <a:pt x="1183" y="3881"/>
                    <a:pt x="1491" y="3881"/>
                  </a:cubicBezTo>
                  <a:cubicBezTo>
                    <a:pt x="1537" y="3881"/>
                    <a:pt x="1580" y="3872"/>
                    <a:pt x="1619" y="3855"/>
                  </a:cubicBezTo>
                  <a:lnTo>
                    <a:pt x="1626" y="3864"/>
                  </a:lnTo>
                  <a:cubicBezTo>
                    <a:pt x="1841" y="3911"/>
                    <a:pt x="2043" y="3930"/>
                    <a:pt x="2228" y="3930"/>
                  </a:cubicBezTo>
                  <a:cubicBezTo>
                    <a:pt x="3005" y="3930"/>
                    <a:pt x="3495" y="3599"/>
                    <a:pt x="3495" y="3599"/>
                  </a:cubicBezTo>
                  <a:lnTo>
                    <a:pt x="1538" y="0"/>
                  </a:ln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852;p38">
              <a:extLst>
                <a:ext uri="{FF2B5EF4-FFF2-40B4-BE49-F238E27FC236}">
                  <a16:creationId xmlns:a16="http://schemas.microsoft.com/office/drawing/2014/main" id="{3F1C0983-62D3-7CF7-A81A-C0A5230091D6}"/>
                </a:ext>
              </a:extLst>
            </p:cNvPr>
            <p:cNvSpPr/>
            <p:nvPr/>
          </p:nvSpPr>
          <p:spPr>
            <a:xfrm>
              <a:off x="3116700" y="2994000"/>
              <a:ext cx="69100" cy="92075"/>
            </a:xfrm>
            <a:custGeom>
              <a:avLst/>
              <a:gdLst/>
              <a:ahLst/>
              <a:cxnLst/>
              <a:rect l="l" t="t" r="r" b="b"/>
              <a:pathLst>
                <a:path w="2764" h="3683" extrusionOk="0">
                  <a:moveTo>
                    <a:pt x="633" y="0"/>
                  </a:moveTo>
                  <a:cubicBezTo>
                    <a:pt x="551" y="0"/>
                    <a:pt x="476" y="18"/>
                    <a:pt x="410" y="55"/>
                  </a:cubicBezTo>
                  <a:cubicBezTo>
                    <a:pt x="1" y="282"/>
                    <a:pt x="45" y="1158"/>
                    <a:pt x="491" y="2070"/>
                  </a:cubicBezTo>
                  <a:cubicBezTo>
                    <a:pt x="525" y="2141"/>
                    <a:pt x="563" y="2214"/>
                    <a:pt x="604" y="2285"/>
                  </a:cubicBezTo>
                  <a:cubicBezTo>
                    <a:pt x="688" y="2439"/>
                    <a:pt x="781" y="2585"/>
                    <a:pt x="878" y="2719"/>
                  </a:cubicBezTo>
                  <a:cubicBezTo>
                    <a:pt x="1302" y="3310"/>
                    <a:pt x="1802" y="3683"/>
                    <a:pt x="2173" y="3683"/>
                  </a:cubicBezTo>
                  <a:cubicBezTo>
                    <a:pt x="2253" y="3683"/>
                    <a:pt x="2328" y="3665"/>
                    <a:pt x="2394" y="3628"/>
                  </a:cubicBezTo>
                  <a:cubicBezTo>
                    <a:pt x="2760" y="3424"/>
                    <a:pt x="2764" y="2701"/>
                    <a:pt x="2439" y="1897"/>
                  </a:cubicBezTo>
                  <a:cubicBezTo>
                    <a:pt x="2373" y="1733"/>
                    <a:pt x="2294" y="1565"/>
                    <a:pt x="2200" y="1397"/>
                  </a:cubicBezTo>
                  <a:cubicBezTo>
                    <a:pt x="2146" y="1299"/>
                    <a:pt x="2088" y="1205"/>
                    <a:pt x="2029" y="1114"/>
                  </a:cubicBezTo>
                  <a:cubicBezTo>
                    <a:pt x="1587" y="436"/>
                    <a:pt x="1034" y="0"/>
                    <a:pt x="633"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853;p38">
              <a:extLst>
                <a:ext uri="{FF2B5EF4-FFF2-40B4-BE49-F238E27FC236}">
                  <a16:creationId xmlns:a16="http://schemas.microsoft.com/office/drawing/2014/main" id="{19DB06D5-1B57-2E04-F1D8-3232033D7FA5}"/>
                </a:ext>
              </a:extLst>
            </p:cNvPr>
            <p:cNvSpPr/>
            <p:nvPr/>
          </p:nvSpPr>
          <p:spPr>
            <a:xfrm>
              <a:off x="3133025" y="3003575"/>
              <a:ext cx="49075" cy="69275"/>
            </a:xfrm>
            <a:custGeom>
              <a:avLst/>
              <a:gdLst/>
              <a:ahLst/>
              <a:cxnLst/>
              <a:rect l="l" t="t" r="r" b="b"/>
              <a:pathLst>
                <a:path w="1963" h="2771" extrusionOk="0">
                  <a:moveTo>
                    <a:pt x="304" y="0"/>
                  </a:moveTo>
                  <a:cubicBezTo>
                    <a:pt x="243" y="0"/>
                    <a:pt x="187" y="14"/>
                    <a:pt x="137" y="42"/>
                  </a:cubicBezTo>
                  <a:cubicBezTo>
                    <a:pt x="81" y="73"/>
                    <a:pt x="35" y="122"/>
                    <a:pt x="1" y="184"/>
                  </a:cubicBezTo>
                  <a:cubicBezTo>
                    <a:pt x="341" y="208"/>
                    <a:pt x="809" y="623"/>
                    <a:pt x="1149" y="1234"/>
                  </a:cubicBezTo>
                  <a:cubicBezTo>
                    <a:pt x="1491" y="1849"/>
                    <a:pt x="1594" y="2470"/>
                    <a:pt x="1430" y="2770"/>
                  </a:cubicBezTo>
                  <a:cubicBezTo>
                    <a:pt x="1440" y="2770"/>
                    <a:pt x="1450" y="2771"/>
                    <a:pt x="1459" y="2771"/>
                  </a:cubicBezTo>
                  <a:cubicBezTo>
                    <a:pt x="1521" y="2771"/>
                    <a:pt x="1579" y="2758"/>
                    <a:pt x="1630" y="2729"/>
                  </a:cubicBezTo>
                  <a:cubicBezTo>
                    <a:pt x="1962" y="2544"/>
                    <a:pt x="1897" y="1794"/>
                    <a:pt x="1485" y="1052"/>
                  </a:cubicBezTo>
                  <a:cubicBezTo>
                    <a:pt x="1135" y="422"/>
                    <a:pt x="647" y="0"/>
                    <a:pt x="304" y="0"/>
                  </a:cubicBezTo>
                  <a:close/>
                </a:path>
              </a:pathLst>
            </a:custGeom>
            <a:solidFill>
              <a:srgbClr val="F4A6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854;p38">
              <a:extLst>
                <a:ext uri="{FF2B5EF4-FFF2-40B4-BE49-F238E27FC236}">
                  <a16:creationId xmlns:a16="http://schemas.microsoft.com/office/drawing/2014/main" id="{E7BF609E-8EB2-75B3-87BA-EA1B08E15986}"/>
                </a:ext>
              </a:extLst>
            </p:cNvPr>
            <p:cNvSpPr/>
            <p:nvPr/>
          </p:nvSpPr>
          <p:spPr>
            <a:xfrm>
              <a:off x="3129000" y="3008175"/>
              <a:ext cx="42225" cy="64650"/>
            </a:xfrm>
            <a:custGeom>
              <a:avLst/>
              <a:gdLst/>
              <a:ahLst/>
              <a:cxnLst/>
              <a:rect l="l" t="t" r="r" b="b"/>
              <a:pathLst>
                <a:path w="1689" h="2586" extrusionOk="0">
                  <a:moveTo>
                    <a:pt x="162" y="0"/>
                  </a:moveTo>
                  <a:lnTo>
                    <a:pt x="162" y="0"/>
                  </a:lnTo>
                  <a:cubicBezTo>
                    <a:pt x="1" y="295"/>
                    <a:pt x="99" y="903"/>
                    <a:pt x="430" y="1509"/>
                  </a:cubicBezTo>
                  <a:cubicBezTo>
                    <a:pt x="434" y="1518"/>
                    <a:pt x="439" y="1525"/>
                    <a:pt x="443" y="1534"/>
                  </a:cubicBezTo>
                  <a:cubicBezTo>
                    <a:pt x="584" y="1789"/>
                    <a:pt x="748" y="2009"/>
                    <a:pt x="914" y="2181"/>
                  </a:cubicBezTo>
                  <a:cubicBezTo>
                    <a:pt x="1149" y="2424"/>
                    <a:pt x="1391" y="2570"/>
                    <a:pt x="1591" y="2586"/>
                  </a:cubicBezTo>
                  <a:cubicBezTo>
                    <a:pt x="1675" y="2433"/>
                    <a:pt x="1688" y="2196"/>
                    <a:pt x="1635" y="1919"/>
                  </a:cubicBezTo>
                  <a:cubicBezTo>
                    <a:pt x="1591" y="1680"/>
                    <a:pt x="1498" y="1409"/>
                    <a:pt x="1357" y="1138"/>
                  </a:cubicBezTo>
                  <a:cubicBezTo>
                    <a:pt x="1341" y="1109"/>
                    <a:pt x="1326" y="1079"/>
                    <a:pt x="1310" y="1050"/>
                  </a:cubicBezTo>
                  <a:cubicBezTo>
                    <a:pt x="970" y="438"/>
                    <a:pt x="502" y="24"/>
                    <a:pt x="162"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855;p38">
              <a:extLst>
                <a:ext uri="{FF2B5EF4-FFF2-40B4-BE49-F238E27FC236}">
                  <a16:creationId xmlns:a16="http://schemas.microsoft.com/office/drawing/2014/main" id="{CCC6A63A-9E99-D0BB-B401-1C56EA5DE7A7}"/>
                </a:ext>
              </a:extLst>
            </p:cNvPr>
            <p:cNvSpPr/>
            <p:nvPr/>
          </p:nvSpPr>
          <p:spPr>
            <a:xfrm>
              <a:off x="3127225" y="2999175"/>
              <a:ext cx="80800" cy="41325"/>
            </a:xfrm>
            <a:custGeom>
              <a:avLst/>
              <a:gdLst/>
              <a:ahLst/>
              <a:cxnLst/>
              <a:rect l="l" t="t" r="r" b="b"/>
              <a:pathLst>
                <a:path w="3232" h="1653" extrusionOk="0">
                  <a:moveTo>
                    <a:pt x="2008" y="1"/>
                  </a:moveTo>
                  <a:cubicBezTo>
                    <a:pt x="1194" y="1"/>
                    <a:pt x="348" y="772"/>
                    <a:pt x="169" y="945"/>
                  </a:cubicBezTo>
                  <a:cubicBezTo>
                    <a:pt x="5" y="1102"/>
                    <a:pt x="1" y="1363"/>
                    <a:pt x="158" y="1526"/>
                  </a:cubicBezTo>
                  <a:cubicBezTo>
                    <a:pt x="239" y="1610"/>
                    <a:pt x="347" y="1653"/>
                    <a:pt x="455" y="1653"/>
                  </a:cubicBezTo>
                  <a:cubicBezTo>
                    <a:pt x="558" y="1653"/>
                    <a:pt x="660" y="1614"/>
                    <a:pt x="740" y="1537"/>
                  </a:cubicBezTo>
                  <a:cubicBezTo>
                    <a:pt x="1073" y="1216"/>
                    <a:pt x="1662" y="823"/>
                    <a:pt x="2007" y="823"/>
                  </a:cubicBezTo>
                  <a:cubicBezTo>
                    <a:pt x="2042" y="823"/>
                    <a:pt x="2074" y="827"/>
                    <a:pt x="2103" y="836"/>
                  </a:cubicBezTo>
                  <a:cubicBezTo>
                    <a:pt x="2258" y="881"/>
                    <a:pt x="2344" y="1105"/>
                    <a:pt x="2388" y="1287"/>
                  </a:cubicBezTo>
                  <a:cubicBezTo>
                    <a:pt x="2434" y="1474"/>
                    <a:pt x="2603" y="1600"/>
                    <a:pt x="2789" y="1600"/>
                  </a:cubicBezTo>
                  <a:cubicBezTo>
                    <a:pt x="2821" y="1600"/>
                    <a:pt x="2854" y="1596"/>
                    <a:pt x="2886" y="1588"/>
                  </a:cubicBezTo>
                  <a:cubicBezTo>
                    <a:pt x="2926" y="1578"/>
                    <a:pt x="2964" y="1563"/>
                    <a:pt x="2998" y="1542"/>
                  </a:cubicBezTo>
                  <a:cubicBezTo>
                    <a:pt x="3150" y="1452"/>
                    <a:pt x="3232" y="1270"/>
                    <a:pt x="3188" y="1090"/>
                  </a:cubicBezTo>
                  <a:cubicBezTo>
                    <a:pt x="3014" y="381"/>
                    <a:pt x="2626" y="130"/>
                    <a:pt x="2330" y="45"/>
                  </a:cubicBezTo>
                  <a:cubicBezTo>
                    <a:pt x="2225" y="14"/>
                    <a:pt x="2117" y="1"/>
                    <a:pt x="200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856;p38">
              <a:extLst>
                <a:ext uri="{FF2B5EF4-FFF2-40B4-BE49-F238E27FC236}">
                  <a16:creationId xmlns:a16="http://schemas.microsoft.com/office/drawing/2014/main" id="{62C50004-D519-0C62-5536-ADC2393EB3D8}"/>
                </a:ext>
              </a:extLst>
            </p:cNvPr>
            <p:cNvSpPr/>
            <p:nvPr/>
          </p:nvSpPr>
          <p:spPr>
            <a:xfrm>
              <a:off x="3119875" y="2973800"/>
              <a:ext cx="80650" cy="45950"/>
            </a:xfrm>
            <a:custGeom>
              <a:avLst/>
              <a:gdLst/>
              <a:ahLst/>
              <a:cxnLst/>
              <a:rect l="l" t="t" r="r" b="b"/>
              <a:pathLst>
                <a:path w="3226" h="1838" extrusionOk="0">
                  <a:moveTo>
                    <a:pt x="2005" y="0"/>
                  </a:moveTo>
                  <a:cubicBezTo>
                    <a:pt x="1143" y="0"/>
                    <a:pt x="312" y="961"/>
                    <a:pt x="145" y="1166"/>
                  </a:cubicBezTo>
                  <a:cubicBezTo>
                    <a:pt x="1" y="1342"/>
                    <a:pt x="27" y="1601"/>
                    <a:pt x="204" y="1745"/>
                  </a:cubicBezTo>
                  <a:cubicBezTo>
                    <a:pt x="280" y="1807"/>
                    <a:pt x="372" y="1837"/>
                    <a:pt x="463" y="1837"/>
                  </a:cubicBezTo>
                  <a:cubicBezTo>
                    <a:pt x="582" y="1837"/>
                    <a:pt x="701" y="1785"/>
                    <a:pt x="783" y="1686"/>
                  </a:cubicBezTo>
                  <a:cubicBezTo>
                    <a:pt x="1088" y="1311"/>
                    <a:pt x="1664" y="824"/>
                    <a:pt x="2003" y="824"/>
                  </a:cubicBezTo>
                  <a:cubicBezTo>
                    <a:pt x="2020" y="824"/>
                    <a:pt x="2037" y="826"/>
                    <a:pt x="2053" y="828"/>
                  </a:cubicBezTo>
                  <a:cubicBezTo>
                    <a:pt x="2212" y="854"/>
                    <a:pt x="2324" y="1066"/>
                    <a:pt x="2390" y="1242"/>
                  </a:cubicBezTo>
                  <a:cubicBezTo>
                    <a:pt x="2452" y="1406"/>
                    <a:pt x="2608" y="1508"/>
                    <a:pt x="2774" y="1508"/>
                  </a:cubicBezTo>
                  <a:cubicBezTo>
                    <a:pt x="2823" y="1508"/>
                    <a:pt x="2872" y="1499"/>
                    <a:pt x="2920" y="1481"/>
                  </a:cubicBezTo>
                  <a:cubicBezTo>
                    <a:pt x="2958" y="1466"/>
                    <a:pt x="2994" y="1446"/>
                    <a:pt x="3026" y="1422"/>
                  </a:cubicBezTo>
                  <a:cubicBezTo>
                    <a:pt x="3165" y="1314"/>
                    <a:pt x="3226" y="1125"/>
                    <a:pt x="3159" y="951"/>
                  </a:cubicBezTo>
                  <a:cubicBezTo>
                    <a:pt x="2903" y="268"/>
                    <a:pt x="2488" y="65"/>
                    <a:pt x="2185" y="15"/>
                  </a:cubicBezTo>
                  <a:cubicBezTo>
                    <a:pt x="2125" y="5"/>
                    <a:pt x="2065" y="0"/>
                    <a:pt x="2005"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857;p38">
              <a:extLst>
                <a:ext uri="{FF2B5EF4-FFF2-40B4-BE49-F238E27FC236}">
                  <a16:creationId xmlns:a16="http://schemas.microsoft.com/office/drawing/2014/main" id="{8AB09AEB-1949-BFD3-CCB0-22339BEC35E5}"/>
                </a:ext>
              </a:extLst>
            </p:cNvPr>
            <p:cNvSpPr/>
            <p:nvPr/>
          </p:nvSpPr>
          <p:spPr>
            <a:xfrm>
              <a:off x="3139725" y="3034050"/>
              <a:ext cx="73200" cy="45725"/>
            </a:xfrm>
            <a:custGeom>
              <a:avLst/>
              <a:gdLst/>
              <a:ahLst/>
              <a:cxnLst/>
              <a:rect l="l" t="t" r="r" b="b"/>
              <a:pathLst>
                <a:path w="2928" h="1829" extrusionOk="0">
                  <a:moveTo>
                    <a:pt x="1634" y="1"/>
                  </a:moveTo>
                  <a:cubicBezTo>
                    <a:pt x="1395" y="1"/>
                    <a:pt x="1152" y="43"/>
                    <a:pt x="928" y="103"/>
                  </a:cubicBezTo>
                  <a:cubicBezTo>
                    <a:pt x="507" y="215"/>
                    <a:pt x="157" y="389"/>
                    <a:pt x="39" y="451"/>
                  </a:cubicBezTo>
                  <a:cubicBezTo>
                    <a:pt x="25" y="459"/>
                    <a:pt x="13" y="465"/>
                    <a:pt x="1" y="474"/>
                  </a:cubicBezTo>
                  <a:cubicBezTo>
                    <a:pt x="5" y="483"/>
                    <a:pt x="10" y="490"/>
                    <a:pt x="14" y="499"/>
                  </a:cubicBezTo>
                  <a:cubicBezTo>
                    <a:pt x="155" y="754"/>
                    <a:pt x="319" y="974"/>
                    <a:pt x="485" y="1146"/>
                  </a:cubicBezTo>
                  <a:cubicBezTo>
                    <a:pt x="694" y="1043"/>
                    <a:pt x="958" y="945"/>
                    <a:pt x="1206" y="884"/>
                  </a:cubicBezTo>
                  <a:cubicBezTo>
                    <a:pt x="1362" y="847"/>
                    <a:pt x="1513" y="824"/>
                    <a:pt x="1641" y="824"/>
                  </a:cubicBezTo>
                  <a:cubicBezTo>
                    <a:pt x="1742" y="824"/>
                    <a:pt x="1829" y="838"/>
                    <a:pt x="1896" y="869"/>
                  </a:cubicBezTo>
                  <a:cubicBezTo>
                    <a:pt x="1906" y="875"/>
                    <a:pt x="1917" y="881"/>
                    <a:pt x="1926" y="887"/>
                  </a:cubicBezTo>
                  <a:cubicBezTo>
                    <a:pt x="2064" y="974"/>
                    <a:pt x="2082" y="1214"/>
                    <a:pt x="2074" y="1399"/>
                  </a:cubicBezTo>
                  <a:cubicBezTo>
                    <a:pt x="2064" y="1626"/>
                    <a:pt x="2239" y="1819"/>
                    <a:pt x="2468" y="1828"/>
                  </a:cubicBezTo>
                  <a:cubicBezTo>
                    <a:pt x="2473" y="1828"/>
                    <a:pt x="2478" y="1828"/>
                    <a:pt x="2484" y="1828"/>
                  </a:cubicBezTo>
                  <a:cubicBezTo>
                    <a:pt x="2519" y="1828"/>
                    <a:pt x="2555" y="1824"/>
                    <a:pt x="2588" y="1816"/>
                  </a:cubicBezTo>
                  <a:cubicBezTo>
                    <a:pt x="2759" y="1772"/>
                    <a:pt x="2889" y="1620"/>
                    <a:pt x="2897" y="1434"/>
                  </a:cubicBezTo>
                  <a:cubicBezTo>
                    <a:pt x="2927" y="705"/>
                    <a:pt x="2626" y="356"/>
                    <a:pt x="2368" y="192"/>
                  </a:cubicBezTo>
                  <a:cubicBezTo>
                    <a:pt x="2174" y="69"/>
                    <a:pt x="1952" y="15"/>
                    <a:pt x="1721" y="3"/>
                  </a:cubicBezTo>
                  <a:cubicBezTo>
                    <a:pt x="1692" y="1"/>
                    <a:pt x="1663" y="1"/>
                    <a:pt x="163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858;p38">
              <a:extLst>
                <a:ext uri="{FF2B5EF4-FFF2-40B4-BE49-F238E27FC236}">
                  <a16:creationId xmlns:a16="http://schemas.microsoft.com/office/drawing/2014/main" id="{1B306A4D-16B9-284A-CF42-BD06F04C1BA7}"/>
                </a:ext>
              </a:extLst>
            </p:cNvPr>
            <p:cNvSpPr/>
            <p:nvPr/>
          </p:nvSpPr>
          <p:spPr>
            <a:xfrm>
              <a:off x="2735825" y="2782850"/>
              <a:ext cx="356075" cy="382025"/>
            </a:xfrm>
            <a:custGeom>
              <a:avLst/>
              <a:gdLst/>
              <a:ahLst/>
              <a:cxnLst/>
              <a:rect l="l" t="t" r="r" b="b"/>
              <a:pathLst>
                <a:path w="14243" h="15281" extrusionOk="0">
                  <a:moveTo>
                    <a:pt x="9764" y="0"/>
                  </a:moveTo>
                  <a:cubicBezTo>
                    <a:pt x="9738" y="0"/>
                    <a:pt x="9712" y="1"/>
                    <a:pt x="9686" y="4"/>
                  </a:cubicBezTo>
                  <a:cubicBezTo>
                    <a:pt x="9610" y="8"/>
                    <a:pt x="8950" y="64"/>
                    <a:pt x="8006" y="267"/>
                  </a:cubicBezTo>
                  <a:cubicBezTo>
                    <a:pt x="7855" y="299"/>
                    <a:pt x="7697" y="335"/>
                    <a:pt x="7532" y="376"/>
                  </a:cubicBezTo>
                  <a:cubicBezTo>
                    <a:pt x="6644" y="594"/>
                    <a:pt x="5579" y="934"/>
                    <a:pt x="4534" y="1458"/>
                  </a:cubicBezTo>
                  <a:lnTo>
                    <a:pt x="4533" y="1458"/>
                  </a:lnTo>
                  <a:cubicBezTo>
                    <a:pt x="4401" y="1523"/>
                    <a:pt x="4271" y="1592"/>
                    <a:pt x="4140" y="1665"/>
                  </a:cubicBezTo>
                  <a:cubicBezTo>
                    <a:pt x="3307" y="2123"/>
                    <a:pt x="2502" y="2707"/>
                    <a:pt x="1827" y="3448"/>
                  </a:cubicBezTo>
                  <a:cubicBezTo>
                    <a:pt x="1718" y="3565"/>
                    <a:pt x="1614" y="3687"/>
                    <a:pt x="1514" y="3813"/>
                  </a:cubicBezTo>
                  <a:cubicBezTo>
                    <a:pt x="1503" y="3825"/>
                    <a:pt x="1494" y="3839"/>
                    <a:pt x="1485" y="3851"/>
                  </a:cubicBezTo>
                  <a:cubicBezTo>
                    <a:pt x="734" y="4805"/>
                    <a:pt x="270" y="5888"/>
                    <a:pt x="99" y="7089"/>
                  </a:cubicBezTo>
                  <a:cubicBezTo>
                    <a:pt x="75" y="7262"/>
                    <a:pt x="55" y="7438"/>
                    <a:pt x="43" y="7615"/>
                  </a:cubicBezTo>
                  <a:cubicBezTo>
                    <a:pt x="1" y="8219"/>
                    <a:pt x="26" y="8851"/>
                    <a:pt x="123" y="9510"/>
                  </a:cubicBezTo>
                  <a:cubicBezTo>
                    <a:pt x="192" y="9973"/>
                    <a:pt x="282" y="10410"/>
                    <a:pt x="398" y="10819"/>
                  </a:cubicBezTo>
                  <a:cubicBezTo>
                    <a:pt x="448" y="11000"/>
                    <a:pt x="504" y="11176"/>
                    <a:pt x="564" y="11347"/>
                  </a:cubicBezTo>
                  <a:cubicBezTo>
                    <a:pt x="908" y="12327"/>
                    <a:pt x="1403" y="13130"/>
                    <a:pt x="2046" y="13750"/>
                  </a:cubicBezTo>
                  <a:cubicBezTo>
                    <a:pt x="2197" y="13896"/>
                    <a:pt x="2356" y="14033"/>
                    <a:pt x="2524" y="14159"/>
                  </a:cubicBezTo>
                  <a:cubicBezTo>
                    <a:pt x="2818" y="14378"/>
                    <a:pt x="3136" y="14567"/>
                    <a:pt x="3479" y="14727"/>
                  </a:cubicBezTo>
                  <a:cubicBezTo>
                    <a:pt x="4101" y="15013"/>
                    <a:pt x="4793" y="15189"/>
                    <a:pt x="5552" y="15252"/>
                  </a:cubicBezTo>
                  <a:cubicBezTo>
                    <a:pt x="5722" y="15267"/>
                    <a:pt x="5898" y="15276"/>
                    <a:pt x="6076" y="15279"/>
                  </a:cubicBezTo>
                  <a:cubicBezTo>
                    <a:pt x="6126" y="15279"/>
                    <a:pt x="6176" y="15281"/>
                    <a:pt x="6228" y="15281"/>
                  </a:cubicBezTo>
                  <a:cubicBezTo>
                    <a:pt x="7164" y="15281"/>
                    <a:pt x="8191" y="15126"/>
                    <a:pt x="9304" y="14820"/>
                  </a:cubicBezTo>
                  <a:cubicBezTo>
                    <a:pt x="9493" y="14769"/>
                    <a:pt x="9684" y="14711"/>
                    <a:pt x="9878" y="14651"/>
                  </a:cubicBezTo>
                  <a:cubicBezTo>
                    <a:pt x="10216" y="14545"/>
                    <a:pt x="10561" y="14427"/>
                    <a:pt x="10914" y="14293"/>
                  </a:cubicBezTo>
                  <a:cubicBezTo>
                    <a:pt x="11272" y="14159"/>
                    <a:pt x="11616" y="14018"/>
                    <a:pt x="11941" y="13877"/>
                  </a:cubicBezTo>
                  <a:cubicBezTo>
                    <a:pt x="12085" y="13815"/>
                    <a:pt x="12224" y="13753"/>
                    <a:pt x="12361" y="13690"/>
                  </a:cubicBezTo>
                  <a:cubicBezTo>
                    <a:pt x="13151" y="13328"/>
                    <a:pt x="13806" y="12979"/>
                    <a:pt x="14242" y="12733"/>
                  </a:cubicBezTo>
                  <a:cubicBezTo>
                    <a:pt x="14218" y="12716"/>
                    <a:pt x="14195" y="12698"/>
                    <a:pt x="14171" y="12679"/>
                  </a:cubicBezTo>
                  <a:cubicBezTo>
                    <a:pt x="13969" y="12512"/>
                    <a:pt x="13765" y="12262"/>
                    <a:pt x="13595" y="11958"/>
                  </a:cubicBezTo>
                  <a:cubicBezTo>
                    <a:pt x="13579" y="11927"/>
                    <a:pt x="13563" y="11897"/>
                    <a:pt x="13547" y="11868"/>
                  </a:cubicBezTo>
                  <a:cubicBezTo>
                    <a:pt x="13427" y="11632"/>
                    <a:pt x="13345" y="11399"/>
                    <a:pt x="13304" y="11191"/>
                  </a:cubicBezTo>
                  <a:lnTo>
                    <a:pt x="13304" y="11190"/>
                  </a:lnTo>
                  <a:cubicBezTo>
                    <a:pt x="13295" y="11144"/>
                    <a:pt x="13288" y="11097"/>
                    <a:pt x="13283" y="11053"/>
                  </a:cubicBezTo>
                  <a:cubicBezTo>
                    <a:pt x="13091" y="11162"/>
                    <a:pt x="12876" y="11281"/>
                    <a:pt x="12644" y="11402"/>
                  </a:cubicBezTo>
                  <a:cubicBezTo>
                    <a:pt x="12659" y="11450"/>
                    <a:pt x="12676" y="11502"/>
                    <a:pt x="12694" y="11555"/>
                  </a:cubicBezTo>
                  <a:cubicBezTo>
                    <a:pt x="12883" y="12086"/>
                    <a:pt x="12641" y="12677"/>
                    <a:pt x="12123" y="12903"/>
                  </a:cubicBezTo>
                  <a:cubicBezTo>
                    <a:pt x="9598" y="13999"/>
                    <a:pt x="7671" y="14438"/>
                    <a:pt x="6193" y="14438"/>
                  </a:cubicBezTo>
                  <a:cubicBezTo>
                    <a:pt x="2022" y="14438"/>
                    <a:pt x="1426" y="10940"/>
                    <a:pt x="1046" y="8828"/>
                  </a:cubicBezTo>
                  <a:cubicBezTo>
                    <a:pt x="263" y="1088"/>
                    <a:pt x="10143" y="688"/>
                    <a:pt x="10682" y="672"/>
                  </a:cubicBezTo>
                  <a:cubicBezTo>
                    <a:pt x="10557" y="277"/>
                    <a:pt x="10189" y="0"/>
                    <a:pt x="9764"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67921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29A4905D-CFD5-6EE5-48E6-0D7B020708E2}"/>
            </a:ext>
          </a:extLst>
        </p:cNvPr>
        <p:cNvGrpSpPr/>
        <p:nvPr/>
      </p:nvGrpSpPr>
      <p:grpSpPr>
        <a:xfrm>
          <a:off x="0" y="0"/>
          <a:ext cx="0" cy="0"/>
          <a:chOff x="0" y="0"/>
          <a:chExt cx="0" cy="0"/>
        </a:xfrm>
      </p:grpSpPr>
      <p:sp>
        <p:nvSpPr>
          <p:cNvPr id="201" name="Google Shape;201;p23">
            <a:extLst>
              <a:ext uri="{FF2B5EF4-FFF2-40B4-BE49-F238E27FC236}">
                <a16:creationId xmlns:a16="http://schemas.microsoft.com/office/drawing/2014/main" id="{FB6BBEF2-3120-419C-DACC-E88D408DAFBB}"/>
              </a:ext>
            </a:extLst>
          </p:cNvPr>
          <p:cNvSpPr txBox="1">
            <a:spLocks noGrp="1"/>
          </p:cNvSpPr>
          <p:nvPr>
            <p:ph type="title"/>
          </p:nvPr>
        </p:nvSpPr>
        <p:spPr>
          <a:xfrm>
            <a:off x="715100" y="2542537"/>
            <a:ext cx="5556681" cy="10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dirty="0">
                <a:solidFill>
                  <a:schemeClr val="bg1"/>
                </a:solidFill>
                <a:latin typeface="+mn-lt"/>
              </a:rPr>
              <a:t>Sample Outputs</a:t>
            </a:r>
            <a:endParaRPr dirty="0"/>
          </a:p>
        </p:txBody>
      </p:sp>
      <p:sp>
        <p:nvSpPr>
          <p:cNvPr id="202" name="Google Shape;202;p23">
            <a:extLst>
              <a:ext uri="{FF2B5EF4-FFF2-40B4-BE49-F238E27FC236}">
                <a16:creationId xmlns:a16="http://schemas.microsoft.com/office/drawing/2014/main" id="{5651040B-AE30-24C6-DDA2-9199E50EEFAD}"/>
              </a:ext>
            </a:extLst>
          </p:cNvPr>
          <p:cNvSpPr txBox="1">
            <a:spLocks noGrp="1"/>
          </p:cNvSpPr>
          <p:nvPr>
            <p:ph type="title" idx="2"/>
          </p:nvPr>
        </p:nvSpPr>
        <p:spPr>
          <a:xfrm>
            <a:off x="715100" y="1382334"/>
            <a:ext cx="2035200" cy="10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04</a:t>
            </a:r>
            <a:endParaRPr dirty="0"/>
          </a:p>
        </p:txBody>
      </p:sp>
      <p:grpSp>
        <p:nvGrpSpPr>
          <p:cNvPr id="2" name="Google Shape;529;p36">
            <a:extLst>
              <a:ext uri="{FF2B5EF4-FFF2-40B4-BE49-F238E27FC236}">
                <a16:creationId xmlns:a16="http://schemas.microsoft.com/office/drawing/2014/main" id="{FD28BED0-D5E8-683B-4120-1BFFAACB208D}"/>
              </a:ext>
            </a:extLst>
          </p:cNvPr>
          <p:cNvGrpSpPr/>
          <p:nvPr/>
        </p:nvGrpSpPr>
        <p:grpSpPr>
          <a:xfrm flipH="1">
            <a:off x="5583962" y="2593416"/>
            <a:ext cx="3706695" cy="2550084"/>
            <a:chOff x="4388650" y="2224200"/>
            <a:chExt cx="1707525" cy="1174775"/>
          </a:xfrm>
        </p:grpSpPr>
        <p:sp>
          <p:nvSpPr>
            <p:cNvPr id="3" name="Google Shape;530;p36">
              <a:extLst>
                <a:ext uri="{FF2B5EF4-FFF2-40B4-BE49-F238E27FC236}">
                  <a16:creationId xmlns:a16="http://schemas.microsoft.com/office/drawing/2014/main" id="{64F98DFA-E5D7-D938-415F-488D0DAF6A70}"/>
                </a:ext>
              </a:extLst>
            </p:cNvPr>
            <p:cNvSpPr/>
            <p:nvPr/>
          </p:nvSpPr>
          <p:spPr>
            <a:xfrm>
              <a:off x="4422875" y="3236475"/>
              <a:ext cx="284875" cy="162500"/>
            </a:xfrm>
            <a:custGeom>
              <a:avLst/>
              <a:gdLst/>
              <a:ahLst/>
              <a:cxnLst/>
              <a:rect l="l" t="t" r="r" b="b"/>
              <a:pathLst>
                <a:path w="11395" h="6500" extrusionOk="0">
                  <a:moveTo>
                    <a:pt x="440" y="0"/>
                  </a:moveTo>
                  <a:cubicBezTo>
                    <a:pt x="352" y="135"/>
                    <a:pt x="270" y="274"/>
                    <a:pt x="193" y="415"/>
                  </a:cubicBezTo>
                  <a:lnTo>
                    <a:pt x="191" y="415"/>
                  </a:lnTo>
                  <a:cubicBezTo>
                    <a:pt x="1" y="767"/>
                    <a:pt x="2303" y="2396"/>
                    <a:pt x="5337" y="4058"/>
                  </a:cubicBezTo>
                  <a:cubicBezTo>
                    <a:pt x="7981" y="5506"/>
                    <a:pt x="10305" y="6500"/>
                    <a:pt x="10986" y="6500"/>
                  </a:cubicBezTo>
                  <a:cubicBezTo>
                    <a:pt x="11087" y="6500"/>
                    <a:pt x="11151" y="6478"/>
                    <a:pt x="11176" y="6433"/>
                  </a:cubicBezTo>
                  <a:cubicBezTo>
                    <a:pt x="11255" y="6291"/>
                    <a:pt x="11326" y="6147"/>
                    <a:pt x="11394" y="6000"/>
                  </a:cubicBezTo>
                  <a:lnTo>
                    <a:pt x="11394" y="6000"/>
                  </a:lnTo>
                  <a:cubicBezTo>
                    <a:pt x="11360" y="6019"/>
                    <a:pt x="11310" y="6028"/>
                    <a:pt x="11244" y="6028"/>
                  </a:cubicBezTo>
                  <a:cubicBezTo>
                    <a:pt x="10562" y="6028"/>
                    <a:pt x="8237" y="5036"/>
                    <a:pt x="5594" y="3587"/>
                  </a:cubicBezTo>
                  <a:cubicBezTo>
                    <a:pt x="2697" y="2000"/>
                    <a:pt x="464" y="441"/>
                    <a:pt x="4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31;p36">
              <a:extLst>
                <a:ext uri="{FF2B5EF4-FFF2-40B4-BE49-F238E27FC236}">
                  <a16:creationId xmlns:a16="http://schemas.microsoft.com/office/drawing/2014/main" id="{0AB33762-8CB9-3888-63A1-E98854C2C9BE}"/>
                </a:ext>
              </a:extLst>
            </p:cNvPr>
            <p:cNvSpPr/>
            <p:nvPr/>
          </p:nvSpPr>
          <p:spPr>
            <a:xfrm>
              <a:off x="4433850" y="3137400"/>
              <a:ext cx="302375" cy="249825"/>
            </a:xfrm>
            <a:custGeom>
              <a:avLst/>
              <a:gdLst/>
              <a:ahLst/>
              <a:cxnLst/>
              <a:rect l="l" t="t" r="r" b="b"/>
              <a:pathLst>
                <a:path w="12095" h="9993" extrusionOk="0">
                  <a:moveTo>
                    <a:pt x="4816" y="1"/>
                  </a:moveTo>
                  <a:cubicBezTo>
                    <a:pt x="4816" y="1"/>
                    <a:pt x="3750" y="461"/>
                    <a:pt x="2529" y="1359"/>
                  </a:cubicBezTo>
                  <a:cubicBezTo>
                    <a:pt x="2453" y="1415"/>
                    <a:pt x="2377" y="1473"/>
                    <a:pt x="2300" y="1532"/>
                  </a:cubicBezTo>
                  <a:cubicBezTo>
                    <a:pt x="1488" y="2156"/>
                    <a:pt x="636" y="2970"/>
                    <a:pt x="1" y="3963"/>
                  </a:cubicBezTo>
                  <a:cubicBezTo>
                    <a:pt x="25" y="4404"/>
                    <a:pt x="2258" y="5963"/>
                    <a:pt x="5155" y="7552"/>
                  </a:cubicBezTo>
                  <a:cubicBezTo>
                    <a:pt x="7800" y="9000"/>
                    <a:pt x="10126" y="9993"/>
                    <a:pt x="10806" y="9993"/>
                  </a:cubicBezTo>
                  <a:cubicBezTo>
                    <a:pt x="10871" y="9993"/>
                    <a:pt x="10921" y="9983"/>
                    <a:pt x="10955" y="9964"/>
                  </a:cubicBezTo>
                  <a:cubicBezTo>
                    <a:pt x="11116" y="9616"/>
                    <a:pt x="11249" y="9257"/>
                    <a:pt x="11358" y="8900"/>
                  </a:cubicBezTo>
                  <a:cubicBezTo>
                    <a:pt x="11385" y="8809"/>
                    <a:pt x="11411" y="8718"/>
                    <a:pt x="11435" y="8627"/>
                  </a:cubicBezTo>
                  <a:cubicBezTo>
                    <a:pt x="12094" y="6188"/>
                    <a:pt x="11700" y="3772"/>
                    <a:pt x="11700" y="3772"/>
                  </a:cubicBezTo>
                  <a:lnTo>
                    <a:pt x="48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32;p36">
              <a:extLst>
                <a:ext uri="{FF2B5EF4-FFF2-40B4-BE49-F238E27FC236}">
                  <a16:creationId xmlns:a16="http://schemas.microsoft.com/office/drawing/2014/main" id="{D85AF482-822D-60DF-E002-1ADF6252969E}"/>
                </a:ext>
              </a:extLst>
            </p:cNvPr>
            <p:cNvSpPr/>
            <p:nvPr/>
          </p:nvSpPr>
          <p:spPr>
            <a:xfrm>
              <a:off x="5008550" y="2646000"/>
              <a:ext cx="577200" cy="331650"/>
            </a:xfrm>
            <a:custGeom>
              <a:avLst/>
              <a:gdLst/>
              <a:ahLst/>
              <a:cxnLst/>
              <a:rect l="l" t="t" r="r" b="b"/>
              <a:pathLst>
                <a:path w="23088" h="13266" extrusionOk="0">
                  <a:moveTo>
                    <a:pt x="21874" y="0"/>
                  </a:moveTo>
                  <a:cubicBezTo>
                    <a:pt x="21472" y="0"/>
                    <a:pt x="21087" y="228"/>
                    <a:pt x="20908" y="617"/>
                  </a:cubicBezTo>
                  <a:lnTo>
                    <a:pt x="19853" y="2890"/>
                  </a:lnTo>
                  <a:lnTo>
                    <a:pt x="19244" y="4204"/>
                  </a:lnTo>
                  <a:lnTo>
                    <a:pt x="18984" y="4767"/>
                  </a:lnTo>
                  <a:lnTo>
                    <a:pt x="18851" y="5055"/>
                  </a:lnTo>
                  <a:lnTo>
                    <a:pt x="18411" y="6003"/>
                  </a:lnTo>
                  <a:cubicBezTo>
                    <a:pt x="18074" y="6732"/>
                    <a:pt x="17645" y="7395"/>
                    <a:pt x="17147" y="7983"/>
                  </a:cubicBezTo>
                  <a:cubicBezTo>
                    <a:pt x="17086" y="8057"/>
                    <a:pt x="17021" y="8131"/>
                    <a:pt x="16956" y="8203"/>
                  </a:cubicBezTo>
                  <a:cubicBezTo>
                    <a:pt x="16301" y="8927"/>
                    <a:pt x="15538" y="9528"/>
                    <a:pt x="14703" y="9994"/>
                  </a:cubicBezTo>
                  <a:cubicBezTo>
                    <a:pt x="14622" y="10040"/>
                    <a:pt x="14538" y="10084"/>
                    <a:pt x="14455" y="10126"/>
                  </a:cubicBezTo>
                  <a:cubicBezTo>
                    <a:pt x="13584" y="10579"/>
                    <a:pt x="12642" y="10885"/>
                    <a:pt x="11666" y="11032"/>
                  </a:cubicBezTo>
                  <a:cubicBezTo>
                    <a:pt x="11574" y="11047"/>
                    <a:pt x="11480" y="11059"/>
                    <a:pt x="11385" y="11070"/>
                  </a:cubicBezTo>
                  <a:cubicBezTo>
                    <a:pt x="11043" y="11110"/>
                    <a:pt x="10699" y="11130"/>
                    <a:pt x="10353" y="11130"/>
                  </a:cubicBezTo>
                  <a:cubicBezTo>
                    <a:pt x="9477" y="11130"/>
                    <a:pt x="8591" y="11000"/>
                    <a:pt x="7722" y="10726"/>
                  </a:cubicBezTo>
                  <a:cubicBezTo>
                    <a:pt x="7633" y="10699"/>
                    <a:pt x="7542" y="10668"/>
                    <a:pt x="7452" y="10637"/>
                  </a:cubicBezTo>
                  <a:cubicBezTo>
                    <a:pt x="7380" y="10611"/>
                    <a:pt x="7307" y="10585"/>
                    <a:pt x="7234" y="10556"/>
                  </a:cubicBezTo>
                  <a:lnTo>
                    <a:pt x="1563" y="8402"/>
                  </a:lnTo>
                  <a:cubicBezTo>
                    <a:pt x="1439" y="8355"/>
                    <a:pt x="1312" y="8333"/>
                    <a:pt x="1186" y="8333"/>
                  </a:cubicBezTo>
                  <a:cubicBezTo>
                    <a:pt x="758" y="8333"/>
                    <a:pt x="353" y="8595"/>
                    <a:pt x="191" y="9020"/>
                  </a:cubicBezTo>
                  <a:cubicBezTo>
                    <a:pt x="0" y="9522"/>
                    <a:pt x="214" y="10079"/>
                    <a:pt x="673" y="10331"/>
                  </a:cubicBezTo>
                  <a:cubicBezTo>
                    <a:pt x="715" y="10355"/>
                    <a:pt x="760" y="10375"/>
                    <a:pt x="807" y="10393"/>
                  </a:cubicBezTo>
                  <a:lnTo>
                    <a:pt x="1842" y="10787"/>
                  </a:lnTo>
                  <a:lnTo>
                    <a:pt x="6479" y="12547"/>
                  </a:lnTo>
                  <a:cubicBezTo>
                    <a:pt x="6900" y="12707"/>
                    <a:pt x="7328" y="12841"/>
                    <a:pt x="7761" y="12948"/>
                  </a:cubicBezTo>
                  <a:cubicBezTo>
                    <a:pt x="7895" y="12980"/>
                    <a:pt x="8027" y="13010"/>
                    <a:pt x="8160" y="13037"/>
                  </a:cubicBezTo>
                  <a:cubicBezTo>
                    <a:pt x="8892" y="13189"/>
                    <a:pt x="9636" y="13265"/>
                    <a:pt x="10379" y="13265"/>
                  </a:cubicBezTo>
                  <a:cubicBezTo>
                    <a:pt x="10999" y="13265"/>
                    <a:pt x="11618" y="13213"/>
                    <a:pt x="12231" y="13107"/>
                  </a:cubicBezTo>
                  <a:cubicBezTo>
                    <a:pt x="12346" y="13089"/>
                    <a:pt x="12462" y="13066"/>
                    <a:pt x="12577" y="13042"/>
                  </a:cubicBezTo>
                  <a:cubicBezTo>
                    <a:pt x="13237" y="12907"/>
                    <a:pt x="13887" y="12710"/>
                    <a:pt x="14522" y="12451"/>
                  </a:cubicBezTo>
                  <a:cubicBezTo>
                    <a:pt x="15006" y="12254"/>
                    <a:pt x="15473" y="12024"/>
                    <a:pt x="15918" y="11765"/>
                  </a:cubicBezTo>
                  <a:cubicBezTo>
                    <a:pt x="16008" y="11712"/>
                    <a:pt x="16097" y="11659"/>
                    <a:pt x="16185" y="11603"/>
                  </a:cubicBezTo>
                  <a:cubicBezTo>
                    <a:pt x="17116" y="11026"/>
                    <a:pt x="17951" y="10314"/>
                    <a:pt x="18666" y="9492"/>
                  </a:cubicBezTo>
                  <a:cubicBezTo>
                    <a:pt x="18733" y="9416"/>
                    <a:pt x="18796" y="9339"/>
                    <a:pt x="18860" y="9261"/>
                  </a:cubicBezTo>
                  <a:cubicBezTo>
                    <a:pt x="19447" y="8548"/>
                    <a:pt x="19947" y="7756"/>
                    <a:pt x="20343" y="6900"/>
                  </a:cubicBezTo>
                  <a:lnTo>
                    <a:pt x="20733" y="6056"/>
                  </a:lnTo>
                  <a:lnTo>
                    <a:pt x="20862" y="5782"/>
                  </a:lnTo>
                  <a:lnTo>
                    <a:pt x="21751" y="3864"/>
                  </a:lnTo>
                  <a:lnTo>
                    <a:pt x="22840" y="1512"/>
                  </a:lnTo>
                  <a:cubicBezTo>
                    <a:pt x="23087" y="979"/>
                    <a:pt x="22856" y="346"/>
                    <a:pt x="22321" y="99"/>
                  </a:cubicBezTo>
                  <a:cubicBezTo>
                    <a:pt x="22176" y="32"/>
                    <a:pt x="22024" y="0"/>
                    <a:pt x="21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33;p36">
              <a:extLst>
                <a:ext uri="{FF2B5EF4-FFF2-40B4-BE49-F238E27FC236}">
                  <a16:creationId xmlns:a16="http://schemas.microsoft.com/office/drawing/2014/main" id="{20D49D5E-DB58-33C9-1C41-6CB36EB6F74E}"/>
                </a:ext>
              </a:extLst>
            </p:cNvPr>
            <p:cNvSpPr/>
            <p:nvPr/>
          </p:nvSpPr>
          <p:spPr>
            <a:xfrm>
              <a:off x="4444500" y="2590075"/>
              <a:ext cx="711075" cy="698300"/>
            </a:xfrm>
            <a:custGeom>
              <a:avLst/>
              <a:gdLst/>
              <a:ahLst/>
              <a:cxnLst/>
              <a:rect l="l" t="t" r="r" b="b"/>
              <a:pathLst>
                <a:path w="28443" h="27932" extrusionOk="0">
                  <a:moveTo>
                    <a:pt x="5556" y="0"/>
                  </a:moveTo>
                  <a:lnTo>
                    <a:pt x="1502" y="12131"/>
                  </a:lnTo>
                  <a:cubicBezTo>
                    <a:pt x="0" y="16623"/>
                    <a:pt x="1321" y="21379"/>
                    <a:pt x="4507" y="24475"/>
                  </a:cubicBezTo>
                  <a:cubicBezTo>
                    <a:pt x="4575" y="24541"/>
                    <a:pt x="4645" y="24608"/>
                    <a:pt x="4714" y="24672"/>
                  </a:cubicBezTo>
                  <a:cubicBezTo>
                    <a:pt x="5905" y="25774"/>
                    <a:pt x="7339" y="26651"/>
                    <a:pt x="8972" y="27209"/>
                  </a:cubicBezTo>
                  <a:cubicBezTo>
                    <a:pt x="9036" y="27230"/>
                    <a:pt x="9099" y="27251"/>
                    <a:pt x="9163" y="27272"/>
                  </a:cubicBezTo>
                  <a:cubicBezTo>
                    <a:pt x="9227" y="27294"/>
                    <a:pt x="9289" y="27315"/>
                    <a:pt x="9352" y="27335"/>
                  </a:cubicBezTo>
                  <a:cubicBezTo>
                    <a:pt x="9548" y="27400"/>
                    <a:pt x="9743" y="27457"/>
                    <a:pt x="9940" y="27512"/>
                  </a:cubicBezTo>
                  <a:cubicBezTo>
                    <a:pt x="10982" y="27795"/>
                    <a:pt x="12033" y="27931"/>
                    <a:pt x="13070" y="27931"/>
                  </a:cubicBezTo>
                  <a:cubicBezTo>
                    <a:pt x="18065" y="27931"/>
                    <a:pt x="22718" y="24773"/>
                    <a:pt x="24387" y="19779"/>
                  </a:cubicBezTo>
                  <a:lnTo>
                    <a:pt x="27146" y="11527"/>
                  </a:lnTo>
                  <a:lnTo>
                    <a:pt x="28442" y="7648"/>
                  </a:lnTo>
                  <a:lnTo>
                    <a:pt x="55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4;p36">
              <a:extLst>
                <a:ext uri="{FF2B5EF4-FFF2-40B4-BE49-F238E27FC236}">
                  <a16:creationId xmlns:a16="http://schemas.microsoft.com/office/drawing/2014/main" id="{4045C4AC-2824-8708-5E2E-E6A505FBF3D5}"/>
                </a:ext>
              </a:extLst>
            </p:cNvPr>
            <p:cNvSpPr/>
            <p:nvPr/>
          </p:nvSpPr>
          <p:spPr>
            <a:xfrm>
              <a:off x="4574225" y="2577925"/>
              <a:ext cx="590500" cy="215475"/>
            </a:xfrm>
            <a:custGeom>
              <a:avLst/>
              <a:gdLst/>
              <a:ahLst/>
              <a:cxnLst/>
              <a:rect l="l" t="t" r="r" b="b"/>
              <a:pathLst>
                <a:path w="23620" h="8619" extrusionOk="0">
                  <a:moveTo>
                    <a:pt x="1951" y="0"/>
                  </a:moveTo>
                  <a:cubicBezTo>
                    <a:pt x="1043" y="0"/>
                    <a:pt x="477" y="156"/>
                    <a:pt x="367" y="485"/>
                  </a:cubicBezTo>
                  <a:cubicBezTo>
                    <a:pt x="1" y="1581"/>
                    <a:pt x="4828" y="4181"/>
                    <a:pt x="11148" y="6294"/>
                  </a:cubicBezTo>
                  <a:cubicBezTo>
                    <a:pt x="15570" y="7771"/>
                    <a:pt x="19552" y="8618"/>
                    <a:pt x="21670" y="8618"/>
                  </a:cubicBezTo>
                  <a:cubicBezTo>
                    <a:pt x="22578" y="8618"/>
                    <a:pt x="23143" y="8463"/>
                    <a:pt x="23253" y="8134"/>
                  </a:cubicBezTo>
                  <a:cubicBezTo>
                    <a:pt x="23620" y="7037"/>
                    <a:pt x="18792" y="4436"/>
                    <a:pt x="12473" y="2325"/>
                  </a:cubicBezTo>
                  <a:cubicBezTo>
                    <a:pt x="8050" y="847"/>
                    <a:pt x="4068" y="0"/>
                    <a:pt x="19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35;p36">
              <a:extLst>
                <a:ext uri="{FF2B5EF4-FFF2-40B4-BE49-F238E27FC236}">
                  <a16:creationId xmlns:a16="http://schemas.microsoft.com/office/drawing/2014/main" id="{773D83F1-FB69-955E-DB35-FE96ACD68CB3}"/>
                </a:ext>
              </a:extLst>
            </p:cNvPr>
            <p:cNvSpPr/>
            <p:nvPr/>
          </p:nvSpPr>
          <p:spPr>
            <a:xfrm>
              <a:off x="4590900" y="2586800"/>
              <a:ext cx="557175" cy="197700"/>
            </a:xfrm>
            <a:custGeom>
              <a:avLst/>
              <a:gdLst/>
              <a:ahLst/>
              <a:cxnLst/>
              <a:rect l="l" t="t" r="r" b="b"/>
              <a:pathLst>
                <a:path w="22287" h="7908" extrusionOk="0">
                  <a:moveTo>
                    <a:pt x="1289" y="1"/>
                  </a:moveTo>
                  <a:cubicBezTo>
                    <a:pt x="358" y="1"/>
                    <a:pt x="61" y="168"/>
                    <a:pt x="37" y="242"/>
                  </a:cubicBezTo>
                  <a:cubicBezTo>
                    <a:pt x="0" y="351"/>
                    <a:pt x="329" y="1014"/>
                    <a:pt x="2601" y="2258"/>
                  </a:cubicBezTo>
                  <a:lnTo>
                    <a:pt x="2600" y="2258"/>
                  </a:lnTo>
                  <a:cubicBezTo>
                    <a:pt x="4629" y="3370"/>
                    <a:pt x="7468" y="4557"/>
                    <a:pt x="10593" y="5601"/>
                  </a:cubicBezTo>
                  <a:cubicBezTo>
                    <a:pt x="13631" y="6617"/>
                    <a:pt x="16552" y="7365"/>
                    <a:pt x="18819" y="7711"/>
                  </a:cubicBezTo>
                  <a:cubicBezTo>
                    <a:pt x="19779" y="7857"/>
                    <a:pt x="20485" y="7908"/>
                    <a:pt x="20998" y="7908"/>
                  </a:cubicBezTo>
                  <a:cubicBezTo>
                    <a:pt x="21929" y="7908"/>
                    <a:pt x="22226" y="7740"/>
                    <a:pt x="22250" y="7667"/>
                  </a:cubicBezTo>
                  <a:cubicBezTo>
                    <a:pt x="22286" y="7558"/>
                    <a:pt x="21958" y="6894"/>
                    <a:pt x="19686" y="5649"/>
                  </a:cubicBezTo>
                  <a:cubicBezTo>
                    <a:pt x="17656" y="4537"/>
                    <a:pt x="14817" y="3351"/>
                    <a:pt x="11694" y="2306"/>
                  </a:cubicBezTo>
                  <a:cubicBezTo>
                    <a:pt x="8657" y="1291"/>
                    <a:pt x="5735" y="542"/>
                    <a:pt x="3468" y="198"/>
                  </a:cubicBezTo>
                  <a:cubicBezTo>
                    <a:pt x="2508" y="52"/>
                    <a:pt x="1802" y="1"/>
                    <a:pt x="12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6;p36">
              <a:extLst>
                <a:ext uri="{FF2B5EF4-FFF2-40B4-BE49-F238E27FC236}">
                  <a16:creationId xmlns:a16="http://schemas.microsoft.com/office/drawing/2014/main" id="{2A3EE071-0A27-D0F4-F153-E59E120F801B}"/>
                </a:ext>
              </a:extLst>
            </p:cNvPr>
            <p:cNvSpPr/>
            <p:nvPr/>
          </p:nvSpPr>
          <p:spPr>
            <a:xfrm>
              <a:off x="4590825" y="2520000"/>
              <a:ext cx="586625" cy="223800"/>
            </a:xfrm>
            <a:custGeom>
              <a:avLst/>
              <a:gdLst/>
              <a:ahLst/>
              <a:cxnLst/>
              <a:rect l="l" t="t" r="r" b="b"/>
              <a:pathLst>
                <a:path w="23465" h="8952" extrusionOk="0">
                  <a:moveTo>
                    <a:pt x="644" y="1"/>
                  </a:moveTo>
                  <a:cubicBezTo>
                    <a:pt x="608" y="102"/>
                    <a:pt x="571" y="204"/>
                    <a:pt x="538" y="307"/>
                  </a:cubicBezTo>
                  <a:lnTo>
                    <a:pt x="367" y="817"/>
                  </a:lnTo>
                  <a:cubicBezTo>
                    <a:pt x="0" y="1914"/>
                    <a:pt x="4826" y="4513"/>
                    <a:pt x="11147" y="6626"/>
                  </a:cubicBezTo>
                  <a:cubicBezTo>
                    <a:pt x="15570" y="8104"/>
                    <a:pt x="19551" y="8952"/>
                    <a:pt x="21668" y="8952"/>
                  </a:cubicBezTo>
                  <a:cubicBezTo>
                    <a:pt x="22577" y="8952"/>
                    <a:pt x="23142" y="8796"/>
                    <a:pt x="23251" y="8467"/>
                  </a:cubicBezTo>
                  <a:lnTo>
                    <a:pt x="23422" y="7955"/>
                  </a:lnTo>
                  <a:cubicBezTo>
                    <a:pt x="23437" y="7912"/>
                    <a:pt x="23450" y="7871"/>
                    <a:pt x="23465" y="7829"/>
                  </a:cubicBezTo>
                  <a:lnTo>
                    <a:pt x="23465" y="7829"/>
                  </a:lnTo>
                  <a:cubicBezTo>
                    <a:pt x="23188" y="7920"/>
                    <a:pt x="22797" y="7965"/>
                    <a:pt x="22308" y="7965"/>
                  </a:cubicBezTo>
                  <a:cubicBezTo>
                    <a:pt x="20153" y="7965"/>
                    <a:pt x="16101" y="7102"/>
                    <a:pt x="11598" y="5598"/>
                  </a:cubicBezTo>
                  <a:cubicBezTo>
                    <a:pt x="5712" y="3630"/>
                    <a:pt x="1097" y="1246"/>
                    <a:pt x="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7;p36">
              <a:extLst>
                <a:ext uri="{FF2B5EF4-FFF2-40B4-BE49-F238E27FC236}">
                  <a16:creationId xmlns:a16="http://schemas.microsoft.com/office/drawing/2014/main" id="{576F34C1-9958-CC43-E405-61136C307E59}"/>
                </a:ext>
              </a:extLst>
            </p:cNvPr>
            <p:cNvSpPr/>
            <p:nvPr/>
          </p:nvSpPr>
          <p:spPr>
            <a:xfrm>
              <a:off x="4606925" y="2321525"/>
              <a:ext cx="621150" cy="397600"/>
            </a:xfrm>
            <a:custGeom>
              <a:avLst/>
              <a:gdLst/>
              <a:ahLst/>
              <a:cxnLst/>
              <a:rect l="l" t="t" r="r" b="b"/>
              <a:pathLst>
                <a:path w="24846" h="15904" extrusionOk="0">
                  <a:moveTo>
                    <a:pt x="11335" y="1"/>
                  </a:moveTo>
                  <a:cubicBezTo>
                    <a:pt x="9445" y="1"/>
                    <a:pt x="7603" y="449"/>
                    <a:pt x="5948" y="1274"/>
                  </a:cubicBezTo>
                  <a:cubicBezTo>
                    <a:pt x="3276" y="2607"/>
                    <a:pt x="1095" y="4929"/>
                    <a:pt x="0" y="7940"/>
                  </a:cubicBezTo>
                  <a:cubicBezTo>
                    <a:pt x="453" y="9185"/>
                    <a:pt x="5068" y="11569"/>
                    <a:pt x="10954" y="13537"/>
                  </a:cubicBezTo>
                  <a:cubicBezTo>
                    <a:pt x="15457" y="15041"/>
                    <a:pt x="19509" y="15904"/>
                    <a:pt x="21664" y="15904"/>
                  </a:cubicBezTo>
                  <a:cubicBezTo>
                    <a:pt x="22153" y="15904"/>
                    <a:pt x="22544" y="15859"/>
                    <a:pt x="22821" y="15768"/>
                  </a:cubicBezTo>
                  <a:cubicBezTo>
                    <a:pt x="24846" y="9483"/>
                    <a:pt x="21439" y="2725"/>
                    <a:pt x="15161" y="627"/>
                  </a:cubicBezTo>
                  <a:cubicBezTo>
                    <a:pt x="13892" y="202"/>
                    <a:pt x="12603" y="1"/>
                    <a:pt x="113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38;p36">
              <a:extLst>
                <a:ext uri="{FF2B5EF4-FFF2-40B4-BE49-F238E27FC236}">
                  <a16:creationId xmlns:a16="http://schemas.microsoft.com/office/drawing/2014/main" id="{88A0135C-65B9-AD1E-94DB-E08B703B38AD}"/>
                </a:ext>
              </a:extLst>
            </p:cNvPr>
            <p:cNvSpPr/>
            <p:nvPr/>
          </p:nvSpPr>
          <p:spPr>
            <a:xfrm>
              <a:off x="4719000" y="2826275"/>
              <a:ext cx="401475" cy="462100"/>
            </a:xfrm>
            <a:custGeom>
              <a:avLst/>
              <a:gdLst/>
              <a:ahLst/>
              <a:cxnLst/>
              <a:rect l="l" t="t" r="r" b="b"/>
              <a:pathLst>
                <a:path w="16059" h="18484" extrusionOk="0">
                  <a:moveTo>
                    <a:pt x="11689" y="0"/>
                  </a:moveTo>
                  <a:cubicBezTo>
                    <a:pt x="9277" y="0"/>
                    <a:pt x="6932" y="1498"/>
                    <a:pt x="6117" y="4063"/>
                  </a:cubicBezTo>
                  <a:cubicBezTo>
                    <a:pt x="5037" y="7462"/>
                    <a:pt x="3225" y="12146"/>
                    <a:pt x="585" y="15808"/>
                  </a:cubicBezTo>
                  <a:cubicBezTo>
                    <a:pt x="578" y="15816"/>
                    <a:pt x="573" y="15825"/>
                    <a:pt x="566" y="15833"/>
                  </a:cubicBezTo>
                  <a:cubicBezTo>
                    <a:pt x="1" y="16617"/>
                    <a:pt x="234" y="17632"/>
                    <a:pt x="911" y="18149"/>
                  </a:cubicBezTo>
                  <a:cubicBezTo>
                    <a:pt x="1175" y="18349"/>
                    <a:pt x="1506" y="18474"/>
                    <a:pt x="1882" y="18482"/>
                  </a:cubicBezTo>
                  <a:cubicBezTo>
                    <a:pt x="1950" y="18483"/>
                    <a:pt x="2019" y="18484"/>
                    <a:pt x="2087" y="18484"/>
                  </a:cubicBezTo>
                  <a:cubicBezTo>
                    <a:pt x="7084" y="18484"/>
                    <a:pt x="11738" y="15327"/>
                    <a:pt x="13407" y="10331"/>
                  </a:cubicBezTo>
                  <a:lnTo>
                    <a:pt x="15413" y="4330"/>
                  </a:lnTo>
                  <a:lnTo>
                    <a:pt x="15532" y="3972"/>
                  </a:lnTo>
                  <a:lnTo>
                    <a:pt x="15861" y="2988"/>
                  </a:lnTo>
                  <a:cubicBezTo>
                    <a:pt x="16058" y="2402"/>
                    <a:pt x="15875" y="1756"/>
                    <a:pt x="15402" y="1360"/>
                  </a:cubicBezTo>
                  <a:cubicBezTo>
                    <a:pt x="15098" y="1102"/>
                    <a:pt x="14777" y="885"/>
                    <a:pt x="14445" y="704"/>
                  </a:cubicBezTo>
                  <a:cubicBezTo>
                    <a:pt x="14375" y="666"/>
                    <a:pt x="14304" y="628"/>
                    <a:pt x="14233" y="593"/>
                  </a:cubicBezTo>
                  <a:cubicBezTo>
                    <a:pt x="13421" y="191"/>
                    <a:pt x="12550" y="0"/>
                    <a:pt x="116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39;p36">
              <a:extLst>
                <a:ext uri="{FF2B5EF4-FFF2-40B4-BE49-F238E27FC236}">
                  <a16:creationId xmlns:a16="http://schemas.microsoft.com/office/drawing/2014/main" id="{8FF12EE7-1206-BB57-D5E6-ED8EA71F83E5}"/>
                </a:ext>
              </a:extLst>
            </p:cNvPr>
            <p:cNvSpPr/>
            <p:nvPr/>
          </p:nvSpPr>
          <p:spPr>
            <a:xfrm>
              <a:off x="4705700" y="2820425"/>
              <a:ext cx="369125" cy="459575"/>
            </a:xfrm>
            <a:custGeom>
              <a:avLst/>
              <a:gdLst/>
              <a:ahLst/>
              <a:cxnLst/>
              <a:rect l="l" t="t" r="r" b="b"/>
              <a:pathLst>
                <a:path w="14765" h="18383" extrusionOk="0">
                  <a:moveTo>
                    <a:pt x="11794" y="1"/>
                  </a:moveTo>
                  <a:cubicBezTo>
                    <a:pt x="9383" y="1"/>
                    <a:pt x="7038" y="1497"/>
                    <a:pt x="6222" y="4063"/>
                  </a:cubicBezTo>
                  <a:lnTo>
                    <a:pt x="6223" y="4063"/>
                  </a:lnTo>
                  <a:cubicBezTo>
                    <a:pt x="5142" y="7463"/>
                    <a:pt x="3330" y="12145"/>
                    <a:pt x="690" y="15808"/>
                  </a:cubicBezTo>
                  <a:cubicBezTo>
                    <a:pt x="684" y="15817"/>
                    <a:pt x="678" y="15824"/>
                    <a:pt x="672" y="15833"/>
                  </a:cubicBezTo>
                  <a:cubicBezTo>
                    <a:pt x="1" y="16765"/>
                    <a:pt x="457" y="18022"/>
                    <a:pt x="1443" y="18383"/>
                  </a:cubicBezTo>
                  <a:cubicBezTo>
                    <a:pt x="766" y="17866"/>
                    <a:pt x="533" y="16851"/>
                    <a:pt x="1098" y="16067"/>
                  </a:cubicBezTo>
                  <a:cubicBezTo>
                    <a:pt x="1104" y="16059"/>
                    <a:pt x="1111" y="16050"/>
                    <a:pt x="1117" y="16041"/>
                  </a:cubicBezTo>
                  <a:cubicBezTo>
                    <a:pt x="3757" y="12378"/>
                    <a:pt x="5568" y="7696"/>
                    <a:pt x="6649" y="4296"/>
                  </a:cubicBezTo>
                  <a:cubicBezTo>
                    <a:pt x="7465" y="1731"/>
                    <a:pt x="9810" y="234"/>
                    <a:pt x="12221" y="234"/>
                  </a:cubicBezTo>
                  <a:cubicBezTo>
                    <a:pt x="13083" y="234"/>
                    <a:pt x="13953" y="425"/>
                    <a:pt x="14765" y="827"/>
                  </a:cubicBezTo>
                  <a:cubicBezTo>
                    <a:pt x="14694" y="785"/>
                    <a:pt x="14622" y="744"/>
                    <a:pt x="14551" y="704"/>
                  </a:cubicBezTo>
                  <a:cubicBezTo>
                    <a:pt x="13679" y="227"/>
                    <a:pt x="12732" y="1"/>
                    <a:pt x="117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0;p36">
              <a:extLst>
                <a:ext uri="{FF2B5EF4-FFF2-40B4-BE49-F238E27FC236}">
                  <a16:creationId xmlns:a16="http://schemas.microsoft.com/office/drawing/2014/main" id="{DC4067B5-5831-535E-60EB-440A1AA2B198}"/>
                </a:ext>
              </a:extLst>
            </p:cNvPr>
            <p:cNvSpPr/>
            <p:nvPr/>
          </p:nvSpPr>
          <p:spPr>
            <a:xfrm>
              <a:off x="5487750" y="2687725"/>
              <a:ext cx="86000" cy="65025"/>
            </a:xfrm>
            <a:custGeom>
              <a:avLst/>
              <a:gdLst/>
              <a:ahLst/>
              <a:cxnLst/>
              <a:rect l="l" t="t" r="r" b="b"/>
              <a:pathLst>
                <a:path w="3440" h="2601" extrusionOk="0">
                  <a:moveTo>
                    <a:pt x="546" y="1"/>
                  </a:moveTo>
                  <a:lnTo>
                    <a:pt x="83" y="1126"/>
                  </a:lnTo>
                  <a:cubicBezTo>
                    <a:pt x="1" y="1326"/>
                    <a:pt x="129" y="1588"/>
                    <a:pt x="401" y="1838"/>
                  </a:cubicBezTo>
                  <a:cubicBezTo>
                    <a:pt x="613" y="2035"/>
                    <a:pt x="911" y="2223"/>
                    <a:pt x="1264" y="2368"/>
                  </a:cubicBezTo>
                  <a:cubicBezTo>
                    <a:pt x="1642" y="2524"/>
                    <a:pt x="2013" y="2600"/>
                    <a:pt x="2315" y="2600"/>
                  </a:cubicBezTo>
                  <a:cubicBezTo>
                    <a:pt x="2342" y="2600"/>
                    <a:pt x="2369" y="2600"/>
                    <a:pt x="2395" y="2598"/>
                  </a:cubicBezTo>
                  <a:cubicBezTo>
                    <a:pt x="2689" y="2583"/>
                    <a:pt x="2906" y="2489"/>
                    <a:pt x="2976" y="2317"/>
                  </a:cubicBezTo>
                  <a:lnTo>
                    <a:pt x="3439" y="1191"/>
                  </a:lnTo>
                  <a:lnTo>
                    <a:pt x="5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41;p36">
              <a:extLst>
                <a:ext uri="{FF2B5EF4-FFF2-40B4-BE49-F238E27FC236}">
                  <a16:creationId xmlns:a16="http://schemas.microsoft.com/office/drawing/2014/main" id="{86C4BDB3-FA82-1381-8DD6-458F72486993}"/>
                </a:ext>
              </a:extLst>
            </p:cNvPr>
            <p:cNvSpPr/>
            <p:nvPr/>
          </p:nvSpPr>
          <p:spPr>
            <a:xfrm>
              <a:off x="5491475" y="2634400"/>
              <a:ext cx="118875" cy="90200"/>
            </a:xfrm>
            <a:custGeom>
              <a:avLst/>
              <a:gdLst/>
              <a:ahLst/>
              <a:cxnLst/>
              <a:rect l="l" t="t" r="r" b="b"/>
              <a:pathLst>
                <a:path w="4755" h="3608" extrusionOk="0">
                  <a:moveTo>
                    <a:pt x="488" y="1"/>
                  </a:moveTo>
                  <a:cubicBezTo>
                    <a:pt x="488" y="1"/>
                    <a:pt x="0" y="902"/>
                    <a:pt x="397" y="2134"/>
                  </a:cubicBezTo>
                  <a:cubicBezTo>
                    <a:pt x="250" y="2491"/>
                    <a:pt x="779" y="3047"/>
                    <a:pt x="1577" y="3376"/>
                  </a:cubicBezTo>
                  <a:cubicBezTo>
                    <a:pt x="1955" y="3530"/>
                    <a:pt x="2325" y="3607"/>
                    <a:pt x="2626" y="3607"/>
                  </a:cubicBezTo>
                  <a:cubicBezTo>
                    <a:pt x="2947" y="3607"/>
                    <a:pt x="3189" y="3520"/>
                    <a:pt x="3278" y="3348"/>
                  </a:cubicBezTo>
                  <a:lnTo>
                    <a:pt x="3290" y="3354"/>
                  </a:lnTo>
                  <a:cubicBezTo>
                    <a:pt x="4449" y="2779"/>
                    <a:pt x="4755" y="1802"/>
                    <a:pt x="4755" y="1802"/>
                  </a:cubicBezTo>
                  <a:lnTo>
                    <a:pt x="4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42;p36">
              <a:extLst>
                <a:ext uri="{FF2B5EF4-FFF2-40B4-BE49-F238E27FC236}">
                  <a16:creationId xmlns:a16="http://schemas.microsoft.com/office/drawing/2014/main" id="{A798DC9D-97C9-AD51-98A8-8E9707A5FC03}"/>
                </a:ext>
              </a:extLst>
            </p:cNvPr>
            <p:cNvSpPr/>
            <p:nvPr/>
          </p:nvSpPr>
          <p:spPr>
            <a:xfrm>
              <a:off x="5498250" y="2623925"/>
              <a:ext cx="117675" cy="64950"/>
            </a:xfrm>
            <a:custGeom>
              <a:avLst/>
              <a:gdLst/>
              <a:ahLst/>
              <a:cxnLst/>
              <a:rect l="l" t="t" r="r" b="b"/>
              <a:pathLst>
                <a:path w="4707" h="2598" extrusionOk="0">
                  <a:moveTo>
                    <a:pt x="1198" y="1"/>
                  </a:moveTo>
                  <a:cubicBezTo>
                    <a:pt x="701" y="1"/>
                    <a:pt x="331" y="142"/>
                    <a:pt x="217" y="420"/>
                  </a:cubicBezTo>
                  <a:cubicBezTo>
                    <a:pt x="0" y="947"/>
                    <a:pt x="780" y="1769"/>
                    <a:pt x="1960" y="2254"/>
                  </a:cubicBezTo>
                  <a:cubicBezTo>
                    <a:pt x="2517" y="2484"/>
                    <a:pt x="3064" y="2597"/>
                    <a:pt x="3509" y="2597"/>
                  </a:cubicBezTo>
                  <a:cubicBezTo>
                    <a:pt x="4006" y="2597"/>
                    <a:pt x="4375" y="2456"/>
                    <a:pt x="4490" y="2178"/>
                  </a:cubicBezTo>
                  <a:cubicBezTo>
                    <a:pt x="4707" y="1650"/>
                    <a:pt x="3926" y="829"/>
                    <a:pt x="2746" y="343"/>
                  </a:cubicBezTo>
                  <a:cubicBezTo>
                    <a:pt x="2189" y="114"/>
                    <a:pt x="1642" y="1"/>
                    <a:pt x="1198" y="1"/>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3;p36">
              <a:extLst>
                <a:ext uri="{FF2B5EF4-FFF2-40B4-BE49-F238E27FC236}">
                  <a16:creationId xmlns:a16="http://schemas.microsoft.com/office/drawing/2014/main" id="{EF1729EC-A4E6-41B8-C397-3E1CCE7E7006}"/>
                </a:ext>
              </a:extLst>
            </p:cNvPr>
            <p:cNvSpPr/>
            <p:nvPr/>
          </p:nvSpPr>
          <p:spPr>
            <a:xfrm>
              <a:off x="4786400" y="2462150"/>
              <a:ext cx="360800" cy="211625"/>
            </a:xfrm>
            <a:custGeom>
              <a:avLst/>
              <a:gdLst/>
              <a:ahLst/>
              <a:cxnLst/>
              <a:rect l="l" t="t" r="r" b="b"/>
              <a:pathLst>
                <a:path w="14432" h="8465" extrusionOk="0">
                  <a:moveTo>
                    <a:pt x="2547" y="0"/>
                  </a:moveTo>
                  <a:cubicBezTo>
                    <a:pt x="1724" y="0"/>
                    <a:pt x="984" y="572"/>
                    <a:pt x="804" y="1409"/>
                  </a:cubicBezTo>
                  <a:lnTo>
                    <a:pt x="210" y="4152"/>
                  </a:lnTo>
                  <a:cubicBezTo>
                    <a:pt x="1" y="5117"/>
                    <a:pt x="614" y="6068"/>
                    <a:pt x="1578" y="6276"/>
                  </a:cubicBezTo>
                  <a:lnTo>
                    <a:pt x="11505" y="8424"/>
                  </a:lnTo>
                  <a:cubicBezTo>
                    <a:pt x="11633" y="8451"/>
                    <a:pt x="11760" y="8465"/>
                    <a:pt x="11885" y="8465"/>
                  </a:cubicBezTo>
                  <a:cubicBezTo>
                    <a:pt x="12708" y="8465"/>
                    <a:pt x="13447" y="7893"/>
                    <a:pt x="13629" y="7056"/>
                  </a:cubicBezTo>
                  <a:lnTo>
                    <a:pt x="14222" y="4313"/>
                  </a:lnTo>
                  <a:cubicBezTo>
                    <a:pt x="14431" y="3348"/>
                    <a:pt x="13818" y="2397"/>
                    <a:pt x="12855" y="2189"/>
                  </a:cubicBezTo>
                  <a:lnTo>
                    <a:pt x="2927" y="41"/>
                  </a:lnTo>
                  <a:cubicBezTo>
                    <a:pt x="2800" y="14"/>
                    <a:pt x="2672" y="0"/>
                    <a:pt x="2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44;p36">
              <a:extLst>
                <a:ext uri="{FF2B5EF4-FFF2-40B4-BE49-F238E27FC236}">
                  <a16:creationId xmlns:a16="http://schemas.microsoft.com/office/drawing/2014/main" id="{5863B7A0-6474-8385-0397-72D749B2AE5E}"/>
                </a:ext>
              </a:extLst>
            </p:cNvPr>
            <p:cNvSpPr/>
            <p:nvPr/>
          </p:nvSpPr>
          <p:spPr>
            <a:xfrm>
              <a:off x="4841500" y="2474075"/>
              <a:ext cx="360800" cy="211625"/>
            </a:xfrm>
            <a:custGeom>
              <a:avLst/>
              <a:gdLst/>
              <a:ahLst/>
              <a:cxnLst/>
              <a:rect l="l" t="t" r="r" b="b"/>
              <a:pathLst>
                <a:path w="14432" h="8465" extrusionOk="0">
                  <a:moveTo>
                    <a:pt x="2547" y="1"/>
                  </a:moveTo>
                  <a:cubicBezTo>
                    <a:pt x="1724" y="1"/>
                    <a:pt x="985" y="572"/>
                    <a:pt x="803" y="1409"/>
                  </a:cubicBezTo>
                  <a:lnTo>
                    <a:pt x="210" y="4152"/>
                  </a:lnTo>
                  <a:cubicBezTo>
                    <a:pt x="1" y="5117"/>
                    <a:pt x="614" y="6067"/>
                    <a:pt x="1578" y="6276"/>
                  </a:cubicBezTo>
                  <a:lnTo>
                    <a:pt x="11505" y="8424"/>
                  </a:lnTo>
                  <a:cubicBezTo>
                    <a:pt x="11632" y="8451"/>
                    <a:pt x="11759" y="8465"/>
                    <a:pt x="11884" y="8465"/>
                  </a:cubicBezTo>
                  <a:cubicBezTo>
                    <a:pt x="12707" y="8465"/>
                    <a:pt x="13447" y="7892"/>
                    <a:pt x="13629" y="7056"/>
                  </a:cubicBezTo>
                  <a:lnTo>
                    <a:pt x="14222" y="4313"/>
                  </a:lnTo>
                  <a:cubicBezTo>
                    <a:pt x="14431" y="3348"/>
                    <a:pt x="13818" y="2397"/>
                    <a:pt x="12855" y="2189"/>
                  </a:cubicBezTo>
                  <a:lnTo>
                    <a:pt x="2927" y="41"/>
                  </a:lnTo>
                  <a:cubicBezTo>
                    <a:pt x="2799" y="14"/>
                    <a:pt x="2672" y="1"/>
                    <a:pt x="2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45;p36">
              <a:extLst>
                <a:ext uri="{FF2B5EF4-FFF2-40B4-BE49-F238E27FC236}">
                  <a16:creationId xmlns:a16="http://schemas.microsoft.com/office/drawing/2014/main" id="{6D8F89E0-AF38-858E-56CF-4DD2908044CB}"/>
                </a:ext>
              </a:extLst>
            </p:cNvPr>
            <p:cNvSpPr/>
            <p:nvPr/>
          </p:nvSpPr>
          <p:spPr>
            <a:xfrm>
              <a:off x="4852100" y="2482925"/>
              <a:ext cx="339600" cy="193900"/>
            </a:xfrm>
            <a:custGeom>
              <a:avLst/>
              <a:gdLst/>
              <a:ahLst/>
              <a:cxnLst/>
              <a:rect l="l" t="t" r="r" b="b"/>
              <a:pathLst>
                <a:path w="13584" h="7756" extrusionOk="0">
                  <a:moveTo>
                    <a:pt x="2125" y="0"/>
                  </a:moveTo>
                  <a:cubicBezTo>
                    <a:pt x="1466" y="0"/>
                    <a:pt x="871" y="460"/>
                    <a:pt x="726" y="1129"/>
                  </a:cubicBezTo>
                  <a:lnTo>
                    <a:pt x="133" y="3874"/>
                  </a:lnTo>
                  <a:cubicBezTo>
                    <a:pt x="1" y="4485"/>
                    <a:pt x="275" y="5106"/>
                    <a:pt x="816" y="5416"/>
                  </a:cubicBezTo>
                  <a:cubicBezTo>
                    <a:pt x="944" y="5490"/>
                    <a:pt x="1082" y="5543"/>
                    <a:pt x="1229" y="5575"/>
                  </a:cubicBezTo>
                  <a:lnTo>
                    <a:pt x="11155" y="7723"/>
                  </a:lnTo>
                  <a:cubicBezTo>
                    <a:pt x="11257" y="7745"/>
                    <a:pt x="11358" y="7755"/>
                    <a:pt x="11459" y="7755"/>
                  </a:cubicBezTo>
                  <a:cubicBezTo>
                    <a:pt x="12118" y="7755"/>
                    <a:pt x="12713" y="7297"/>
                    <a:pt x="12858" y="6626"/>
                  </a:cubicBezTo>
                  <a:lnTo>
                    <a:pt x="13451" y="3883"/>
                  </a:lnTo>
                  <a:cubicBezTo>
                    <a:pt x="13583" y="3271"/>
                    <a:pt x="13309" y="2652"/>
                    <a:pt x="12767" y="2340"/>
                  </a:cubicBezTo>
                  <a:cubicBezTo>
                    <a:pt x="12640" y="2266"/>
                    <a:pt x="12500" y="2212"/>
                    <a:pt x="12355" y="2181"/>
                  </a:cubicBezTo>
                  <a:lnTo>
                    <a:pt x="2427" y="33"/>
                  </a:lnTo>
                  <a:cubicBezTo>
                    <a:pt x="2326" y="11"/>
                    <a:pt x="2225" y="0"/>
                    <a:pt x="2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46;p36">
              <a:extLst>
                <a:ext uri="{FF2B5EF4-FFF2-40B4-BE49-F238E27FC236}">
                  <a16:creationId xmlns:a16="http://schemas.microsoft.com/office/drawing/2014/main" id="{409DAA60-D663-E45D-8E64-F3CF2AC54A12}"/>
                </a:ext>
              </a:extLst>
            </p:cNvPr>
            <p:cNvSpPr/>
            <p:nvPr/>
          </p:nvSpPr>
          <p:spPr>
            <a:xfrm>
              <a:off x="5110550" y="2563175"/>
              <a:ext cx="51225" cy="89100"/>
            </a:xfrm>
            <a:custGeom>
              <a:avLst/>
              <a:gdLst/>
              <a:ahLst/>
              <a:cxnLst/>
              <a:rect l="l" t="t" r="r" b="b"/>
              <a:pathLst>
                <a:path w="2049" h="3564" extrusionOk="0">
                  <a:moveTo>
                    <a:pt x="1252" y="1"/>
                  </a:moveTo>
                  <a:cubicBezTo>
                    <a:pt x="916" y="1"/>
                    <a:pt x="615" y="234"/>
                    <a:pt x="540" y="575"/>
                  </a:cubicBezTo>
                  <a:lnTo>
                    <a:pt x="86" y="2680"/>
                  </a:lnTo>
                  <a:cubicBezTo>
                    <a:pt x="1" y="3074"/>
                    <a:pt x="249" y="3462"/>
                    <a:pt x="643" y="3547"/>
                  </a:cubicBezTo>
                  <a:cubicBezTo>
                    <a:pt x="695" y="3558"/>
                    <a:pt x="746" y="3563"/>
                    <a:pt x="797" y="3563"/>
                  </a:cubicBezTo>
                  <a:cubicBezTo>
                    <a:pt x="1132" y="3563"/>
                    <a:pt x="1434" y="3330"/>
                    <a:pt x="1508" y="2988"/>
                  </a:cubicBezTo>
                  <a:lnTo>
                    <a:pt x="1964" y="882"/>
                  </a:lnTo>
                  <a:cubicBezTo>
                    <a:pt x="2049" y="490"/>
                    <a:pt x="1799" y="102"/>
                    <a:pt x="1406" y="17"/>
                  </a:cubicBezTo>
                  <a:cubicBezTo>
                    <a:pt x="1355" y="6"/>
                    <a:pt x="1303" y="1"/>
                    <a:pt x="12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47;p36">
              <a:extLst>
                <a:ext uri="{FF2B5EF4-FFF2-40B4-BE49-F238E27FC236}">
                  <a16:creationId xmlns:a16="http://schemas.microsoft.com/office/drawing/2014/main" id="{6849A968-3C47-BED0-4134-15B79C056FC5}"/>
                </a:ext>
              </a:extLst>
            </p:cNvPr>
            <p:cNvSpPr/>
            <p:nvPr/>
          </p:nvSpPr>
          <p:spPr>
            <a:xfrm>
              <a:off x="4967900" y="2531650"/>
              <a:ext cx="51275" cy="89075"/>
            </a:xfrm>
            <a:custGeom>
              <a:avLst/>
              <a:gdLst/>
              <a:ahLst/>
              <a:cxnLst/>
              <a:rect l="l" t="t" r="r" b="b"/>
              <a:pathLst>
                <a:path w="2051" h="3563" extrusionOk="0">
                  <a:moveTo>
                    <a:pt x="1253" y="0"/>
                  </a:moveTo>
                  <a:cubicBezTo>
                    <a:pt x="917" y="0"/>
                    <a:pt x="615" y="233"/>
                    <a:pt x="542" y="574"/>
                  </a:cubicBezTo>
                  <a:lnTo>
                    <a:pt x="87" y="2679"/>
                  </a:lnTo>
                  <a:cubicBezTo>
                    <a:pt x="1" y="3073"/>
                    <a:pt x="251" y="3461"/>
                    <a:pt x="645" y="3546"/>
                  </a:cubicBezTo>
                  <a:cubicBezTo>
                    <a:pt x="696" y="3557"/>
                    <a:pt x="748" y="3562"/>
                    <a:pt x="799" y="3562"/>
                  </a:cubicBezTo>
                  <a:cubicBezTo>
                    <a:pt x="1134" y="3562"/>
                    <a:pt x="1436" y="3329"/>
                    <a:pt x="1509" y="2988"/>
                  </a:cubicBezTo>
                  <a:lnTo>
                    <a:pt x="1965" y="883"/>
                  </a:lnTo>
                  <a:cubicBezTo>
                    <a:pt x="2050" y="489"/>
                    <a:pt x="1800" y="101"/>
                    <a:pt x="1408" y="17"/>
                  </a:cubicBezTo>
                  <a:cubicBezTo>
                    <a:pt x="1356" y="5"/>
                    <a:pt x="1304"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48;p36">
              <a:extLst>
                <a:ext uri="{FF2B5EF4-FFF2-40B4-BE49-F238E27FC236}">
                  <a16:creationId xmlns:a16="http://schemas.microsoft.com/office/drawing/2014/main" id="{F3C5607B-D428-D35D-7C47-16520536DA91}"/>
                </a:ext>
              </a:extLst>
            </p:cNvPr>
            <p:cNvSpPr/>
            <p:nvPr/>
          </p:nvSpPr>
          <p:spPr>
            <a:xfrm>
              <a:off x="5563000" y="2623925"/>
              <a:ext cx="144650" cy="69950"/>
            </a:xfrm>
            <a:custGeom>
              <a:avLst/>
              <a:gdLst/>
              <a:ahLst/>
              <a:cxnLst/>
              <a:rect l="l" t="t" r="r" b="b"/>
              <a:pathLst>
                <a:path w="5786" h="2798" extrusionOk="0">
                  <a:moveTo>
                    <a:pt x="5180" y="1"/>
                  </a:moveTo>
                  <a:cubicBezTo>
                    <a:pt x="4976" y="1"/>
                    <a:pt x="4781" y="119"/>
                    <a:pt x="4693" y="318"/>
                  </a:cubicBezTo>
                  <a:cubicBezTo>
                    <a:pt x="4307" y="1189"/>
                    <a:pt x="3451" y="1732"/>
                    <a:pt x="2525" y="1732"/>
                  </a:cubicBezTo>
                  <a:cubicBezTo>
                    <a:pt x="2390" y="1732"/>
                    <a:pt x="2252" y="1721"/>
                    <a:pt x="2115" y="1697"/>
                  </a:cubicBezTo>
                  <a:lnTo>
                    <a:pt x="662" y="1444"/>
                  </a:lnTo>
                  <a:cubicBezTo>
                    <a:pt x="632" y="1439"/>
                    <a:pt x="601" y="1436"/>
                    <a:pt x="571" y="1436"/>
                  </a:cubicBezTo>
                  <a:cubicBezTo>
                    <a:pt x="317" y="1436"/>
                    <a:pt x="92" y="1618"/>
                    <a:pt x="47" y="1877"/>
                  </a:cubicBezTo>
                  <a:cubicBezTo>
                    <a:pt x="0" y="2141"/>
                    <a:pt x="158" y="2394"/>
                    <a:pt x="405" y="2474"/>
                  </a:cubicBezTo>
                  <a:cubicBezTo>
                    <a:pt x="429" y="2483"/>
                    <a:pt x="453" y="2489"/>
                    <a:pt x="479" y="2493"/>
                  </a:cubicBezTo>
                  <a:lnTo>
                    <a:pt x="1932" y="2746"/>
                  </a:lnTo>
                  <a:cubicBezTo>
                    <a:pt x="2131" y="2781"/>
                    <a:pt x="2329" y="2798"/>
                    <a:pt x="2525" y="2798"/>
                  </a:cubicBezTo>
                  <a:cubicBezTo>
                    <a:pt x="3868" y="2798"/>
                    <a:pt x="5108" y="2011"/>
                    <a:pt x="5667" y="749"/>
                  </a:cubicBezTo>
                  <a:cubicBezTo>
                    <a:pt x="5785" y="479"/>
                    <a:pt x="5664" y="165"/>
                    <a:pt x="5394" y="46"/>
                  </a:cubicBezTo>
                  <a:cubicBezTo>
                    <a:pt x="5325" y="15"/>
                    <a:pt x="5252" y="1"/>
                    <a:pt x="5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49;p36">
              <a:extLst>
                <a:ext uri="{FF2B5EF4-FFF2-40B4-BE49-F238E27FC236}">
                  <a16:creationId xmlns:a16="http://schemas.microsoft.com/office/drawing/2014/main" id="{68446664-8679-4714-BD9F-968744FF4371}"/>
                </a:ext>
              </a:extLst>
            </p:cNvPr>
            <p:cNvSpPr/>
            <p:nvPr/>
          </p:nvSpPr>
          <p:spPr>
            <a:xfrm>
              <a:off x="5560725" y="2556250"/>
              <a:ext cx="98475" cy="106000"/>
            </a:xfrm>
            <a:custGeom>
              <a:avLst/>
              <a:gdLst/>
              <a:ahLst/>
              <a:cxnLst/>
              <a:rect l="l" t="t" r="r" b="b"/>
              <a:pathLst>
                <a:path w="3939" h="4240" extrusionOk="0">
                  <a:moveTo>
                    <a:pt x="3307" y="1"/>
                  </a:moveTo>
                  <a:cubicBezTo>
                    <a:pt x="3296" y="1"/>
                    <a:pt x="3285" y="1"/>
                    <a:pt x="3274" y="2"/>
                  </a:cubicBezTo>
                  <a:cubicBezTo>
                    <a:pt x="2980" y="20"/>
                    <a:pt x="2757" y="273"/>
                    <a:pt x="2777" y="567"/>
                  </a:cubicBezTo>
                  <a:cubicBezTo>
                    <a:pt x="2847" y="1658"/>
                    <a:pt x="2167" y="2650"/>
                    <a:pt x="1126" y="2980"/>
                  </a:cubicBezTo>
                  <a:lnTo>
                    <a:pt x="435" y="3200"/>
                  </a:lnTo>
                  <a:cubicBezTo>
                    <a:pt x="155" y="3289"/>
                    <a:pt x="1" y="3587"/>
                    <a:pt x="88" y="3868"/>
                  </a:cubicBezTo>
                  <a:cubicBezTo>
                    <a:pt x="148" y="4051"/>
                    <a:pt x="296" y="4181"/>
                    <a:pt x="472" y="4224"/>
                  </a:cubicBezTo>
                  <a:cubicBezTo>
                    <a:pt x="513" y="4234"/>
                    <a:pt x="555" y="4239"/>
                    <a:pt x="598" y="4239"/>
                  </a:cubicBezTo>
                  <a:cubicBezTo>
                    <a:pt x="651" y="4239"/>
                    <a:pt x="705" y="4231"/>
                    <a:pt x="758" y="4214"/>
                  </a:cubicBezTo>
                  <a:lnTo>
                    <a:pt x="1447" y="3995"/>
                  </a:lnTo>
                  <a:cubicBezTo>
                    <a:pt x="2956" y="3516"/>
                    <a:pt x="3939" y="2079"/>
                    <a:pt x="3839" y="499"/>
                  </a:cubicBezTo>
                  <a:cubicBezTo>
                    <a:pt x="3821" y="218"/>
                    <a:pt x="3587" y="1"/>
                    <a:pt x="3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50;p36">
              <a:extLst>
                <a:ext uri="{FF2B5EF4-FFF2-40B4-BE49-F238E27FC236}">
                  <a16:creationId xmlns:a16="http://schemas.microsoft.com/office/drawing/2014/main" id="{ABF35EE7-D041-C474-E4C7-85B4445892B9}"/>
                </a:ext>
              </a:extLst>
            </p:cNvPr>
            <p:cNvSpPr/>
            <p:nvPr/>
          </p:nvSpPr>
          <p:spPr>
            <a:xfrm>
              <a:off x="4873700" y="2352750"/>
              <a:ext cx="192300" cy="110800"/>
            </a:xfrm>
            <a:custGeom>
              <a:avLst/>
              <a:gdLst/>
              <a:ahLst/>
              <a:cxnLst/>
              <a:rect l="l" t="t" r="r" b="b"/>
              <a:pathLst>
                <a:path w="7692" h="4432" extrusionOk="0">
                  <a:moveTo>
                    <a:pt x="2638" y="0"/>
                  </a:moveTo>
                  <a:cubicBezTo>
                    <a:pt x="1529" y="0"/>
                    <a:pt x="620" y="328"/>
                    <a:pt x="229" y="900"/>
                  </a:cubicBezTo>
                  <a:cubicBezTo>
                    <a:pt x="150" y="1015"/>
                    <a:pt x="93" y="1141"/>
                    <a:pt x="58" y="1274"/>
                  </a:cubicBezTo>
                  <a:lnTo>
                    <a:pt x="58" y="1276"/>
                  </a:lnTo>
                  <a:cubicBezTo>
                    <a:pt x="0" y="1498"/>
                    <a:pt x="11" y="1729"/>
                    <a:pt x="84" y="1960"/>
                  </a:cubicBezTo>
                  <a:cubicBezTo>
                    <a:pt x="368" y="2881"/>
                    <a:pt x="1598" y="3807"/>
                    <a:pt x="3219" y="4220"/>
                  </a:cubicBezTo>
                  <a:cubicBezTo>
                    <a:pt x="3777" y="4364"/>
                    <a:pt x="4324" y="4431"/>
                    <a:pt x="4829" y="4431"/>
                  </a:cubicBezTo>
                  <a:cubicBezTo>
                    <a:pt x="6161" y="4431"/>
                    <a:pt x="7203" y="3960"/>
                    <a:pt x="7409" y="3157"/>
                  </a:cubicBezTo>
                  <a:cubicBezTo>
                    <a:pt x="7692" y="2048"/>
                    <a:pt x="6277" y="731"/>
                    <a:pt x="4246" y="211"/>
                  </a:cubicBezTo>
                  <a:cubicBezTo>
                    <a:pt x="3688" y="68"/>
                    <a:pt x="3142" y="0"/>
                    <a:pt x="26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51;p36">
              <a:extLst>
                <a:ext uri="{FF2B5EF4-FFF2-40B4-BE49-F238E27FC236}">
                  <a16:creationId xmlns:a16="http://schemas.microsoft.com/office/drawing/2014/main" id="{12EB1F65-4001-9940-4BAD-EA42C9EFA19D}"/>
                </a:ext>
              </a:extLst>
            </p:cNvPr>
            <p:cNvSpPr/>
            <p:nvPr/>
          </p:nvSpPr>
          <p:spPr>
            <a:xfrm>
              <a:off x="4873700" y="2375275"/>
              <a:ext cx="16175" cy="26500"/>
            </a:xfrm>
            <a:custGeom>
              <a:avLst/>
              <a:gdLst/>
              <a:ahLst/>
              <a:cxnLst/>
              <a:rect l="l" t="t" r="r" b="b"/>
              <a:pathLst>
                <a:path w="647" h="1060" extrusionOk="0">
                  <a:moveTo>
                    <a:pt x="227" y="1"/>
                  </a:moveTo>
                  <a:cubicBezTo>
                    <a:pt x="149" y="114"/>
                    <a:pt x="91" y="240"/>
                    <a:pt x="58" y="375"/>
                  </a:cubicBezTo>
                  <a:cubicBezTo>
                    <a:pt x="0" y="597"/>
                    <a:pt x="11" y="828"/>
                    <a:pt x="84" y="1059"/>
                  </a:cubicBezTo>
                  <a:cubicBezTo>
                    <a:pt x="330" y="1020"/>
                    <a:pt x="529" y="875"/>
                    <a:pt x="583" y="661"/>
                  </a:cubicBezTo>
                  <a:cubicBezTo>
                    <a:pt x="647" y="413"/>
                    <a:pt x="496" y="149"/>
                    <a:pt x="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52;p36">
              <a:extLst>
                <a:ext uri="{FF2B5EF4-FFF2-40B4-BE49-F238E27FC236}">
                  <a16:creationId xmlns:a16="http://schemas.microsoft.com/office/drawing/2014/main" id="{3B97C81B-449A-58CE-1081-05D00B3DDBD3}"/>
                </a:ext>
              </a:extLst>
            </p:cNvPr>
            <p:cNvSpPr/>
            <p:nvPr/>
          </p:nvSpPr>
          <p:spPr>
            <a:xfrm>
              <a:off x="4801900" y="2507750"/>
              <a:ext cx="50225" cy="71325"/>
            </a:xfrm>
            <a:custGeom>
              <a:avLst/>
              <a:gdLst/>
              <a:ahLst/>
              <a:cxnLst/>
              <a:rect l="l" t="t" r="r" b="b"/>
              <a:pathLst>
                <a:path w="2009" h="2853" extrusionOk="0">
                  <a:moveTo>
                    <a:pt x="1036" y="0"/>
                  </a:moveTo>
                  <a:cubicBezTo>
                    <a:pt x="887" y="0"/>
                    <a:pt x="753" y="104"/>
                    <a:pt x="720" y="255"/>
                  </a:cubicBezTo>
                  <a:lnTo>
                    <a:pt x="271" y="2327"/>
                  </a:lnTo>
                  <a:cubicBezTo>
                    <a:pt x="234" y="2501"/>
                    <a:pt x="0" y="2598"/>
                    <a:pt x="176" y="2636"/>
                  </a:cubicBezTo>
                  <a:lnTo>
                    <a:pt x="1139" y="2845"/>
                  </a:lnTo>
                  <a:cubicBezTo>
                    <a:pt x="1162" y="2850"/>
                    <a:pt x="1186" y="2852"/>
                    <a:pt x="1208" y="2852"/>
                  </a:cubicBezTo>
                  <a:cubicBezTo>
                    <a:pt x="1357" y="2852"/>
                    <a:pt x="1491" y="2749"/>
                    <a:pt x="1524" y="2596"/>
                  </a:cubicBezTo>
                  <a:lnTo>
                    <a:pt x="1971" y="526"/>
                  </a:lnTo>
                  <a:cubicBezTo>
                    <a:pt x="2009" y="352"/>
                    <a:pt x="1898" y="179"/>
                    <a:pt x="1724" y="141"/>
                  </a:cubicBezTo>
                  <a:lnTo>
                    <a:pt x="1105" y="8"/>
                  </a:lnTo>
                  <a:cubicBezTo>
                    <a:pt x="1081" y="3"/>
                    <a:pt x="1058" y="0"/>
                    <a:pt x="103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53;p36">
              <a:extLst>
                <a:ext uri="{FF2B5EF4-FFF2-40B4-BE49-F238E27FC236}">
                  <a16:creationId xmlns:a16="http://schemas.microsoft.com/office/drawing/2014/main" id="{DD18A51D-6632-2076-DBD3-01D0760D1CDE}"/>
                </a:ext>
              </a:extLst>
            </p:cNvPr>
            <p:cNvSpPr/>
            <p:nvPr/>
          </p:nvSpPr>
          <p:spPr>
            <a:xfrm>
              <a:off x="4799725" y="2506000"/>
              <a:ext cx="39675" cy="70200"/>
            </a:xfrm>
            <a:custGeom>
              <a:avLst/>
              <a:gdLst/>
              <a:ahLst/>
              <a:cxnLst/>
              <a:rect l="l" t="t" r="r" b="b"/>
              <a:pathLst>
                <a:path w="1587" h="2808" extrusionOk="0">
                  <a:moveTo>
                    <a:pt x="802" y="1"/>
                  </a:moveTo>
                  <a:cubicBezTo>
                    <a:pt x="653" y="1"/>
                    <a:pt x="519" y="104"/>
                    <a:pt x="487" y="255"/>
                  </a:cubicBezTo>
                  <a:lnTo>
                    <a:pt x="39" y="2327"/>
                  </a:lnTo>
                  <a:cubicBezTo>
                    <a:pt x="1" y="2501"/>
                    <a:pt x="112" y="2674"/>
                    <a:pt x="286" y="2712"/>
                  </a:cubicBezTo>
                  <a:lnTo>
                    <a:pt x="717" y="2800"/>
                  </a:lnTo>
                  <a:cubicBezTo>
                    <a:pt x="741" y="2805"/>
                    <a:pt x="764" y="2807"/>
                    <a:pt x="786" y="2807"/>
                  </a:cubicBezTo>
                  <a:cubicBezTo>
                    <a:pt x="935" y="2807"/>
                    <a:pt x="1069" y="2704"/>
                    <a:pt x="1102" y="2551"/>
                  </a:cubicBezTo>
                  <a:lnTo>
                    <a:pt x="1549" y="481"/>
                  </a:lnTo>
                  <a:cubicBezTo>
                    <a:pt x="1587" y="306"/>
                    <a:pt x="1476" y="134"/>
                    <a:pt x="1302" y="96"/>
                  </a:cubicBezTo>
                  <a:lnTo>
                    <a:pt x="870" y="8"/>
                  </a:lnTo>
                  <a:cubicBezTo>
                    <a:pt x="847" y="3"/>
                    <a:pt x="824" y="1"/>
                    <a:pt x="8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54;p36">
              <a:extLst>
                <a:ext uri="{FF2B5EF4-FFF2-40B4-BE49-F238E27FC236}">
                  <a16:creationId xmlns:a16="http://schemas.microsoft.com/office/drawing/2014/main" id="{3692BB6F-E1B6-BFD9-68D8-DE6EEE22DF62}"/>
                </a:ext>
              </a:extLst>
            </p:cNvPr>
            <p:cNvSpPr/>
            <p:nvPr/>
          </p:nvSpPr>
          <p:spPr>
            <a:xfrm>
              <a:off x="4812500" y="2313275"/>
              <a:ext cx="60150" cy="225100"/>
            </a:xfrm>
            <a:custGeom>
              <a:avLst/>
              <a:gdLst/>
              <a:ahLst/>
              <a:cxnLst/>
              <a:rect l="l" t="t" r="r" b="b"/>
              <a:pathLst>
                <a:path w="2406" h="9004" extrusionOk="0">
                  <a:moveTo>
                    <a:pt x="2107" y="1"/>
                  </a:moveTo>
                  <a:cubicBezTo>
                    <a:pt x="1980" y="1"/>
                    <a:pt x="1867" y="89"/>
                    <a:pt x="1839" y="216"/>
                  </a:cubicBezTo>
                  <a:lnTo>
                    <a:pt x="32" y="8671"/>
                  </a:lnTo>
                  <a:cubicBezTo>
                    <a:pt x="0" y="8818"/>
                    <a:pt x="94" y="8965"/>
                    <a:pt x="243" y="8997"/>
                  </a:cubicBezTo>
                  <a:cubicBezTo>
                    <a:pt x="262" y="9001"/>
                    <a:pt x="281" y="9003"/>
                    <a:pt x="300" y="9003"/>
                  </a:cubicBezTo>
                  <a:cubicBezTo>
                    <a:pt x="426" y="9003"/>
                    <a:pt x="539" y="8915"/>
                    <a:pt x="567" y="8786"/>
                  </a:cubicBezTo>
                  <a:lnTo>
                    <a:pt x="2374" y="331"/>
                  </a:lnTo>
                  <a:cubicBezTo>
                    <a:pt x="2406" y="184"/>
                    <a:pt x="2312" y="39"/>
                    <a:pt x="2165" y="7"/>
                  </a:cubicBezTo>
                  <a:cubicBezTo>
                    <a:pt x="2145" y="3"/>
                    <a:pt x="2126" y="1"/>
                    <a:pt x="2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55;p36">
              <a:extLst>
                <a:ext uri="{FF2B5EF4-FFF2-40B4-BE49-F238E27FC236}">
                  <a16:creationId xmlns:a16="http://schemas.microsoft.com/office/drawing/2014/main" id="{3FA52EE4-80CC-106E-2627-4154AB38A652}"/>
                </a:ext>
              </a:extLst>
            </p:cNvPr>
            <p:cNvSpPr/>
            <p:nvPr/>
          </p:nvSpPr>
          <p:spPr>
            <a:xfrm>
              <a:off x="5479800" y="2765175"/>
              <a:ext cx="50275" cy="32250"/>
            </a:xfrm>
            <a:custGeom>
              <a:avLst/>
              <a:gdLst/>
              <a:ahLst/>
              <a:cxnLst/>
              <a:rect l="l" t="t" r="r" b="b"/>
              <a:pathLst>
                <a:path w="2011" h="1290" extrusionOk="0">
                  <a:moveTo>
                    <a:pt x="134" y="0"/>
                  </a:moveTo>
                  <a:lnTo>
                    <a:pt x="1" y="288"/>
                  </a:lnTo>
                  <a:cubicBezTo>
                    <a:pt x="272" y="609"/>
                    <a:pt x="558" y="832"/>
                    <a:pt x="834" y="983"/>
                  </a:cubicBezTo>
                  <a:cubicBezTo>
                    <a:pt x="1228" y="1198"/>
                    <a:pt x="1602" y="1271"/>
                    <a:pt x="1883" y="1289"/>
                  </a:cubicBezTo>
                  <a:lnTo>
                    <a:pt x="2011" y="1015"/>
                  </a:lnTo>
                  <a:lnTo>
                    <a:pt x="2011" y="1015"/>
                  </a:lnTo>
                  <a:cubicBezTo>
                    <a:pt x="2008" y="1015"/>
                    <a:pt x="2006" y="1015"/>
                    <a:pt x="2004" y="1015"/>
                  </a:cubicBezTo>
                  <a:cubicBezTo>
                    <a:pt x="1583" y="1015"/>
                    <a:pt x="809" y="877"/>
                    <a:pt x="13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56;p36">
              <a:extLst>
                <a:ext uri="{FF2B5EF4-FFF2-40B4-BE49-F238E27FC236}">
                  <a16:creationId xmlns:a16="http://schemas.microsoft.com/office/drawing/2014/main" id="{65B7B546-8D14-B472-8660-91C5903FE7AC}"/>
                </a:ext>
              </a:extLst>
            </p:cNvPr>
            <p:cNvSpPr/>
            <p:nvPr/>
          </p:nvSpPr>
          <p:spPr>
            <a:xfrm>
              <a:off x="5432425" y="2845550"/>
              <a:ext cx="47625" cy="37750"/>
            </a:xfrm>
            <a:custGeom>
              <a:avLst/>
              <a:gdLst/>
              <a:ahLst/>
              <a:cxnLst/>
              <a:rect l="l" t="t" r="r" b="b"/>
              <a:pathLst>
                <a:path w="1905" h="1510" extrusionOk="0">
                  <a:moveTo>
                    <a:pt x="192" y="1"/>
                  </a:moveTo>
                  <a:cubicBezTo>
                    <a:pt x="129" y="75"/>
                    <a:pt x="66" y="149"/>
                    <a:pt x="1" y="221"/>
                  </a:cubicBezTo>
                  <a:cubicBezTo>
                    <a:pt x="352" y="726"/>
                    <a:pt x="773" y="1054"/>
                    <a:pt x="1163" y="1267"/>
                  </a:cubicBezTo>
                  <a:cubicBezTo>
                    <a:pt x="1358" y="1375"/>
                    <a:pt x="1546" y="1452"/>
                    <a:pt x="1711" y="1510"/>
                  </a:cubicBezTo>
                  <a:cubicBezTo>
                    <a:pt x="1778" y="1434"/>
                    <a:pt x="1841" y="1357"/>
                    <a:pt x="1905" y="1279"/>
                  </a:cubicBezTo>
                  <a:cubicBezTo>
                    <a:pt x="1440" y="1143"/>
                    <a:pt x="723" y="811"/>
                    <a:pt x="192"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57;p36">
              <a:extLst>
                <a:ext uri="{FF2B5EF4-FFF2-40B4-BE49-F238E27FC236}">
                  <a16:creationId xmlns:a16="http://schemas.microsoft.com/office/drawing/2014/main" id="{BFC452AC-1617-F4D8-8798-B14EA16A1D9D}"/>
                </a:ext>
              </a:extLst>
            </p:cNvPr>
            <p:cNvSpPr/>
            <p:nvPr/>
          </p:nvSpPr>
          <p:spPr>
            <a:xfrm>
              <a:off x="5369900" y="2895850"/>
              <a:ext cx="43275" cy="44300"/>
            </a:xfrm>
            <a:custGeom>
              <a:avLst/>
              <a:gdLst/>
              <a:ahLst/>
              <a:cxnLst/>
              <a:rect l="l" t="t" r="r" b="b"/>
              <a:pathLst>
                <a:path w="1731" h="1772" extrusionOk="0">
                  <a:moveTo>
                    <a:pt x="249" y="0"/>
                  </a:moveTo>
                  <a:cubicBezTo>
                    <a:pt x="168" y="46"/>
                    <a:pt x="84" y="90"/>
                    <a:pt x="1" y="132"/>
                  </a:cubicBezTo>
                  <a:cubicBezTo>
                    <a:pt x="342" y="940"/>
                    <a:pt x="948" y="1456"/>
                    <a:pt x="1464" y="1771"/>
                  </a:cubicBezTo>
                  <a:cubicBezTo>
                    <a:pt x="1554" y="1718"/>
                    <a:pt x="1643" y="1665"/>
                    <a:pt x="1731" y="1609"/>
                  </a:cubicBezTo>
                  <a:cubicBezTo>
                    <a:pt x="1223" y="1330"/>
                    <a:pt x="587" y="835"/>
                    <a:pt x="24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58;p36">
              <a:extLst>
                <a:ext uri="{FF2B5EF4-FFF2-40B4-BE49-F238E27FC236}">
                  <a16:creationId xmlns:a16="http://schemas.microsoft.com/office/drawing/2014/main" id="{5F6BD59F-349A-F13D-E65C-258CC63274D1}"/>
                </a:ext>
              </a:extLst>
            </p:cNvPr>
            <p:cNvSpPr/>
            <p:nvPr/>
          </p:nvSpPr>
          <p:spPr>
            <a:xfrm>
              <a:off x="5292900" y="2921750"/>
              <a:ext cx="30075" cy="51950"/>
            </a:xfrm>
            <a:custGeom>
              <a:avLst/>
              <a:gdLst/>
              <a:ahLst/>
              <a:cxnLst/>
              <a:rect l="l" t="t" r="r" b="b"/>
              <a:pathLst>
                <a:path w="1203" h="2078" extrusionOk="0">
                  <a:moveTo>
                    <a:pt x="294" y="0"/>
                  </a:moveTo>
                  <a:cubicBezTo>
                    <a:pt x="200" y="16"/>
                    <a:pt x="105" y="28"/>
                    <a:pt x="11" y="40"/>
                  </a:cubicBezTo>
                  <a:cubicBezTo>
                    <a:pt x="0" y="1050"/>
                    <a:pt x="468" y="1706"/>
                    <a:pt x="857" y="2077"/>
                  </a:cubicBezTo>
                  <a:cubicBezTo>
                    <a:pt x="972" y="2057"/>
                    <a:pt x="1088" y="2036"/>
                    <a:pt x="1203" y="2012"/>
                  </a:cubicBezTo>
                  <a:cubicBezTo>
                    <a:pt x="839" y="1724"/>
                    <a:pt x="264" y="1096"/>
                    <a:pt x="29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559;p36">
              <a:extLst>
                <a:ext uri="{FF2B5EF4-FFF2-40B4-BE49-F238E27FC236}">
                  <a16:creationId xmlns:a16="http://schemas.microsoft.com/office/drawing/2014/main" id="{4F883FD7-4C8A-15C2-6440-D5C99BAD2E92}"/>
                </a:ext>
              </a:extLst>
            </p:cNvPr>
            <p:cNvSpPr/>
            <p:nvPr/>
          </p:nvSpPr>
          <p:spPr>
            <a:xfrm>
              <a:off x="5185875" y="2911900"/>
              <a:ext cx="26675" cy="60050"/>
            </a:xfrm>
            <a:custGeom>
              <a:avLst/>
              <a:gdLst/>
              <a:ahLst/>
              <a:cxnLst/>
              <a:rect l="l" t="t" r="r" b="b"/>
              <a:pathLst>
                <a:path w="1067" h="2402" extrusionOk="0">
                  <a:moveTo>
                    <a:pt x="359" y="1"/>
                  </a:moveTo>
                  <a:lnTo>
                    <a:pt x="359" y="1"/>
                  </a:lnTo>
                  <a:cubicBezTo>
                    <a:pt x="0" y="912"/>
                    <a:pt x="299" y="1732"/>
                    <a:pt x="668" y="2311"/>
                  </a:cubicBezTo>
                  <a:cubicBezTo>
                    <a:pt x="800" y="2344"/>
                    <a:pt x="934" y="2374"/>
                    <a:pt x="1067" y="2401"/>
                  </a:cubicBezTo>
                  <a:cubicBezTo>
                    <a:pt x="665" y="1880"/>
                    <a:pt x="246" y="1043"/>
                    <a:pt x="631" y="90"/>
                  </a:cubicBezTo>
                  <a:cubicBezTo>
                    <a:pt x="540" y="63"/>
                    <a:pt x="450" y="32"/>
                    <a:pt x="35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560;p36">
              <a:extLst>
                <a:ext uri="{FF2B5EF4-FFF2-40B4-BE49-F238E27FC236}">
                  <a16:creationId xmlns:a16="http://schemas.microsoft.com/office/drawing/2014/main" id="{26D6E9B7-E7C6-2AF0-C0EB-4ECDF006386C}"/>
                </a:ext>
              </a:extLst>
            </p:cNvPr>
            <p:cNvSpPr/>
            <p:nvPr/>
          </p:nvSpPr>
          <p:spPr>
            <a:xfrm>
              <a:off x="4491350" y="3171375"/>
              <a:ext cx="228400" cy="188525"/>
            </a:xfrm>
            <a:custGeom>
              <a:avLst/>
              <a:gdLst/>
              <a:ahLst/>
              <a:cxnLst/>
              <a:rect l="l" t="t" r="r" b="b"/>
              <a:pathLst>
                <a:path w="9136" h="7541" extrusionOk="0">
                  <a:moveTo>
                    <a:pt x="229" y="0"/>
                  </a:moveTo>
                  <a:cubicBezTo>
                    <a:pt x="153" y="56"/>
                    <a:pt x="77" y="114"/>
                    <a:pt x="0" y="173"/>
                  </a:cubicBezTo>
                  <a:cubicBezTo>
                    <a:pt x="652" y="1229"/>
                    <a:pt x="1609" y="1856"/>
                    <a:pt x="1972" y="2068"/>
                  </a:cubicBezTo>
                  <a:cubicBezTo>
                    <a:pt x="1721" y="2419"/>
                    <a:pt x="1468" y="2810"/>
                    <a:pt x="1224" y="3243"/>
                  </a:cubicBezTo>
                  <a:lnTo>
                    <a:pt x="1165" y="3349"/>
                  </a:lnTo>
                  <a:lnTo>
                    <a:pt x="1260" y="3424"/>
                  </a:lnTo>
                  <a:cubicBezTo>
                    <a:pt x="2589" y="4481"/>
                    <a:pt x="3825" y="5275"/>
                    <a:pt x="4914" y="5871"/>
                  </a:cubicBezTo>
                  <a:cubicBezTo>
                    <a:pt x="6909" y="6964"/>
                    <a:pt x="8405" y="7391"/>
                    <a:pt x="9058" y="7541"/>
                  </a:cubicBezTo>
                  <a:cubicBezTo>
                    <a:pt x="9085" y="7450"/>
                    <a:pt x="9111" y="7359"/>
                    <a:pt x="9135" y="7268"/>
                  </a:cubicBezTo>
                  <a:cubicBezTo>
                    <a:pt x="8187" y="7053"/>
                    <a:pt x="5235" y="6196"/>
                    <a:pt x="1532" y="3278"/>
                  </a:cubicBezTo>
                  <a:cubicBezTo>
                    <a:pt x="1962" y="2528"/>
                    <a:pt x="2425" y="1907"/>
                    <a:pt x="2842" y="1420"/>
                  </a:cubicBezTo>
                  <a:cubicBezTo>
                    <a:pt x="2771" y="1356"/>
                    <a:pt x="2701" y="1289"/>
                    <a:pt x="2633" y="1223"/>
                  </a:cubicBezTo>
                  <a:cubicBezTo>
                    <a:pt x="2475" y="1408"/>
                    <a:pt x="2309" y="1612"/>
                    <a:pt x="2140" y="1838"/>
                  </a:cubicBezTo>
                  <a:cubicBezTo>
                    <a:pt x="1824" y="1653"/>
                    <a:pt x="859" y="1033"/>
                    <a:pt x="2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561;p36">
              <a:extLst>
                <a:ext uri="{FF2B5EF4-FFF2-40B4-BE49-F238E27FC236}">
                  <a16:creationId xmlns:a16="http://schemas.microsoft.com/office/drawing/2014/main" id="{1B698DB3-97FA-6934-BA6D-A4E1544F9A41}"/>
                </a:ext>
              </a:extLst>
            </p:cNvPr>
            <p:cNvSpPr/>
            <p:nvPr/>
          </p:nvSpPr>
          <p:spPr>
            <a:xfrm>
              <a:off x="5269600" y="2224200"/>
              <a:ext cx="826575" cy="449875"/>
            </a:xfrm>
            <a:custGeom>
              <a:avLst/>
              <a:gdLst/>
              <a:ahLst/>
              <a:cxnLst/>
              <a:rect l="l" t="t" r="r" b="b"/>
              <a:pathLst>
                <a:path w="33063" h="17995" extrusionOk="0">
                  <a:moveTo>
                    <a:pt x="0" y="0"/>
                  </a:moveTo>
                  <a:lnTo>
                    <a:pt x="0" y="17995"/>
                  </a:lnTo>
                  <a:lnTo>
                    <a:pt x="2533" y="15262"/>
                  </a:lnTo>
                  <a:lnTo>
                    <a:pt x="33062" y="15262"/>
                  </a:lnTo>
                  <a:lnTo>
                    <a:pt x="330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562;p36">
              <a:extLst>
                <a:ext uri="{FF2B5EF4-FFF2-40B4-BE49-F238E27FC236}">
                  <a16:creationId xmlns:a16="http://schemas.microsoft.com/office/drawing/2014/main" id="{ED8FEE29-8F68-BB28-D5BD-643E49B41102}"/>
                </a:ext>
              </a:extLst>
            </p:cNvPr>
            <p:cNvSpPr/>
            <p:nvPr/>
          </p:nvSpPr>
          <p:spPr>
            <a:xfrm>
              <a:off x="5851600" y="2306750"/>
              <a:ext cx="215675" cy="196525"/>
            </a:xfrm>
            <a:custGeom>
              <a:avLst/>
              <a:gdLst/>
              <a:ahLst/>
              <a:cxnLst/>
              <a:rect l="l" t="t" r="r" b="b"/>
              <a:pathLst>
                <a:path w="8627" h="7861" extrusionOk="0">
                  <a:moveTo>
                    <a:pt x="4313" y="0"/>
                  </a:moveTo>
                  <a:cubicBezTo>
                    <a:pt x="3307" y="0"/>
                    <a:pt x="2302" y="384"/>
                    <a:pt x="1534" y="1151"/>
                  </a:cubicBezTo>
                  <a:cubicBezTo>
                    <a:pt x="0" y="2687"/>
                    <a:pt x="0" y="5174"/>
                    <a:pt x="1534" y="6709"/>
                  </a:cubicBezTo>
                  <a:cubicBezTo>
                    <a:pt x="2302" y="7477"/>
                    <a:pt x="3307" y="7861"/>
                    <a:pt x="4313" y="7861"/>
                  </a:cubicBezTo>
                  <a:cubicBezTo>
                    <a:pt x="5319" y="7861"/>
                    <a:pt x="6325" y="7477"/>
                    <a:pt x="7092" y="6709"/>
                  </a:cubicBezTo>
                  <a:cubicBezTo>
                    <a:pt x="8626" y="5174"/>
                    <a:pt x="8626" y="2687"/>
                    <a:pt x="7092" y="1151"/>
                  </a:cubicBezTo>
                  <a:cubicBezTo>
                    <a:pt x="6325" y="384"/>
                    <a:pt x="5319" y="0"/>
                    <a:pt x="43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563;p36">
              <a:extLst>
                <a:ext uri="{FF2B5EF4-FFF2-40B4-BE49-F238E27FC236}">
                  <a16:creationId xmlns:a16="http://schemas.microsoft.com/office/drawing/2014/main" id="{22C6469E-D4B9-296B-7ED1-33EFC1C91BCE}"/>
                </a:ext>
              </a:extLst>
            </p:cNvPr>
            <p:cNvSpPr/>
            <p:nvPr/>
          </p:nvSpPr>
          <p:spPr>
            <a:xfrm>
              <a:off x="5312100" y="2329950"/>
              <a:ext cx="496750" cy="16000"/>
            </a:xfrm>
            <a:custGeom>
              <a:avLst/>
              <a:gdLst/>
              <a:ahLst/>
              <a:cxnLst/>
              <a:rect l="l" t="t" r="r" b="b"/>
              <a:pathLst>
                <a:path w="19870" h="640" extrusionOk="0">
                  <a:moveTo>
                    <a:pt x="320" y="1"/>
                  </a:moveTo>
                  <a:cubicBezTo>
                    <a:pt x="142" y="1"/>
                    <a:pt x="0" y="143"/>
                    <a:pt x="0" y="320"/>
                  </a:cubicBezTo>
                  <a:cubicBezTo>
                    <a:pt x="0" y="496"/>
                    <a:pt x="142" y="640"/>
                    <a:pt x="320" y="640"/>
                  </a:cubicBezTo>
                  <a:lnTo>
                    <a:pt x="19550" y="640"/>
                  </a:lnTo>
                  <a:cubicBezTo>
                    <a:pt x="19728" y="640"/>
                    <a:pt x="19870" y="496"/>
                    <a:pt x="19870" y="320"/>
                  </a:cubicBezTo>
                  <a:cubicBezTo>
                    <a:pt x="19870" y="143"/>
                    <a:pt x="19728" y="1"/>
                    <a:pt x="195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564;p36">
              <a:extLst>
                <a:ext uri="{FF2B5EF4-FFF2-40B4-BE49-F238E27FC236}">
                  <a16:creationId xmlns:a16="http://schemas.microsoft.com/office/drawing/2014/main" id="{D5090281-DC89-5870-B4B4-7FC3BCDDE0CD}"/>
                </a:ext>
              </a:extLst>
            </p:cNvPr>
            <p:cNvSpPr/>
            <p:nvPr/>
          </p:nvSpPr>
          <p:spPr>
            <a:xfrm>
              <a:off x="5623275" y="2389025"/>
              <a:ext cx="185575" cy="16000"/>
            </a:xfrm>
            <a:custGeom>
              <a:avLst/>
              <a:gdLst/>
              <a:ahLst/>
              <a:cxnLst/>
              <a:rect l="l" t="t" r="r" b="b"/>
              <a:pathLst>
                <a:path w="7423" h="640" extrusionOk="0">
                  <a:moveTo>
                    <a:pt x="320" y="1"/>
                  </a:moveTo>
                  <a:cubicBezTo>
                    <a:pt x="143" y="1"/>
                    <a:pt x="1" y="143"/>
                    <a:pt x="1" y="320"/>
                  </a:cubicBezTo>
                  <a:cubicBezTo>
                    <a:pt x="1" y="497"/>
                    <a:pt x="143" y="640"/>
                    <a:pt x="320" y="640"/>
                  </a:cubicBezTo>
                  <a:lnTo>
                    <a:pt x="7103" y="640"/>
                  </a:lnTo>
                  <a:cubicBezTo>
                    <a:pt x="7281" y="640"/>
                    <a:pt x="7423" y="497"/>
                    <a:pt x="7423" y="320"/>
                  </a:cubicBezTo>
                  <a:cubicBezTo>
                    <a:pt x="7423" y="143"/>
                    <a:pt x="7281" y="1"/>
                    <a:pt x="7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565;p36">
              <a:extLst>
                <a:ext uri="{FF2B5EF4-FFF2-40B4-BE49-F238E27FC236}">
                  <a16:creationId xmlns:a16="http://schemas.microsoft.com/office/drawing/2014/main" id="{58DCCCCA-1916-4355-BC8B-53FECEA6994E}"/>
                </a:ext>
              </a:extLst>
            </p:cNvPr>
            <p:cNvSpPr/>
            <p:nvPr/>
          </p:nvSpPr>
          <p:spPr>
            <a:xfrm>
              <a:off x="5308075" y="2389025"/>
              <a:ext cx="288225" cy="16000"/>
            </a:xfrm>
            <a:custGeom>
              <a:avLst/>
              <a:gdLst/>
              <a:ahLst/>
              <a:cxnLst/>
              <a:rect l="l" t="t" r="r" b="b"/>
              <a:pathLst>
                <a:path w="11529" h="640" extrusionOk="0">
                  <a:moveTo>
                    <a:pt x="320" y="1"/>
                  </a:moveTo>
                  <a:cubicBezTo>
                    <a:pt x="144" y="1"/>
                    <a:pt x="0" y="143"/>
                    <a:pt x="0" y="320"/>
                  </a:cubicBezTo>
                  <a:cubicBezTo>
                    <a:pt x="0" y="496"/>
                    <a:pt x="144" y="640"/>
                    <a:pt x="320" y="640"/>
                  </a:cubicBezTo>
                  <a:lnTo>
                    <a:pt x="11209" y="640"/>
                  </a:lnTo>
                  <a:cubicBezTo>
                    <a:pt x="11387" y="640"/>
                    <a:pt x="11529" y="496"/>
                    <a:pt x="11529" y="320"/>
                  </a:cubicBezTo>
                  <a:cubicBezTo>
                    <a:pt x="11529" y="143"/>
                    <a:pt x="11387" y="1"/>
                    <a:pt x="11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566;p36">
              <a:extLst>
                <a:ext uri="{FF2B5EF4-FFF2-40B4-BE49-F238E27FC236}">
                  <a16:creationId xmlns:a16="http://schemas.microsoft.com/office/drawing/2014/main" id="{7136B24E-8602-E189-D01F-350D30085B48}"/>
                </a:ext>
              </a:extLst>
            </p:cNvPr>
            <p:cNvSpPr/>
            <p:nvPr/>
          </p:nvSpPr>
          <p:spPr>
            <a:xfrm>
              <a:off x="5312100" y="2448100"/>
              <a:ext cx="496750" cy="16000"/>
            </a:xfrm>
            <a:custGeom>
              <a:avLst/>
              <a:gdLst/>
              <a:ahLst/>
              <a:cxnLst/>
              <a:rect l="l" t="t" r="r" b="b"/>
              <a:pathLst>
                <a:path w="19870" h="640" extrusionOk="0">
                  <a:moveTo>
                    <a:pt x="320" y="0"/>
                  </a:moveTo>
                  <a:cubicBezTo>
                    <a:pt x="142" y="0"/>
                    <a:pt x="0" y="144"/>
                    <a:pt x="0" y="320"/>
                  </a:cubicBezTo>
                  <a:cubicBezTo>
                    <a:pt x="0" y="497"/>
                    <a:pt x="142" y="640"/>
                    <a:pt x="320" y="640"/>
                  </a:cubicBezTo>
                  <a:lnTo>
                    <a:pt x="19550" y="640"/>
                  </a:lnTo>
                  <a:cubicBezTo>
                    <a:pt x="19728" y="640"/>
                    <a:pt x="19870" y="497"/>
                    <a:pt x="19870" y="320"/>
                  </a:cubicBezTo>
                  <a:cubicBezTo>
                    <a:pt x="19870" y="144"/>
                    <a:pt x="19728" y="0"/>
                    <a:pt x="19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567;p36">
              <a:extLst>
                <a:ext uri="{FF2B5EF4-FFF2-40B4-BE49-F238E27FC236}">
                  <a16:creationId xmlns:a16="http://schemas.microsoft.com/office/drawing/2014/main" id="{1E66720F-530C-0B09-DD56-5F1D754F9D04}"/>
                </a:ext>
              </a:extLst>
            </p:cNvPr>
            <p:cNvSpPr/>
            <p:nvPr/>
          </p:nvSpPr>
          <p:spPr>
            <a:xfrm>
              <a:off x="5657100" y="2507200"/>
              <a:ext cx="151750" cy="16025"/>
            </a:xfrm>
            <a:custGeom>
              <a:avLst/>
              <a:gdLst/>
              <a:ahLst/>
              <a:cxnLst/>
              <a:rect l="l" t="t" r="r" b="b"/>
              <a:pathLst>
                <a:path w="6070" h="641" extrusionOk="0">
                  <a:moveTo>
                    <a:pt x="320" y="1"/>
                  </a:moveTo>
                  <a:cubicBezTo>
                    <a:pt x="143" y="1"/>
                    <a:pt x="1" y="143"/>
                    <a:pt x="1" y="321"/>
                  </a:cubicBezTo>
                  <a:cubicBezTo>
                    <a:pt x="1" y="496"/>
                    <a:pt x="143" y="640"/>
                    <a:pt x="320" y="640"/>
                  </a:cubicBezTo>
                  <a:lnTo>
                    <a:pt x="5750" y="640"/>
                  </a:lnTo>
                  <a:cubicBezTo>
                    <a:pt x="5928" y="640"/>
                    <a:pt x="6070" y="496"/>
                    <a:pt x="6070" y="321"/>
                  </a:cubicBezTo>
                  <a:cubicBezTo>
                    <a:pt x="6070" y="143"/>
                    <a:pt x="5928" y="1"/>
                    <a:pt x="57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568;p36">
              <a:extLst>
                <a:ext uri="{FF2B5EF4-FFF2-40B4-BE49-F238E27FC236}">
                  <a16:creationId xmlns:a16="http://schemas.microsoft.com/office/drawing/2014/main" id="{42E7C022-247C-998D-B22E-BAB2E59FDD60}"/>
                </a:ext>
              </a:extLst>
            </p:cNvPr>
            <p:cNvSpPr/>
            <p:nvPr/>
          </p:nvSpPr>
          <p:spPr>
            <a:xfrm>
              <a:off x="5429550" y="2507200"/>
              <a:ext cx="201875" cy="16025"/>
            </a:xfrm>
            <a:custGeom>
              <a:avLst/>
              <a:gdLst/>
              <a:ahLst/>
              <a:cxnLst/>
              <a:rect l="l" t="t" r="r" b="b"/>
              <a:pathLst>
                <a:path w="8075" h="641" extrusionOk="0">
                  <a:moveTo>
                    <a:pt x="320" y="1"/>
                  </a:moveTo>
                  <a:cubicBezTo>
                    <a:pt x="145" y="1"/>
                    <a:pt x="1" y="143"/>
                    <a:pt x="1" y="321"/>
                  </a:cubicBezTo>
                  <a:cubicBezTo>
                    <a:pt x="1" y="496"/>
                    <a:pt x="145" y="640"/>
                    <a:pt x="320" y="640"/>
                  </a:cubicBezTo>
                  <a:lnTo>
                    <a:pt x="7754" y="640"/>
                  </a:lnTo>
                  <a:cubicBezTo>
                    <a:pt x="7932" y="640"/>
                    <a:pt x="8074" y="496"/>
                    <a:pt x="8074" y="321"/>
                  </a:cubicBezTo>
                  <a:cubicBezTo>
                    <a:pt x="8074" y="143"/>
                    <a:pt x="7932" y="1"/>
                    <a:pt x="77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569;p36">
              <a:extLst>
                <a:ext uri="{FF2B5EF4-FFF2-40B4-BE49-F238E27FC236}">
                  <a16:creationId xmlns:a16="http://schemas.microsoft.com/office/drawing/2014/main" id="{CC703F88-EF75-BEE0-8C64-A5329EB1FC24}"/>
                </a:ext>
              </a:extLst>
            </p:cNvPr>
            <p:cNvSpPr/>
            <p:nvPr/>
          </p:nvSpPr>
          <p:spPr>
            <a:xfrm>
              <a:off x="5493200" y="2531950"/>
              <a:ext cx="70325" cy="122725"/>
            </a:xfrm>
            <a:custGeom>
              <a:avLst/>
              <a:gdLst/>
              <a:ahLst/>
              <a:cxnLst/>
              <a:rect l="l" t="t" r="r" b="b"/>
              <a:pathLst>
                <a:path w="2813" h="4909" extrusionOk="0">
                  <a:moveTo>
                    <a:pt x="2207" y="1"/>
                  </a:moveTo>
                  <a:cubicBezTo>
                    <a:pt x="2100" y="1"/>
                    <a:pt x="1992" y="33"/>
                    <a:pt x="1899" y="100"/>
                  </a:cubicBezTo>
                  <a:cubicBezTo>
                    <a:pt x="832" y="859"/>
                    <a:pt x="237" y="1719"/>
                    <a:pt x="134" y="2655"/>
                  </a:cubicBezTo>
                  <a:cubicBezTo>
                    <a:pt x="1" y="3850"/>
                    <a:pt x="743" y="4696"/>
                    <a:pt x="775" y="4730"/>
                  </a:cubicBezTo>
                  <a:cubicBezTo>
                    <a:pt x="816" y="4777"/>
                    <a:pt x="864" y="4815"/>
                    <a:pt x="916" y="4843"/>
                  </a:cubicBezTo>
                  <a:cubicBezTo>
                    <a:pt x="995" y="4886"/>
                    <a:pt x="1084" y="4908"/>
                    <a:pt x="1172" y="4908"/>
                  </a:cubicBezTo>
                  <a:cubicBezTo>
                    <a:pt x="1298" y="4908"/>
                    <a:pt x="1425" y="4864"/>
                    <a:pt x="1526" y="4773"/>
                  </a:cubicBezTo>
                  <a:cubicBezTo>
                    <a:pt x="1744" y="4577"/>
                    <a:pt x="1764" y="4243"/>
                    <a:pt x="1570" y="4023"/>
                  </a:cubicBezTo>
                  <a:cubicBezTo>
                    <a:pt x="1555" y="4006"/>
                    <a:pt x="1108" y="3472"/>
                    <a:pt x="1193" y="2760"/>
                  </a:cubicBezTo>
                  <a:cubicBezTo>
                    <a:pt x="1267" y="2142"/>
                    <a:pt x="1712" y="1539"/>
                    <a:pt x="2515" y="968"/>
                  </a:cubicBezTo>
                  <a:cubicBezTo>
                    <a:pt x="2756" y="797"/>
                    <a:pt x="2812" y="465"/>
                    <a:pt x="2641" y="226"/>
                  </a:cubicBezTo>
                  <a:cubicBezTo>
                    <a:pt x="2538" y="79"/>
                    <a:pt x="2374" y="1"/>
                    <a:pt x="220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570;p36">
              <a:extLst>
                <a:ext uri="{FF2B5EF4-FFF2-40B4-BE49-F238E27FC236}">
                  <a16:creationId xmlns:a16="http://schemas.microsoft.com/office/drawing/2014/main" id="{7EC8E090-570F-87F5-8FD0-08511A0A119E}"/>
                </a:ext>
              </a:extLst>
            </p:cNvPr>
            <p:cNvSpPr/>
            <p:nvPr/>
          </p:nvSpPr>
          <p:spPr>
            <a:xfrm>
              <a:off x="5503650" y="2630150"/>
              <a:ext cx="104675" cy="57775"/>
            </a:xfrm>
            <a:custGeom>
              <a:avLst/>
              <a:gdLst/>
              <a:ahLst/>
              <a:cxnLst/>
              <a:rect l="l" t="t" r="r" b="b"/>
              <a:pathLst>
                <a:path w="4187" h="2311" extrusionOk="0">
                  <a:moveTo>
                    <a:pt x="1065" y="1"/>
                  </a:moveTo>
                  <a:cubicBezTo>
                    <a:pt x="624" y="1"/>
                    <a:pt x="296" y="126"/>
                    <a:pt x="193" y="374"/>
                  </a:cubicBezTo>
                  <a:cubicBezTo>
                    <a:pt x="1" y="843"/>
                    <a:pt x="695" y="1573"/>
                    <a:pt x="1744" y="2005"/>
                  </a:cubicBezTo>
                  <a:cubicBezTo>
                    <a:pt x="2240" y="2209"/>
                    <a:pt x="2726" y="2310"/>
                    <a:pt x="3122" y="2310"/>
                  </a:cubicBezTo>
                  <a:cubicBezTo>
                    <a:pt x="3563" y="2310"/>
                    <a:pt x="3891" y="2185"/>
                    <a:pt x="3994" y="1937"/>
                  </a:cubicBezTo>
                  <a:cubicBezTo>
                    <a:pt x="4186" y="1467"/>
                    <a:pt x="3492" y="737"/>
                    <a:pt x="2443" y="306"/>
                  </a:cubicBezTo>
                  <a:cubicBezTo>
                    <a:pt x="1947" y="102"/>
                    <a:pt x="1461" y="1"/>
                    <a:pt x="10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571;p36">
              <a:extLst>
                <a:ext uri="{FF2B5EF4-FFF2-40B4-BE49-F238E27FC236}">
                  <a16:creationId xmlns:a16="http://schemas.microsoft.com/office/drawing/2014/main" id="{9B3F6DD5-0885-E8F6-AC04-A5EB45E14B09}"/>
                </a:ext>
              </a:extLst>
            </p:cNvPr>
            <p:cNvSpPr/>
            <p:nvPr/>
          </p:nvSpPr>
          <p:spPr>
            <a:xfrm>
              <a:off x="5527175" y="2641900"/>
              <a:ext cx="59900" cy="34300"/>
            </a:xfrm>
            <a:custGeom>
              <a:avLst/>
              <a:gdLst/>
              <a:ahLst/>
              <a:cxnLst/>
              <a:rect l="l" t="t" r="r" b="b"/>
              <a:pathLst>
                <a:path w="2396" h="1372" extrusionOk="0">
                  <a:moveTo>
                    <a:pt x="542" y="0"/>
                  </a:moveTo>
                  <a:cubicBezTo>
                    <a:pt x="280" y="0"/>
                    <a:pt x="85" y="75"/>
                    <a:pt x="25" y="222"/>
                  </a:cubicBezTo>
                  <a:cubicBezTo>
                    <a:pt x="4" y="270"/>
                    <a:pt x="1" y="323"/>
                    <a:pt x="11" y="381"/>
                  </a:cubicBezTo>
                  <a:cubicBezTo>
                    <a:pt x="61" y="646"/>
                    <a:pt x="431" y="979"/>
                    <a:pt x="946" y="1190"/>
                  </a:cubicBezTo>
                  <a:cubicBezTo>
                    <a:pt x="1240" y="1311"/>
                    <a:pt x="1529" y="1371"/>
                    <a:pt x="1764" y="1371"/>
                  </a:cubicBezTo>
                  <a:cubicBezTo>
                    <a:pt x="1907" y="1371"/>
                    <a:pt x="2030" y="1349"/>
                    <a:pt x="2123" y="1305"/>
                  </a:cubicBezTo>
                  <a:cubicBezTo>
                    <a:pt x="2198" y="1269"/>
                    <a:pt x="2253" y="1217"/>
                    <a:pt x="2280" y="1150"/>
                  </a:cubicBezTo>
                  <a:cubicBezTo>
                    <a:pt x="2395" y="872"/>
                    <a:pt x="1983" y="437"/>
                    <a:pt x="1361" y="181"/>
                  </a:cubicBezTo>
                  <a:cubicBezTo>
                    <a:pt x="1066" y="60"/>
                    <a:pt x="777" y="0"/>
                    <a:pt x="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572;p36">
              <a:extLst>
                <a:ext uri="{FF2B5EF4-FFF2-40B4-BE49-F238E27FC236}">
                  <a16:creationId xmlns:a16="http://schemas.microsoft.com/office/drawing/2014/main" id="{6C42063E-8037-EF54-840B-8350E3BE2B6F}"/>
                </a:ext>
              </a:extLst>
            </p:cNvPr>
            <p:cNvSpPr/>
            <p:nvPr/>
          </p:nvSpPr>
          <p:spPr>
            <a:xfrm>
              <a:off x="5527450" y="2649750"/>
              <a:ext cx="52800" cy="26450"/>
            </a:xfrm>
            <a:custGeom>
              <a:avLst/>
              <a:gdLst/>
              <a:ahLst/>
              <a:cxnLst/>
              <a:rect l="l" t="t" r="r" b="b"/>
              <a:pathLst>
                <a:path w="2112" h="1058" extrusionOk="0">
                  <a:moveTo>
                    <a:pt x="357" y="1"/>
                  </a:moveTo>
                  <a:cubicBezTo>
                    <a:pt x="215" y="1"/>
                    <a:pt x="92" y="23"/>
                    <a:pt x="0" y="67"/>
                  </a:cubicBezTo>
                  <a:cubicBezTo>
                    <a:pt x="50" y="332"/>
                    <a:pt x="420" y="665"/>
                    <a:pt x="935" y="876"/>
                  </a:cubicBezTo>
                  <a:cubicBezTo>
                    <a:pt x="1229" y="997"/>
                    <a:pt x="1518" y="1057"/>
                    <a:pt x="1753" y="1057"/>
                  </a:cubicBezTo>
                  <a:cubicBezTo>
                    <a:pt x="1896" y="1057"/>
                    <a:pt x="2019" y="1035"/>
                    <a:pt x="2112" y="991"/>
                  </a:cubicBezTo>
                  <a:cubicBezTo>
                    <a:pt x="2062" y="724"/>
                    <a:pt x="1691" y="393"/>
                    <a:pt x="1177" y="182"/>
                  </a:cubicBezTo>
                  <a:cubicBezTo>
                    <a:pt x="881" y="61"/>
                    <a:pt x="592" y="1"/>
                    <a:pt x="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573;p36">
              <a:extLst>
                <a:ext uri="{FF2B5EF4-FFF2-40B4-BE49-F238E27FC236}">
                  <a16:creationId xmlns:a16="http://schemas.microsoft.com/office/drawing/2014/main" id="{C4834A33-EBAD-E4E0-0C20-28C5D99F3FCB}"/>
                </a:ext>
              </a:extLst>
            </p:cNvPr>
            <p:cNvSpPr/>
            <p:nvPr/>
          </p:nvSpPr>
          <p:spPr>
            <a:xfrm>
              <a:off x="5104300" y="2733650"/>
              <a:ext cx="443350" cy="244000"/>
            </a:xfrm>
            <a:custGeom>
              <a:avLst/>
              <a:gdLst/>
              <a:ahLst/>
              <a:cxnLst/>
              <a:rect l="l" t="t" r="r" b="b"/>
              <a:pathLst>
                <a:path w="17734" h="9760" extrusionOk="0">
                  <a:moveTo>
                    <a:pt x="15739" y="1"/>
                  </a:moveTo>
                  <a:lnTo>
                    <a:pt x="15416" y="698"/>
                  </a:lnTo>
                  <a:cubicBezTo>
                    <a:pt x="15477" y="798"/>
                    <a:pt x="15631" y="958"/>
                    <a:pt x="16025" y="1146"/>
                  </a:cubicBezTo>
                  <a:cubicBezTo>
                    <a:pt x="16588" y="1416"/>
                    <a:pt x="16802" y="2108"/>
                    <a:pt x="16494" y="2650"/>
                  </a:cubicBezTo>
                  <a:cubicBezTo>
                    <a:pt x="15065" y="5155"/>
                    <a:pt x="11958" y="9266"/>
                    <a:pt x="6459" y="9266"/>
                  </a:cubicBezTo>
                  <a:cubicBezTo>
                    <a:pt x="4623" y="9266"/>
                    <a:pt x="2519" y="8808"/>
                    <a:pt x="122" y="7677"/>
                  </a:cubicBezTo>
                  <a:lnTo>
                    <a:pt x="120" y="7677"/>
                  </a:lnTo>
                  <a:lnTo>
                    <a:pt x="1" y="8035"/>
                  </a:lnTo>
                  <a:lnTo>
                    <a:pt x="2649" y="9041"/>
                  </a:lnTo>
                  <a:cubicBezTo>
                    <a:pt x="3070" y="9201"/>
                    <a:pt x="3498" y="9335"/>
                    <a:pt x="3931" y="9441"/>
                  </a:cubicBezTo>
                  <a:cubicBezTo>
                    <a:pt x="4065" y="9474"/>
                    <a:pt x="4197" y="9504"/>
                    <a:pt x="4330" y="9531"/>
                  </a:cubicBezTo>
                  <a:cubicBezTo>
                    <a:pt x="5062" y="9683"/>
                    <a:pt x="5806" y="9759"/>
                    <a:pt x="6549" y="9759"/>
                  </a:cubicBezTo>
                  <a:cubicBezTo>
                    <a:pt x="7169" y="9759"/>
                    <a:pt x="7788" y="9707"/>
                    <a:pt x="8401" y="9601"/>
                  </a:cubicBezTo>
                  <a:cubicBezTo>
                    <a:pt x="8516" y="9581"/>
                    <a:pt x="8632" y="9560"/>
                    <a:pt x="8747" y="9536"/>
                  </a:cubicBezTo>
                  <a:cubicBezTo>
                    <a:pt x="9407" y="9401"/>
                    <a:pt x="10057" y="9204"/>
                    <a:pt x="10692" y="8945"/>
                  </a:cubicBezTo>
                  <a:cubicBezTo>
                    <a:pt x="11176" y="8748"/>
                    <a:pt x="11643" y="8518"/>
                    <a:pt x="12088" y="8258"/>
                  </a:cubicBezTo>
                  <a:cubicBezTo>
                    <a:pt x="12178" y="8206"/>
                    <a:pt x="12267" y="8153"/>
                    <a:pt x="12355" y="8097"/>
                  </a:cubicBezTo>
                  <a:cubicBezTo>
                    <a:pt x="13286" y="7520"/>
                    <a:pt x="14121" y="6806"/>
                    <a:pt x="14836" y="5984"/>
                  </a:cubicBezTo>
                  <a:cubicBezTo>
                    <a:pt x="14903" y="5910"/>
                    <a:pt x="14966" y="5833"/>
                    <a:pt x="15030" y="5755"/>
                  </a:cubicBezTo>
                  <a:cubicBezTo>
                    <a:pt x="15617" y="5042"/>
                    <a:pt x="16117" y="4250"/>
                    <a:pt x="16513" y="3392"/>
                  </a:cubicBezTo>
                  <a:lnTo>
                    <a:pt x="16903" y="2550"/>
                  </a:lnTo>
                  <a:lnTo>
                    <a:pt x="17032" y="2276"/>
                  </a:lnTo>
                  <a:lnTo>
                    <a:pt x="17733" y="761"/>
                  </a:lnTo>
                  <a:lnTo>
                    <a:pt x="17733" y="761"/>
                  </a:lnTo>
                  <a:cubicBezTo>
                    <a:pt x="17707" y="763"/>
                    <a:pt x="17680" y="763"/>
                    <a:pt x="17653" y="763"/>
                  </a:cubicBezTo>
                  <a:cubicBezTo>
                    <a:pt x="17351" y="763"/>
                    <a:pt x="16980" y="687"/>
                    <a:pt x="16602" y="531"/>
                  </a:cubicBezTo>
                  <a:cubicBezTo>
                    <a:pt x="16249" y="386"/>
                    <a:pt x="15951" y="198"/>
                    <a:pt x="1573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574;p36">
              <a:extLst>
                <a:ext uri="{FF2B5EF4-FFF2-40B4-BE49-F238E27FC236}">
                  <a16:creationId xmlns:a16="http://schemas.microsoft.com/office/drawing/2014/main" id="{2A1424BC-3065-2CD9-EBF2-30E5D6C8050B}"/>
                </a:ext>
              </a:extLst>
            </p:cNvPr>
            <p:cNvSpPr/>
            <p:nvPr/>
          </p:nvSpPr>
          <p:spPr>
            <a:xfrm>
              <a:off x="4549275" y="2667375"/>
              <a:ext cx="142750" cy="163300"/>
            </a:xfrm>
            <a:custGeom>
              <a:avLst/>
              <a:gdLst/>
              <a:ahLst/>
              <a:cxnLst/>
              <a:rect l="l" t="t" r="r" b="b"/>
              <a:pathLst>
                <a:path w="5710" h="6532" extrusionOk="0">
                  <a:moveTo>
                    <a:pt x="3284" y="0"/>
                  </a:moveTo>
                  <a:cubicBezTo>
                    <a:pt x="2143" y="0"/>
                    <a:pt x="978" y="1045"/>
                    <a:pt x="523" y="2573"/>
                  </a:cubicBezTo>
                  <a:cubicBezTo>
                    <a:pt x="1" y="4335"/>
                    <a:pt x="620" y="6074"/>
                    <a:pt x="1908" y="6457"/>
                  </a:cubicBezTo>
                  <a:cubicBezTo>
                    <a:pt x="2078" y="6507"/>
                    <a:pt x="2251" y="6532"/>
                    <a:pt x="2425" y="6532"/>
                  </a:cubicBezTo>
                  <a:cubicBezTo>
                    <a:pt x="3567" y="6532"/>
                    <a:pt x="4732" y="5488"/>
                    <a:pt x="5187" y="3959"/>
                  </a:cubicBezTo>
                  <a:cubicBezTo>
                    <a:pt x="5710" y="2197"/>
                    <a:pt x="5092" y="459"/>
                    <a:pt x="3803" y="75"/>
                  </a:cubicBezTo>
                  <a:cubicBezTo>
                    <a:pt x="3632" y="25"/>
                    <a:pt x="3458" y="0"/>
                    <a:pt x="3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575;p36">
              <a:extLst>
                <a:ext uri="{FF2B5EF4-FFF2-40B4-BE49-F238E27FC236}">
                  <a16:creationId xmlns:a16="http://schemas.microsoft.com/office/drawing/2014/main" id="{8AE2658A-54D0-455D-372D-1EAB41488BB2}"/>
                </a:ext>
              </a:extLst>
            </p:cNvPr>
            <p:cNvSpPr/>
            <p:nvPr/>
          </p:nvSpPr>
          <p:spPr>
            <a:xfrm>
              <a:off x="4539175" y="2681025"/>
              <a:ext cx="125200" cy="130775"/>
            </a:xfrm>
            <a:custGeom>
              <a:avLst/>
              <a:gdLst/>
              <a:ahLst/>
              <a:cxnLst/>
              <a:rect l="l" t="t" r="r" b="b"/>
              <a:pathLst>
                <a:path w="5008" h="5231" extrusionOk="0">
                  <a:moveTo>
                    <a:pt x="2952" y="0"/>
                  </a:moveTo>
                  <a:cubicBezTo>
                    <a:pt x="1968" y="0"/>
                    <a:pt x="770" y="643"/>
                    <a:pt x="420" y="1821"/>
                  </a:cubicBezTo>
                  <a:cubicBezTo>
                    <a:pt x="0" y="3228"/>
                    <a:pt x="951" y="4867"/>
                    <a:pt x="1981" y="5173"/>
                  </a:cubicBezTo>
                  <a:cubicBezTo>
                    <a:pt x="2111" y="5212"/>
                    <a:pt x="2242" y="5230"/>
                    <a:pt x="2374" y="5230"/>
                  </a:cubicBezTo>
                  <a:cubicBezTo>
                    <a:pt x="3290" y="5230"/>
                    <a:pt x="4223" y="4340"/>
                    <a:pt x="4588" y="3110"/>
                  </a:cubicBezTo>
                  <a:cubicBezTo>
                    <a:pt x="5008" y="1701"/>
                    <a:pt x="4525" y="381"/>
                    <a:pt x="3496" y="75"/>
                  </a:cubicBezTo>
                  <a:cubicBezTo>
                    <a:pt x="3328" y="25"/>
                    <a:pt x="3144" y="0"/>
                    <a:pt x="2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576;p36">
              <a:extLst>
                <a:ext uri="{FF2B5EF4-FFF2-40B4-BE49-F238E27FC236}">
                  <a16:creationId xmlns:a16="http://schemas.microsoft.com/office/drawing/2014/main" id="{C1B7421A-C03F-A590-DA5B-C5EB0F02EE26}"/>
                </a:ext>
              </a:extLst>
            </p:cNvPr>
            <p:cNvSpPr/>
            <p:nvPr/>
          </p:nvSpPr>
          <p:spPr>
            <a:xfrm>
              <a:off x="4558700" y="2709425"/>
              <a:ext cx="52075" cy="56600"/>
            </a:xfrm>
            <a:custGeom>
              <a:avLst/>
              <a:gdLst/>
              <a:ahLst/>
              <a:cxnLst/>
              <a:rect l="l" t="t" r="r" b="b"/>
              <a:pathLst>
                <a:path w="2083" h="2264" extrusionOk="0">
                  <a:moveTo>
                    <a:pt x="1336" y="0"/>
                  </a:moveTo>
                  <a:cubicBezTo>
                    <a:pt x="980" y="0"/>
                    <a:pt x="572" y="282"/>
                    <a:pt x="322" y="738"/>
                  </a:cubicBezTo>
                  <a:cubicBezTo>
                    <a:pt x="1" y="1324"/>
                    <a:pt x="63" y="1976"/>
                    <a:pt x="460" y="2192"/>
                  </a:cubicBezTo>
                  <a:cubicBezTo>
                    <a:pt x="548" y="2241"/>
                    <a:pt x="646" y="2264"/>
                    <a:pt x="747" y="2264"/>
                  </a:cubicBezTo>
                  <a:cubicBezTo>
                    <a:pt x="1104" y="2264"/>
                    <a:pt x="1511" y="1982"/>
                    <a:pt x="1761" y="1526"/>
                  </a:cubicBezTo>
                  <a:cubicBezTo>
                    <a:pt x="2082" y="940"/>
                    <a:pt x="2020" y="288"/>
                    <a:pt x="1623" y="72"/>
                  </a:cubicBezTo>
                  <a:cubicBezTo>
                    <a:pt x="1535" y="23"/>
                    <a:pt x="1438" y="0"/>
                    <a:pt x="13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577;p36">
              <a:extLst>
                <a:ext uri="{FF2B5EF4-FFF2-40B4-BE49-F238E27FC236}">
                  <a16:creationId xmlns:a16="http://schemas.microsoft.com/office/drawing/2014/main" id="{F37DE957-7357-CEC6-BDD0-744EA12167A3}"/>
                </a:ext>
              </a:extLst>
            </p:cNvPr>
            <p:cNvSpPr/>
            <p:nvPr/>
          </p:nvSpPr>
          <p:spPr>
            <a:xfrm>
              <a:off x="4570225" y="2711200"/>
              <a:ext cx="53825" cy="62125"/>
            </a:xfrm>
            <a:custGeom>
              <a:avLst/>
              <a:gdLst/>
              <a:ahLst/>
              <a:cxnLst/>
              <a:rect l="l" t="t" r="r" b="b"/>
              <a:pathLst>
                <a:path w="2153" h="2485" extrusionOk="0">
                  <a:moveTo>
                    <a:pt x="1162" y="1"/>
                  </a:moveTo>
                  <a:lnTo>
                    <a:pt x="1163" y="1"/>
                  </a:lnTo>
                  <a:lnTo>
                    <a:pt x="1163" y="1"/>
                  </a:lnTo>
                  <a:cubicBezTo>
                    <a:pt x="1163" y="1"/>
                    <a:pt x="1162" y="1"/>
                    <a:pt x="1162" y="1"/>
                  </a:cubicBezTo>
                  <a:close/>
                  <a:moveTo>
                    <a:pt x="1163" y="1"/>
                  </a:moveTo>
                  <a:lnTo>
                    <a:pt x="1163" y="1"/>
                  </a:lnTo>
                  <a:cubicBezTo>
                    <a:pt x="1559" y="218"/>
                    <a:pt x="1621" y="869"/>
                    <a:pt x="1300" y="1455"/>
                  </a:cubicBezTo>
                  <a:cubicBezTo>
                    <a:pt x="1050" y="1911"/>
                    <a:pt x="642" y="2193"/>
                    <a:pt x="286" y="2193"/>
                  </a:cubicBezTo>
                  <a:cubicBezTo>
                    <a:pt x="185" y="2193"/>
                    <a:pt x="88" y="2171"/>
                    <a:pt x="0" y="2123"/>
                  </a:cubicBezTo>
                  <a:lnTo>
                    <a:pt x="0" y="2123"/>
                  </a:lnTo>
                  <a:lnTo>
                    <a:pt x="530" y="2414"/>
                  </a:lnTo>
                  <a:cubicBezTo>
                    <a:pt x="619" y="2462"/>
                    <a:pt x="716" y="2485"/>
                    <a:pt x="817" y="2485"/>
                  </a:cubicBezTo>
                  <a:cubicBezTo>
                    <a:pt x="1174" y="2485"/>
                    <a:pt x="1582" y="2202"/>
                    <a:pt x="1832" y="1747"/>
                  </a:cubicBezTo>
                  <a:cubicBezTo>
                    <a:pt x="2153" y="1161"/>
                    <a:pt x="2091" y="510"/>
                    <a:pt x="1694" y="292"/>
                  </a:cubicBez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578;p36">
              <a:extLst>
                <a:ext uri="{FF2B5EF4-FFF2-40B4-BE49-F238E27FC236}">
                  <a16:creationId xmlns:a16="http://schemas.microsoft.com/office/drawing/2014/main" id="{4C37B4B6-601B-2AFB-3AE8-E1E7766B1D27}"/>
                </a:ext>
              </a:extLst>
            </p:cNvPr>
            <p:cNvSpPr/>
            <p:nvPr/>
          </p:nvSpPr>
          <p:spPr>
            <a:xfrm>
              <a:off x="4388650" y="2693800"/>
              <a:ext cx="248175" cy="388675"/>
            </a:xfrm>
            <a:custGeom>
              <a:avLst/>
              <a:gdLst/>
              <a:ahLst/>
              <a:cxnLst/>
              <a:rect l="l" t="t" r="r" b="b"/>
              <a:pathLst>
                <a:path w="9927" h="15547" extrusionOk="0">
                  <a:moveTo>
                    <a:pt x="5545" y="1"/>
                  </a:moveTo>
                  <a:cubicBezTo>
                    <a:pt x="5470" y="1"/>
                    <a:pt x="5395" y="3"/>
                    <a:pt x="5320" y="6"/>
                  </a:cubicBezTo>
                  <a:cubicBezTo>
                    <a:pt x="5202" y="11"/>
                    <a:pt x="5082" y="21"/>
                    <a:pt x="4962" y="35"/>
                  </a:cubicBezTo>
                  <a:cubicBezTo>
                    <a:pt x="4785" y="56"/>
                    <a:pt x="4610" y="85"/>
                    <a:pt x="4434" y="126"/>
                  </a:cubicBezTo>
                  <a:cubicBezTo>
                    <a:pt x="3786" y="271"/>
                    <a:pt x="3178" y="544"/>
                    <a:pt x="2645" y="921"/>
                  </a:cubicBezTo>
                  <a:cubicBezTo>
                    <a:pt x="2559" y="983"/>
                    <a:pt x="2472" y="1048"/>
                    <a:pt x="2390" y="1116"/>
                  </a:cubicBezTo>
                  <a:cubicBezTo>
                    <a:pt x="2066" y="1378"/>
                    <a:pt x="1774" y="1681"/>
                    <a:pt x="1523" y="2022"/>
                  </a:cubicBezTo>
                  <a:cubicBezTo>
                    <a:pt x="1185" y="2481"/>
                    <a:pt x="902" y="2975"/>
                    <a:pt x="679" y="3490"/>
                  </a:cubicBezTo>
                  <a:lnTo>
                    <a:pt x="679" y="3491"/>
                  </a:lnTo>
                  <a:cubicBezTo>
                    <a:pt x="635" y="3596"/>
                    <a:pt x="591" y="3702"/>
                    <a:pt x="552" y="3808"/>
                  </a:cubicBezTo>
                  <a:cubicBezTo>
                    <a:pt x="161" y="4841"/>
                    <a:pt x="0" y="5957"/>
                    <a:pt x="87" y="7077"/>
                  </a:cubicBezTo>
                  <a:cubicBezTo>
                    <a:pt x="94" y="7189"/>
                    <a:pt x="106" y="7301"/>
                    <a:pt x="120" y="7413"/>
                  </a:cubicBezTo>
                  <a:cubicBezTo>
                    <a:pt x="149" y="7655"/>
                    <a:pt x="191" y="7899"/>
                    <a:pt x="244" y="8140"/>
                  </a:cubicBezTo>
                  <a:cubicBezTo>
                    <a:pt x="443" y="9047"/>
                    <a:pt x="799" y="9885"/>
                    <a:pt x="1292" y="10630"/>
                  </a:cubicBezTo>
                  <a:cubicBezTo>
                    <a:pt x="1360" y="10733"/>
                    <a:pt x="1429" y="10833"/>
                    <a:pt x="1503" y="10930"/>
                  </a:cubicBezTo>
                  <a:cubicBezTo>
                    <a:pt x="2054" y="11680"/>
                    <a:pt x="2753" y="12324"/>
                    <a:pt x="3575" y="12834"/>
                  </a:cubicBezTo>
                  <a:cubicBezTo>
                    <a:pt x="3663" y="12890"/>
                    <a:pt x="3752" y="12943"/>
                    <a:pt x="3843" y="12995"/>
                  </a:cubicBezTo>
                  <a:cubicBezTo>
                    <a:pt x="3881" y="13016"/>
                    <a:pt x="3917" y="13037"/>
                    <a:pt x="3955" y="13057"/>
                  </a:cubicBezTo>
                  <a:lnTo>
                    <a:pt x="8260" y="15415"/>
                  </a:lnTo>
                  <a:cubicBezTo>
                    <a:pt x="8422" y="15504"/>
                    <a:pt x="8596" y="15547"/>
                    <a:pt x="8768" y="15547"/>
                  </a:cubicBezTo>
                  <a:cubicBezTo>
                    <a:pt x="8798" y="15547"/>
                    <a:pt x="8829" y="15545"/>
                    <a:pt x="8860" y="15542"/>
                  </a:cubicBezTo>
                  <a:cubicBezTo>
                    <a:pt x="9204" y="15514"/>
                    <a:pt x="9528" y="15318"/>
                    <a:pt x="9705" y="14994"/>
                  </a:cubicBezTo>
                  <a:cubicBezTo>
                    <a:pt x="9926" y="14590"/>
                    <a:pt x="9860" y="14108"/>
                    <a:pt x="9573" y="13781"/>
                  </a:cubicBezTo>
                  <a:cubicBezTo>
                    <a:pt x="9493" y="13690"/>
                    <a:pt x="9396" y="13610"/>
                    <a:pt x="9282" y="13549"/>
                  </a:cubicBezTo>
                  <a:lnTo>
                    <a:pt x="4978" y="11191"/>
                  </a:lnTo>
                  <a:cubicBezTo>
                    <a:pt x="4967" y="11185"/>
                    <a:pt x="4956" y="11178"/>
                    <a:pt x="4946" y="11171"/>
                  </a:cubicBezTo>
                  <a:cubicBezTo>
                    <a:pt x="4853" y="11121"/>
                    <a:pt x="4766" y="11069"/>
                    <a:pt x="4681" y="11015"/>
                  </a:cubicBezTo>
                  <a:cubicBezTo>
                    <a:pt x="3995" y="10585"/>
                    <a:pt x="3431" y="10024"/>
                    <a:pt x="3015" y="9370"/>
                  </a:cubicBezTo>
                  <a:cubicBezTo>
                    <a:pt x="2965" y="9290"/>
                    <a:pt x="2916" y="9209"/>
                    <a:pt x="2871" y="9128"/>
                  </a:cubicBezTo>
                  <a:cubicBezTo>
                    <a:pt x="2621" y="8682"/>
                    <a:pt x="2436" y="8198"/>
                    <a:pt x="2322" y="7683"/>
                  </a:cubicBezTo>
                  <a:cubicBezTo>
                    <a:pt x="2274" y="7463"/>
                    <a:pt x="2241" y="7242"/>
                    <a:pt x="2219" y="7021"/>
                  </a:cubicBezTo>
                  <a:cubicBezTo>
                    <a:pt x="2210" y="6924"/>
                    <a:pt x="2204" y="6827"/>
                    <a:pt x="2201" y="6730"/>
                  </a:cubicBezTo>
                  <a:cubicBezTo>
                    <a:pt x="2169" y="5921"/>
                    <a:pt x="2315" y="5111"/>
                    <a:pt x="2622" y="4374"/>
                  </a:cubicBezTo>
                  <a:cubicBezTo>
                    <a:pt x="2660" y="4285"/>
                    <a:pt x="2700" y="4197"/>
                    <a:pt x="2740" y="4109"/>
                  </a:cubicBezTo>
                  <a:cubicBezTo>
                    <a:pt x="2880" y="3822"/>
                    <a:pt x="3045" y="3546"/>
                    <a:pt x="3236" y="3288"/>
                  </a:cubicBezTo>
                  <a:cubicBezTo>
                    <a:pt x="3449" y="2999"/>
                    <a:pt x="3707" y="2761"/>
                    <a:pt x="3993" y="2576"/>
                  </a:cubicBezTo>
                  <a:cubicBezTo>
                    <a:pt x="4070" y="2528"/>
                    <a:pt x="4149" y="2483"/>
                    <a:pt x="4229" y="2442"/>
                  </a:cubicBezTo>
                  <a:cubicBezTo>
                    <a:pt x="4632" y="2234"/>
                    <a:pt x="5077" y="2126"/>
                    <a:pt x="5530" y="2126"/>
                  </a:cubicBezTo>
                  <a:cubicBezTo>
                    <a:pt x="5588" y="2126"/>
                    <a:pt x="5647" y="2127"/>
                    <a:pt x="5706" y="2131"/>
                  </a:cubicBezTo>
                  <a:cubicBezTo>
                    <a:pt x="5797" y="2136"/>
                    <a:pt x="5889" y="2145"/>
                    <a:pt x="5980" y="2160"/>
                  </a:cubicBezTo>
                  <a:cubicBezTo>
                    <a:pt x="6291" y="2207"/>
                    <a:pt x="6598" y="2307"/>
                    <a:pt x="6892" y="2460"/>
                  </a:cubicBezTo>
                  <a:cubicBezTo>
                    <a:pt x="7049" y="2542"/>
                    <a:pt x="7217" y="2580"/>
                    <a:pt x="7383" y="2580"/>
                  </a:cubicBezTo>
                  <a:cubicBezTo>
                    <a:pt x="7767" y="2580"/>
                    <a:pt x="8138" y="2372"/>
                    <a:pt x="8328" y="2007"/>
                  </a:cubicBezTo>
                  <a:cubicBezTo>
                    <a:pt x="8378" y="1911"/>
                    <a:pt x="8411" y="1810"/>
                    <a:pt x="8430" y="1710"/>
                  </a:cubicBezTo>
                  <a:cubicBezTo>
                    <a:pt x="8513" y="1262"/>
                    <a:pt x="8299" y="794"/>
                    <a:pt x="7875" y="571"/>
                  </a:cubicBezTo>
                  <a:cubicBezTo>
                    <a:pt x="7152" y="194"/>
                    <a:pt x="6351" y="1"/>
                    <a:pt x="5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579;p36">
              <a:extLst>
                <a:ext uri="{FF2B5EF4-FFF2-40B4-BE49-F238E27FC236}">
                  <a16:creationId xmlns:a16="http://schemas.microsoft.com/office/drawing/2014/main" id="{22C88377-01F1-096E-BB93-C23734A7A65B}"/>
                </a:ext>
              </a:extLst>
            </p:cNvPr>
            <p:cNvSpPr/>
            <p:nvPr/>
          </p:nvSpPr>
          <p:spPr>
            <a:xfrm>
              <a:off x="4536375" y="3004175"/>
              <a:ext cx="39600" cy="46225"/>
            </a:xfrm>
            <a:custGeom>
              <a:avLst/>
              <a:gdLst/>
              <a:ahLst/>
              <a:cxnLst/>
              <a:rect l="l" t="t" r="r" b="b"/>
              <a:pathLst>
                <a:path w="1584" h="1849" extrusionOk="0">
                  <a:moveTo>
                    <a:pt x="1306" y="1"/>
                  </a:moveTo>
                  <a:cubicBezTo>
                    <a:pt x="888" y="283"/>
                    <a:pt x="311" y="813"/>
                    <a:pt x="0" y="1713"/>
                  </a:cubicBezTo>
                  <a:lnTo>
                    <a:pt x="249" y="1849"/>
                  </a:lnTo>
                  <a:cubicBezTo>
                    <a:pt x="561" y="884"/>
                    <a:pt x="1197" y="380"/>
                    <a:pt x="1583" y="152"/>
                  </a:cubicBezTo>
                  <a:lnTo>
                    <a:pt x="1306" y="1"/>
                  </a:ln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580;p36">
              <a:extLst>
                <a:ext uri="{FF2B5EF4-FFF2-40B4-BE49-F238E27FC236}">
                  <a16:creationId xmlns:a16="http://schemas.microsoft.com/office/drawing/2014/main" id="{E961FA79-1DCD-DD40-0683-521AB0822D12}"/>
                </a:ext>
              </a:extLst>
            </p:cNvPr>
            <p:cNvSpPr/>
            <p:nvPr/>
          </p:nvSpPr>
          <p:spPr>
            <a:xfrm>
              <a:off x="4478025" y="2969150"/>
              <a:ext cx="34275" cy="49525"/>
            </a:xfrm>
            <a:custGeom>
              <a:avLst/>
              <a:gdLst/>
              <a:ahLst/>
              <a:cxnLst/>
              <a:rect l="l" t="t" r="r" b="b"/>
              <a:pathLst>
                <a:path w="1371" h="1981" extrusionOk="0">
                  <a:moveTo>
                    <a:pt x="1106" y="1"/>
                  </a:moveTo>
                  <a:cubicBezTo>
                    <a:pt x="624" y="327"/>
                    <a:pt x="114" y="885"/>
                    <a:pt x="0" y="1820"/>
                  </a:cubicBezTo>
                  <a:cubicBezTo>
                    <a:pt x="88" y="1876"/>
                    <a:pt x="177" y="1929"/>
                    <a:pt x="268" y="1981"/>
                  </a:cubicBezTo>
                  <a:cubicBezTo>
                    <a:pt x="345" y="985"/>
                    <a:pt x="894" y="443"/>
                    <a:pt x="1371" y="157"/>
                  </a:cubicBezTo>
                  <a:cubicBezTo>
                    <a:pt x="1280" y="107"/>
                    <a:pt x="1191" y="55"/>
                    <a:pt x="1106"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581;p36">
              <a:extLst>
                <a:ext uri="{FF2B5EF4-FFF2-40B4-BE49-F238E27FC236}">
                  <a16:creationId xmlns:a16="http://schemas.microsoft.com/office/drawing/2014/main" id="{43CE4D71-9F3D-8D00-F0F1-5EB06B1B8D13}"/>
                </a:ext>
              </a:extLst>
            </p:cNvPr>
            <p:cNvSpPr/>
            <p:nvPr/>
          </p:nvSpPr>
          <p:spPr>
            <a:xfrm>
              <a:off x="4420950" y="2921975"/>
              <a:ext cx="43075" cy="45100"/>
            </a:xfrm>
            <a:custGeom>
              <a:avLst/>
              <a:gdLst/>
              <a:ahLst/>
              <a:cxnLst/>
              <a:rect l="l" t="t" r="r" b="b"/>
              <a:pathLst>
                <a:path w="1723" h="1804" extrusionOk="0">
                  <a:moveTo>
                    <a:pt x="1579" y="1"/>
                  </a:moveTo>
                  <a:cubicBezTo>
                    <a:pt x="1005" y="190"/>
                    <a:pt x="303" y="603"/>
                    <a:pt x="0" y="1503"/>
                  </a:cubicBezTo>
                  <a:cubicBezTo>
                    <a:pt x="67" y="1606"/>
                    <a:pt x="137" y="1705"/>
                    <a:pt x="211" y="1803"/>
                  </a:cubicBezTo>
                  <a:cubicBezTo>
                    <a:pt x="443" y="818"/>
                    <a:pt x="1162" y="411"/>
                    <a:pt x="1723" y="243"/>
                  </a:cubicBezTo>
                  <a:cubicBezTo>
                    <a:pt x="1673" y="163"/>
                    <a:pt x="1626" y="82"/>
                    <a:pt x="157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582;p36">
              <a:extLst>
                <a:ext uri="{FF2B5EF4-FFF2-40B4-BE49-F238E27FC236}">
                  <a16:creationId xmlns:a16="http://schemas.microsoft.com/office/drawing/2014/main" id="{00F02768-9938-B865-9DD7-C57CC624C865}"/>
                </a:ext>
              </a:extLst>
            </p:cNvPr>
            <p:cNvSpPr/>
            <p:nvPr/>
          </p:nvSpPr>
          <p:spPr>
            <a:xfrm>
              <a:off x="4390800" y="2860925"/>
              <a:ext cx="53375" cy="18200"/>
            </a:xfrm>
            <a:custGeom>
              <a:avLst/>
              <a:gdLst/>
              <a:ahLst/>
              <a:cxnLst/>
              <a:rect l="l" t="t" r="r" b="b"/>
              <a:pathLst>
                <a:path w="2135" h="728" extrusionOk="0">
                  <a:moveTo>
                    <a:pt x="1480" y="1"/>
                  </a:moveTo>
                  <a:cubicBezTo>
                    <a:pt x="1005" y="1"/>
                    <a:pt x="505" y="80"/>
                    <a:pt x="99" y="327"/>
                  </a:cubicBezTo>
                  <a:cubicBezTo>
                    <a:pt x="66" y="346"/>
                    <a:pt x="32" y="367"/>
                    <a:pt x="1" y="392"/>
                  </a:cubicBezTo>
                  <a:cubicBezTo>
                    <a:pt x="8" y="504"/>
                    <a:pt x="20" y="616"/>
                    <a:pt x="34" y="728"/>
                  </a:cubicBezTo>
                  <a:cubicBezTo>
                    <a:pt x="99" y="669"/>
                    <a:pt x="169" y="614"/>
                    <a:pt x="246" y="569"/>
                  </a:cubicBezTo>
                  <a:cubicBezTo>
                    <a:pt x="597" y="356"/>
                    <a:pt x="1039" y="287"/>
                    <a:pt x="1469" y="287"/>
                  </a:cubicBezTo>
                  <a:cubicBezTo>
                    <a:pt x="1700" y="287"/>
                    <a:pt x="1928" y="307"/>
                    <a:pt x="2135" y="336"/>
                  </a:cubicBezTo>
                  <a:cubicBezTo>
                    <a:pt x="2126" y="239"/>
                    <a:pt x="2118" y="142"/>
                    <a:pt x="2115" y="43"/>
                  </a:cubicBezTo>
                  <a:cubicBezTo>
                    <a:pt x="1917" y="18"/>
                    <a:pt x="1701" y="1"/>
                    <a:pt x="1480"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583;p36">
              <a:extLst>
                <a:ext uri="{FF2B5EF4-FFF2-40B4-BE49-F238E27FC236}">
                  <a16:creationId xmlns:a16="http://schemas.microsoft.com/office/drawing/2014/main" id="{B7A0006C-275E-67D8-6425-775E71ADC84F}"/>
                </a:ext>
              </a:extLst>
            </p:cNvPr>
            <p:cNvSpPr/>
            <p:nvPr/>
          </p:nvSpPr>
          <p:spPr>
            <a:xfrm>
              <a:off x="4402425" y="2780550"/>
              <a:ext cx="54775" cy="22625"/>
            </a:xfrm>
            <a:custGeom>
              <a:avLst/>
              <a:gdLst/>
              <a:ahLst/>
              <a:cxnLst/>
              <a:rect l="l" t="t" r="r" b="b"/>
              <a:pathLst>
                <a:path w="2191" h="905" extrusionOk="0">
                  <a:moveTo>
                    <a:pt x="404" y="1"/>
                  </a:moveTo>
                  <a:cubicBezTo>
                    <a:pt x="386" y="1"/>
                    <a:pt x="368" y="1"/>
                    <a:pt x="351" y="2"/>
                  </a:cubicBezTo>
                  <a:cubicBezTo>
                    <a:pt x="275" y="3"/>
                    <a:pt x="201" y="11"/>
                    <a:pt x="129" y="21"/>
                  </a:cubicBezTo>
                  <a:lnTo>
                    <a:pt x="128" y="21"/>
                  </a:lnTo>
                  <a:cubicBezTo>
                    <a:pt x="84" y="126"/>
                    <a:pt x="40" y="232"/>
                    <a:pt x="1" y="338"/>
                  </a:cubicBezTo>
                  <a:cubicBezTo>
                    <a:pt x="114" y="306"/>
                    <a:pt x="234" y="289"/>
                    <a:pt x="358" y="286"/>
                  </a:cubicBezTo>
                  <a:cubicBezTo>
                    <a:pt x="373" y="286"/>
                    <a:pt x="388" y="286"/>
                    <a:pt x="404" y="286"/>
                  </a:cubicBezTo>
                  <a:cubicBezTo>
                    <a:pt x="997" y="286"/>
                    <a:pt x="1612" y="599"/>
                    <a:pt x="2071" y="904"/>
                  </a:cubicBezTo>
                  <a:cubicBezTo>
                    <a:pt x="2109" y="815"/>
                    <a:pt x="2149" y="727"/>
                    <a:pt x="2191" y="641"/>
                  </a:cubicBezTo>
                  <a:cubicBezTo>
                    <a:pt x="1703" y="319"/>
                    <a:pt x="1054" y="1"/>
                    <a:pt x="404"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584;p36">
              <a:extLst>
                <a:ext uri="{FF2B5EF4-FFF2-40B4-BE49-F238E27FC236}">
                  <a16:creationId xmlns:a16="http://schemas.microsoft.com/office/drawing/2014/main" id="{5A1AAFDE-471C-2D7C-0CD1-243DCEB93632}"/>
                </a:ext>
              </a:extLst>
            </p:cNvPr>
            <p:cNvSpPr/>
            <p:nvPr/>
          </p:nvSpPr>
          <p:spPr>
            <a:xfrm>
              <a:off x="4448400" y="2716850"/>
              <a:ext cx="46000" cy="41400"/>
            </a:xfrm>
            <a:custGeom>
              <a:avLst/>
              <a:gdLst/>
              <a:ahLst/>
              <a:cxnLst/>
              <a:rect l="l" t="t" r="r" b="b"/>
              <a:pathLst>
                <a:path w="1840" h="1656" extrusionOk="0">
                  <a:moveTo>
                    <a:pt x="255" y="0"/>
                  </a:moveTo>
                  <a:cubicBezTo>
                    <a:pt x="169" y="62"/>
                    <a:pt x="82" y="126"/>
                    <a:pt x="0" y="194"/>
                  </a:cubicBezTo>
                  <a:cubicBezTo>
                    <a:pt x="840" y="546"/>
                    <a:pt x="1324" y="1135"/>
                    <a:pt x="1603" y="1656"/>
                  </a:cubicBezTo>
                  <a:cubicBezTo>
                    <a:pt x="1680" y="1607"/>
                    <a:pt x="1759" y="1561"/>
                    <a:pt x="1839" y="1520"/>
                  </a:cubicBezTo>
                  <a:cubicBezTo>
                    <a:pt x="1550" y="985"/>
                    <a:pt x="1064" y="385"/>
                    <a:pt x="255"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585;p36">
              <a:extLst>
                <a:ext uri="{FF2B5EF4-FFF2-40B4-BE49-F238E27FC236}">
                  <a16:creationId xmlns:a16="http://schemas.microsoft.com/office/drawing/2014/main" id="{06CB3A8F-F3AF-2629-8914-70593A378DCB}"/>
                </a:ext>
              </a:extLst>
            </p:cNvPr>
            <p:cNvSpPr/>
            <p:nvPr/>
          </p:nvSpPr>
          <p:spPr>
            <a:xfrm>
              <a:off x="4512700" y="2693975"/>
              <a:ext cx="25925" cy="53825"/>
            </a:xfrm>
            <a:custGeom>
              <a:avLst/>
              <a:gdLst/>
              <a:ahLst/>
              <a:cxnLst/>
              <a:rect l="l" t="t" r="r" b="b"/>
              <a:pathLst>
                <a:path w="1037" h="2153" extrusionOk="0">
                  <a:moveTo>
                    <a:pt x="359" y="0"/>
                  </a:moveTo>
                  <a:cubicBezTo>
                    <a:pt x="240" y="5"/>
                    <a:pt x="120" y="14"/>
                    <a:pt x="0" y="29"/>
                  </a:cubicBezTo>
                  <a:cubicBezTo>
                    <a:pt x="647" y="655"/>
                    <a:pt x="765" y="1506"/>
                    <a:pt x="744" y="2124"/>
                  </a:cubicBezTo>
                  <a:cubicBezTo>
                    <a:pt x="837" y="2129"/>
                    <a:pt x="927" y="2139"/>
                    <a:pt x="1018" y="2153"/>
                  </a:cubicBezTo>
                  <a:cubicBezTo>
                    <a:pt x="1037" y="1529"/>
                    <a:pt x="931" y="676"/>
                    <a:pt x="35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586;p36">
              <a:extLst>
                <a:ext uri="{FF2B5EF4-FFF2-40B4-BE49-F238E27FC236}">
                  <a16:creationId xmlns:a16="http://schemas.microsoft.com/office/drawing/2014/main" id="{9B0E89B6-8A65-D599-DA3A-288BEDAE6D10}"/>
                </a:ext>
              </a:extLst>
            </p:cNvPr>
            <p:cNvSpPr/>
            <p:nvPr/>
          </p:nvSpPr>
          <p:spPr>
            <a:xfrm>
              <a:off x="4579075" y="3019075"/>
              <a:ext cx="70150" cy="84325"/>
            </a:xfrm>
            <a:custGeom>
              <a:avLst/>
              <a:gdLst/>
              <a:ahLst/>
              <a:cxnLst/>
              <a:rect l="l" t="t" r="r" b="b"/>
              <a:pathLst>
                <a:path w="2806" h="3373" extrusionOk="0">
                  <a:moveTo>
                    <a:pt x="1568" y="0"/>
                  </a:moveTo>
                  <a:cubicBezTo>
                    <a:pt x="1422" y="0"/>
                    <a:pt x="1251" y="77"/>
                    <a:pt x="1076" y="214"/>
                  </a:cubicBezTo>
                  <a:cubicBezTo>
                    <a:pt x="832" y="403"/>
                    <a:pt x="579" y="711"/>
                    <a:pt x="378" y="1088"/>
                  </a:cubicBezTo>
                  <a:cubicBezTo>
                    <a:pt x="192" y="1435"/>
                    <a:pt x="78" y="1783"/>
                    <a:pt x="43" y="2075"/>
                  </a:cubicBezTo>
                  <a:cubicBezTo>
                    <a:pt x="1" y="2425"/>
                    <a:pt x="69" y="2698"/>
                    <a:pt x="255" y="2796"/>
                  </a:cubicBezTo>
                  <a:lnTo>
                    <a:pt x="1328" y="3372"/>
                  </a:lnTo>
                  <a:lnTo>
                    <a:pt x="2806" y="615"/>
                  </a:lnTo>
                  <a:lnTo>
                    <a:pt x="1732" y="40"/>
                  </a:lnTo>
                  <a:cubicBezTo>
                    <a:pt x="1683" y="13"/>
                    <a:pt x="1627" y="0"/>
                    <a:pt x="15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587;p36">
              <a:extLst>
                <a:ext uri="{FF2B5EF4-FFF2-40B4-BE49-F238E27FC236}">
                  <a16:creationId xmlns:a16="http://schemas.microsoft.com/office/drawing/2014/main" id="{F376B7EF-8337-E1AE-A536-D693AE889D78}"/>
                </a:ext>
              </a:extLst>
            </p:cNvPr>
            <p:cNvSpPr/>
            <p:nvPr/>
          </p:nvSpPr>
          <p:spPr>
            <a:xfrm>
              <a:off x="4648500" y="3125450"/>
              <a:ext cx="87500" cy="43550"/>
            </a:xfrm>
            <a:custGeom>
              <a:avLst/>
              <a:gdLst/>
              <a:ahLst/>
              <a:cxnLst/>
              <a:rect l="l" t="t" r="r" b="b"/>
              <a:pathLst>
                <a:path w="3500" h="1742" extrusionOk="0">
                  <a:moveTo>
                    <a:pt x="598" y="0"/>
                  </a:moveTo>
                  <a:cubicBezTo>
                    <a:pt x="442" y="0"/>
                    <a:pt x="287" y="69"/>
                    <a:pt x="182" y="202"/>
                  </a:cubicBezTo>
                  <a:cubicBezTo>
                    <a:pt x="0" y="432"/>
                    <a:pt x="38" y="765"/>
                    <a:pt x="267" y="948"/>
                  </a:cubicBezTo>
                  <a:cubicBezTo>
                    <a:pt x="326" y="995"/>
                    <a:pt x="542" y="1162"/>
                    <a:pt x="851" y="1330"/>
                  </a:cubicBezTo>
                  <a:cubicBezTo>
                    <a:pt x="1223" y="1534"/>
                    <a:pt x="1729" y="1741"/>
                    <a:pt x="2248" y="1741"/>
                  </a:cubicBezTo>
                  <a:cubicBezTo>
                    <a:pt x="2569" y="1741"/>
                    <a:pt x="2894" y="1663"/>
                    <a:pt x="3196" y="1456"/>
                  </a:cubicBezTo>
                  <a:cubicBezTo>
                    <a:pt x="3439" y="1289"/>
                    <a:pt x="3499" y="957"/>
                    <a:pt x="3334" y="715"/>
                  </a:cubicBezTo>
                  <a:cubicBezTo>
                    <a:pt x="3231" y="565"/>
                    <a:pt x="3064" y="484"/>
                    <a:pt x="2894" y="484"/>
                  </a:cubicBezTo>
                  <a:cubicBezTo>
                    <a:pt x="2790" y="484"/>
                    <a:pt x="2685" y="514"/>
                    <a:pt x="2593" y="577"/>
                  </a:cubicBezTo>
                  <a:cubicBezTo>
                    <a:pt x="2497" y="644"/>
                    <a:pt x="2378" y="671"/>
                    <a:pt x="2249" y="671"/>
                  </a:cubicBezTo>
                  <a:cubicBezTo>
                    <a:pt x="1796" y="671"/>
                    <a:pt x="1206" y="332"/>
                    <a:pt x="929" y="115"/>
                  </a:cubicBezTo>
                  <a:cubicBezTo>
                    <a:pt x="831" y="38"/>
                    <a:pt x="714" y="0"/>
                    <a:pt x="598" y="0"/>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588;p36">
              <a:extLst>
                <a:ext uri="{FF2B5EF4-FFF2-40B4-BE49-F238E27FC236}">
                  <a16:creationId xmlns:a16="http://schemas.microsoft.com/office/drawing/2014/main" id="{1981F94B-AC66-55BB-9F06-1EDF1D45C25E}"/>
                </a:ext>
              </a:extLst>
            </p:cNvPr>
            <p:cNvSpPr/>
            <p:nvPr/>
          </p:nvSpPr>
          <p:spPr>
            <a:xfrm>
              <a:off x="4603800" y="3032650"/>
              <a:ext cx="98225" cy="111025"/>
            </a:xfrm>
            <a:custGeom>
              <a:avLst/>
              <a:gdLst/>
              <a:ahLst/>
              <a:cxnLst/>
              <a:rect l="l" t="t" r="r" b="b"/>
              <a:pathLst>
                <a:path w="3929" h="4441" extrusionOk="0">
                  <a:moveTo>
                    <a:pt x="2489" y="0"/>
                  </a:moveTo>
                  <a:cubicBezTo>
                    <a:pt x="2282" y="0"/>
                    <a:pt x="2057" y="21"/>
                    <a:pt x="1817" y="72"/>
                  </a:cubicBezTo>
                  <a:cubicBezTo>
                    <a:pt x="1767" y="45"/>
                    <a:pt x="1712" y="33"/>
                    <a:pt x="1652" y="33"/>
                  </a:cubicBezTo>
                  <a:cubicBezTo>
                    <a:pt x="1303" y="33"/>
                    <a:pt x="809" y="470"/>
                    <a:pt x="461" y="1120"/>
                  </a:cubicBezTo>
                  <a:cubicBezTo>
                    <a:pt x="63" y="1863"/>
                    <a:pt x="1" y="2609"/>
                    <a:pt x="314" y="2814"/>
                  </a:cubicBezTo>
                  <a:lnTo>
                    <a:pt x="308" y="2824"/>
                  </a:lnTo>
                  <a:cubicBezTo>
                    <a:pt x="763" y="4036"/>
                    <a:pt x="1703" y="4441"/>
                    <a:pt x="1703" y="4441"/>
                  </a:cubicBezTo>
                  <a:lnTo>
                    <a:pt x="3929" y="378"/>
                  </a:lnTo>
                  <a:cubicBezTo>
                    <a:pt x="3929" y="378"/>
                    <a:pt x="3373" y="0"/>
                    <a:pt x="2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589;p36">
              <a:extLst>
                <a:ext uri="{FF2B5EF4-FFF2-40B4-BE49-F238E27FC236}">
                  <a16:creationId xmlns:a16="http://schemas.microsoft.com/office/drawing/2014/main" id="{7C57DCFC-39A0-26EA-E29F-4145D02872C0}"/>
                </a:ext>
              </a:extLst>
            </p:cNvPr>
            <p:cNvSpPr/>
            <p:nvPr/>
          </p:nvSpPr>
          <p:spPr>
            <a:xfrm>
              <a:off x="4634850" y="3040650"/>
              <a:ext cx="79750" cy="104700"/>
            </a:xfrm>
            <a:custGeom>
              <a:avLst/>
              <a:gdLst/>
              <a:ahLst/>
              <a:cxnLst/>
              <a:rect l="l" t="t" r="r" b="b"/>
              <a:pathLst>
                <a:path w="3190" h="4188" extrusionOk="0">
                  <a:moveTo>
                    <a:pt x="2444" y="0"/>
                  </a:moveTo>
                  <a:cubicBezTo>
                    <a:pt x="1928" y="0"/>
                    <a:pt x="1199" y="646"/>
                    <a:pt x="684" y="1606"/>
                  </a:cubicBezTo>
                  <a:cubicBezTo>
                    <a:pt x="81" y="2730"/>
                    <a:pt x="1" y="3860"/>
                    <a:pt x="504" y="4130"/>
                  </a:cubicBezTo>
                  <a:cubicBezTo>
                    <a:pt x="577" y="4169"/>
                    <a:pt x="659" y="4188"/>
                    <a:pt x="747" y="4188"/>
                  </a:cubicBezTo>
                  <a:cubicBezTo>
                    <a:pt x="1262" y="4188"/>
                    <a:pt x="1991" y="3543"/>
                    <a:pt x="2506" y="2582"/>
                  </a:cubicBezTo>
                  <a:cubicBezTo>
                    <a:pt x="3109" y="1458"/>
                    <a:pt x="3189" y="328"/>
                    <a:pt x="2687" y="58"/>
                  </a:cubicBezTo>
                  <a:cubicBezTo>
                    <a:pt x="2613" y="19"/>
                    <a:pt x="2531" y="0"/>
                    <a:pt x="2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590;p36">
              <a:extLst>
                <a:ext uri="{FF2B5EF4-FFF2-40B4-BE49-F238E27FC236}">
                  <a16:creationId xmlns:a16="http://schemas.microsoft.com/office/drawing/2014/main" id="{AD902EA9-B1B0-B8A9-3A90-71229CD06AAE}"/>
                </a:ext>
              </a:extLst>
            </p:cNvPr>
            <p:cNvSpPr/>
            <p:nvPr/>
          </p:nvSpPr>
          <p:spPr>
            <a:xfrm>
              <a:off x="4653975" y="3055700"/>
              <a:ext cx="54575" cy="78775"/>
            </a:xfrm>
            <a:custGeom>
              <a:avLst/>
              <a:gdLst/>
              <a:ahLst/>
              <a:cxnLst/>
              <a:rect l="l" t="t" r="r" b="b"/>
              <a:pathLst>
                <a:path w="2183" h="3151" extrusionOk="0">
                  <a:moveTo>
                    <a:pt x="1620" y="0"/>
                  </a:moveTo>
                  <a:cubicBezTo>
                    <a:pt x="1608" y="0"/>
                    <a:pt x="1596" y="1"/>
                    <a:pt x="1584" y="2"/>
                  </a:cubicBezTo>
                  <a:cubicBezTo>
                    <a:pt x="1770" y="339"/>
                    <a:pt x="1662" y="1039"/>
                    <a:pt x="1288" y="1734"/>
                  </a:cubicBezTo>
                  <a:cubicBezTo>
                    <a:pt x="913" y="2436"/>
                    <a:pt x="386" y="2914"/>
                    <a:pt x="1" y="2942"/>
                  </a:cubicBezTo>
                  <a:cubicBezTo>
                    <a:pt x="40" y="3014"/>
                    <a:pt x="93" y="3072"/>
                    <a:pt x="161" y="3107"/>
                  </a:cubicBezTo>
                  <a:cubicBezTo>
                    <a:pt x="217" y="3136"/>
                    <a:pt x="278" y="3151"/>
                    <a:pt x="345" y="3151"/>
                  </a:cubicBezTo>
                  <a:cubicBezTo>
                    <a:pt x="732" y="3151"/>
                    <a:pt x="1279" y="2665"/>
                    <a:pt x="1667" y="1942"/>
                  </a:cubicBezTo>
                  <a:cubicBezTo>
                    <a:pt x="2120" y="1097"/>
                    <a:pt x="2182" y="247"/>
                    <a:pt x="1803" y="44"/>
                  </a:cubicBezTo>
                  <a:cubicBezTo>
                    <a:pt x="1748" y="14"/>
                    <a:pt x="1687" y="0"/>
                    <a:pt x="1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591;p36">
              <a:extLst>
                <a:ext uri="{FF2B5EF4-FFF2-40B4-BE49-F238E27FC236}">
                  <a16:creationId xmlns:a16="http://schemas.microsoft.com/office/drawing/2014/main" id="{600E746C-D3C8-9FDE-4A19-F0DBA78B969D}"/>
                </a:ext>
              </a:extLst>
            </p:cNvPr>
            <p:cNvSpPr/>
            <p:nvPr/>
          </p:nvSpPr>
          <p:spPr>
            <a:xfrm>
              <a:off x="4649375" y="3055725"/>
              <a:ext cx="48875" cy="73525"/>
            </a:xfrm>
            <a:custGeom>
              <a:avLst/>
              <a:gdLst/>
              <a:ahLst/>
              <a:cxnLst/>
              <a:rect l="l" t="t" r="r" b="b"/>
              <a:pathLst>
                <a:path w="1955" h="2941" extrusionOk="0">
                  <a:moveTo>
                    <a:pt x="1768" y="1"/>
                  </a:moveTo>
                  <a:lnTo>
                    <a:pt x="1768" y="1"/>
                  </a:lnTo>
                  <a:cubicBezTo>
                    <a:pt x="1385" y="29"/>
                    <a:pt x="857" y="506"/>
                    <a:pt x="482" y="1206"/>
                  </a:cubicBezTo>
                  <a:lnTo>
                    <a:pt x="482" y="1208"/>
                  </a:lnTo>
                  <a:cubicBezTo>
                    <a:pt x="108" y="1903"/>
                    <a:pt x="0" y="2601"/>
                    <a:pt x="185" y="2941"/>
                  </a:cubicBezTo>
                  <a:cubicBezTo>
                    <a:pt x="570" y="2913"/>
                    <a:pt x="1097" y="2435"/>
                    <a:pt x="1472" y="1733"/>
                  </a:cubicBezTo>
                  <a:cubicBezTo>
                    <a:pt x="1846" y="1038"/>
                    <a:pt x="1954" y="338"/>
                    <a:pt x="1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592;p36">
              <a:extLst>
                <a:ext uri="{FF2B5EF4-FFF2-40B4-BE49-F238E27FC236}">
                  <a16:creationId xmlns:a16="http://schemas.microsoft.com/office/drawing/2014/main" id="{C0D0BDDE-3B5B-E6BA-F517-9C0E8DB9CB8B}"/>
                </a:ext>
              </a:extLst>
            </p:cNvPr>
            <p:cNvSpPr/>
            <p:nvPr/>
          </p:nvSpPr>
          <p:spPr>
            <a:xfrm>
              <a:off x="4674425" y="3037025"/>
              <a:ext cx="111900" cy="75200"/>
            </a:xfrm>
            <a:custGeom>
              <a:avLst/>
              <a:gdLst/>
              <a:ahLst/>
              <a:cxnLst/>
              <a:rect l="l" t="t" r="r" b="b"/>
              <a:pathLst>
                <a:path w="4476" h="3008" extrusionOk="0">
                  <a:moveTo>
                    <a:pt x="1924" y="0"/>
                  </a:moveTo>
                  <a:cubicBezTo>
                    <a:pt x="1473" y="0"/>
                    <a:pt x="975" y="91"/>
                    <a:pt x="431" y="273"/>
                  </a:cubicBezTo>
                  <a:cubicBezTo>
                    <a:pt x="151" y="365"/>
                    <a:pt x="1" y="667"/>
                    <a:pt x="95" y="945"/>
                  </a:cubicBezTo>
                  <a:cubicBezTo>
                    <a:pt x="139" y="1079"/>
                    <a:pt x="230" y="1182"/>
                    <a:pt x="343" y="1244"/>
                  </a:cubicBezTo>
                  <a:cubicBezTo>
                    <a:pt x="421" y="1286"/>
                    <a:pt x="509" y="1310"/>
                    <a:pt x="600" y="1310"/>
                  </a:cubicBezTo>
                  <a:cubicBezTo>
                    <a:pt x="655" y="1310"/>
                    <a:pt x="712" y="1301"/>
                    <a:pt x="767" y="1282"/>
                  </a:cubicBezTo>
                  <a:cubicBezTo>
                    <a:pt x="1203" y="1136"/>
                    <a:pt x="1588" y="1063"/>
                    <a:pt x="1919" y="1063"/>
                  </a:cubicBezTo>
                  <a:cubicBezTo>
                    <a:pt x="2255" y="1063"/>
                    <a:pt x="2537" y="1139"/>
                    <a:pt x="2761" y="1289"/>
                  </a:cubicBezTo>
                  <a:cubicBezTo>
                    <a:pt x="3339" y="1680"/>
                    <a:pt x="3397" y="2498"/>
                    <a:pt x="3397" y="2506"/>
                  </a:cubicBezTo>
                  <a:cubicBezTo>
                    <a:pt x="3414" y="2789"/>
                    <a:pt x="3651" y="3008"/>
                    <a:pt x="3931" y="3008"/>
                  </a:cubicBezTo>
                  <a:cubicBezTo>
                    <a:pt x="3940" y="3008"/>
                    <a:pt x="3949" y="3007"/>
                    <a:pt x="3959" y="3007"/>
                  </a:cubicBezTo>
                  <a:cubicBezTo>
                    <a:pt x="4251" y="2990"/>
                    <a:pt x="4475" y="2742"/>
                    <a:pt x="4460" y="2450"/>
                  </a:cubicBezTo>
                  <a:cubicBezTo>
                    <a:pt x="4457" y="2395"/>
                    <a:pt x="4381" y="1107"/>
                    <a:pt x="3366" y="415"/>
                  </a:cubicBezTo>
                  <a:cubicBezTo>
                    <a:pt x="2962" y="138"/>
                    <a:pt x="2479" y="0"/>
                    <a:pt x="1924"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593;p36">
              <a:extLst>
                <a:ext uri="{FF2B5EF4-FFF2-40B4-BE49-F238E27FC236}">
                  <a16:creationId xmlns:a16="http://schemas.microsoft.com/office/drawing/2014/main" id="{4A7A7DA0-0E96-395B-4EF3-08C6EE59E372}"/>
                </a:ext>
              </a:extLst>
            </p:cNvPr>
            <p:cNvSpPr/>
            <p:nvPr/>
          </p:nvSpPr>
          <p:spPr>
            <a:xfrm>
              <a:off x="4650925" y="3071025"/>
              <a:ext cx="109950" cy="70200"/>
            </a:xfrm>
            <a:custGeom>
              <a:avLst/>
              <a:gdLst/>
              <a:ahLst/>
              <a:cxnLst/>
              <a:rect l="l" t="t" r="r" b="b"/>
              <a:pathLst>
                <a:path w="4398" h="2808" extrusionOk="0">
                  <a:moveTo>
                    <a:pt x="1629" y="0"/>
                  </a:moveTo>
                  <a:cubicBezTo>
                    <a:pt x="1264" y="0"/>
                    <a:pt x="871" y="55"/>
                    <a:pt x="453" y="166"/>
                  </a:cubicBezTo>
                  <a:cubicBezTo>
                    <a:pt x="170" y="241"/>
                    <a:pt x="0" y="532"/>
                    <a:pt x="76" y="817"/>
                  </a:cubicBezTo>
                  <a:cubicBezTo>
                    <a:pt x="114" y="964"/>
                    <a:pt x="211" y="1080"/>
                    <a:pt x="335" y="1147"/>
                  </a:cubicBezTo>
                  <a:cubicBezTo>
                    <a:pt x="412" y="1190"/>
                    <a:pt x="500" y="1213"/>
                    <a:pt x="591" y="1213"/>
                  </a:cubicBezTo>
                  <a:cubicBezTo>
                    <a:pt x="635" y="1213"/>
                    <a:pt x="681" y="1208"/>
                    <a:pt x="726" y="1196"/>
                  </a:cubicBezTo>
                  <a:cubicBezTo>
                    <a:pt x="1054" y="1109"/>
                    <a:pt x="1354" y="1066"/>
                    <a:pt x="1625" y="1066"/>
                  </a:cubicBezTo>
                  <a:cubicBezTo>
                    <a:pt x="1999" y="1066"/>
                    <a:pt x="2318" y="1148"/>
                    <a:pt x="2580" y="1312"/>
                  </a:cubicBezTo>
                  <a:cubicBezTo>
                    <a:pt x="3161" y="1679"/>
                    <a:pt x="3298" y="2362"/>
                    <a:pt x="3299" y="2369"/>
                  </a:cubicBezTo>
                  <a:cubicBezTo>
                    <a:pt x="3344" y="2627"/>
                    <a:pt x="3567" y="2808"/>
                    <a:pt x="3820" y="2808"/>
                  </a:cubicBezTo>
                  <a:cubicBezTo>
                    <a:pt x="3851" y="2808"/>
                    <a:pt x="3883" y="2805"/>
                    <a:pt x="3914" y="2800"/>
                  </a:cubicBezTo>
                  <a:cubicBezTo>
                    <a:pt x="4203" y="2750"/>
                    <a:pt x="4397" y="2472"/>
                    <a:pt x="4347" y="2183"/>
                  </a:cubicBezTo>
                  <a:cubicBezTo>
                    <a:pt x="4340" y="2136"/>
                    <a:pt x="4140" y="1047"/>
                    <a:pt x="3164" y="423"/>
                  </a:cubicBezTo>
                  <a:cubicBezTo>
                    <a:pt x="2726" y="141"/>
                    <a:pt x="2212" y="0"/>
                    <a:pt x="1629"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594;p36">
              <a:extLst>
                <a:ext uri="{FF2B5EF4-FFF2-40B4-BE49-F238E27FC236}">
                  <a16:creationId xmlns:a16="http://schemas.microsoft.com/office/drawing/2014/main" id="{387AFE11-8B18-633A-F93A-1AF574D94AA0}"/>
                </a:ext>
              </a:extLst>
            </p:cNvPr>
            <p:cNvSpPr/>
            <p:nvPr/>
          </p:nvSpPr>
          <p:spPr>
            <a:xfrm>
              <a:off x="4388650" y="2693825"/>
              <a:ext cx="217350" cy="377150"/>
            </a:xfrm>
            <a:custGeom>
              <a:avLst/>
              <a:gdLst/>
              <a:ahLst/>
              <a:cxnLst/>
              <a:rect l="l" t="t" r="r" b="b"/>
              <a:pathLst>
                <a:path w="8694" h="15086" extrusionOk="0">
                  <a:moveTo>
                    <a:pt x="5539" y="0"/>
                  </a:moveTo>
                  <a:cubicBezTo>
                    <a:pt x="5467" y="0"/>
                    <a:pt x="5394" y="2"/>
                    <a:pt x="5321" y="5"/>
                  </a:cubicBezTo>
                  <a:cubicBezTo>
                    <a:pt x="5202" y="11"/>
                    <a:pt x="5082" y="20"/>
                    <a:pt x="4962" y="35"/>
                  </a:cubicBezTo>
                  <a:cubicBezTo>
                    <a:pt x="4785" y="55"/>
                    <a:pt x="4610" y="85"/>
                    <a:pt x="4434" y="125"/>
                  </a:cubicBezTo>
                  <a:cubicBezTo>
                    <a:pt x="3786" y="272"/>
                    <a:pt x="3178" y="544"/>
                    <a:pt x="2645" y="921"/>
                  </a:cubicBezTo>
                  <a:cubicBezTo>
                    <a:pt x="2559" y="983"/>
                    <a:pt x="2472" y="1047"/>
                    <a:pt x="2390" y="1115"/>
                  </a:cubicBezTo>
                  <a:cubicBezTo>
                    <a:pt x="2066" y="1377"/>
                    <a:pt x="1774" y="1682"/>
                    <a:pt x="1523" y="2023"/>
                  </a:cubicBezTo>
                  <a:cubicBezTo>
                    <a:pt x="1185" y="2482"/>
                    <a:pt x="902" y="2974"/>
                    <a:pt x="679" y="3490"/>
                  </a:cubicBezTo>
                  <a:cubicBezTo>
                    <a:pt x="635" y="3595"/>
                    <a:pt x="591" y="3701"/>
                    <a:pt x="552" y="3807"/>
                  </a:cubicBezTo>
                  <a:cubicBezTo>
                    <a:pt x="161" y="4840"/>
                    <a:pt x="0" y="5956"/>
                    <a:pt x="87" y="7076"/>
                  </a:cubicBezTo>
                  <a:cubicBezTo>
                    <a:pt x="94" y="7188"/>
                    <a:pt x="106" y="7300"/>
                    <a:pt x="120" y="7412"/>
                  </a:cubicBezTo>
                  <a:cubicBezTo>
                    <a:pt x="149" y="7654"/>
                    <a:pt x="191" y="7898"/>
                    <a:pt x="244" y="8139"/>
                  </a:cubicBezTo>
                  <a:cubicBezTo>
                    <a:pt x="443" y="9046"/>
                    <a:pt x="799" y="9884"/>
                    <a:pt x="1292" y="10629"/>
                  </a:cubicBezTo>
                  <a:cubicBezTo>
                    <a:pt x="1360" y="10732"/>
                    <a:pt x="1429" y="10832"/>
                    <a:pt x="1503" y="10929"/>
                  </a:cubicBezTo>
                  <a:cubicBezTo>
                    <a:pt x="2054" y="11679"/>
                    <a:pt x="2753" y="12323"/>
                    <a:pt x="3575" y="12833"/>
                  </a:cubicBezTo>
                  <a:cubicBezTo>
                    <a:pt x="3663" y="12889"/>
                    <a:pt x="3752" y="12942"/>
                    <a:pt x="3843" y="12994"/>
                  </a:cubicBezTo>
                  <a:cubicBezTo>
                    <a:pt x="3881" y="13015"/>
                    <a:pt x="3917" y="13036"/>
                    <a:pt x="3955" y="13056"/>
                  </a:cubicBezTo>
                  <a:lnTo>
                    <a:pt x="7660" y="15085"/>
                  </a:lnTo>
                  <a:cubicBezTo>
                    <a:pt x="7695" y="14793"/>
                    <a:pt x="7809" y="14445"/>
                    <a:pt x="7995" y="14098"/>
                  </a:cubicBezTo>
                  <a:cubicBezTo>
                    <a:pt x="8196" y="13721"/>
                    <a:pt x="8448" y="13413"/>
                    <a:pt x="8693" y="13224"/>
                  </a:cubicBezTo>
                  <a:lnTo>
                    <a:pt x="7960" y="12824"/>
                  </a:lnTo>
                  <a:cubicBezTo>
                    <a:pt x="7948" y="12839"/>
                    <a:pt x="7936" y="12857"/>
                    <a:pt x="7924" y="12874"/>
                  </a:cubicBezTo>
                  <a:cubicBezTo>
                    <a:pt x="7592" y="13330"/>
                    <a:pt x="7074" y="13578"/>
                    <a:pt x="6547" y="13578"/>
                  </a:cubicBezTo>
                  <a:cubicBezTo>
                    <a:pt x="6252" y="13578"/>
                    <a:pt x="5954" y="13500"/>
                    <a:pt x="5685" y="13337"/>
                  </a:cubicBezTo>
                  <a:cubicBezTo>
                    <a:pt x="2247" y="11259"/>
                    <a:pt x="11" y="9592"/>
                    <a:pt x="1429" y="4623"/>
                  </a:cubicBezTo>
                  <a:cubicBezTo>
                    <a:pt x="2251" y="1748"/>
                    <a:pt x="4039" y="1040"/>
                    <a:pt x="5603" y="1040"/>
                  </a:cubicBezTo>
                  <a:cubicBezTo>
                    <a:pt x="7123" y="1040"/>
                    <a:pt x="8430" y="1709"/>
                    <a:pt x="8430" y="1709"/>
                  </a:cubicBezTo>
                  <a:cubicBezTo>
                    <a:pt x="8513" y="1262"/>
                    <a:pt x="8299" y="794"/>
                    <a:pt x="7875" y="570"/>
                  </a:cubicBezTo>
                  <a:cubicBezTo>
                    <a:pt x="7150" y="193"/>
                    <a:pt x="6346" y="0"/>
                    <a:pt x="553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05512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6">
          <a:extLst>
            <a:ext uri="{FF2B5EF4-FFF2-40B4-BE49-F238E27FC236}">
              <a16:creationId xmlns:a16="http://schemas.microsoft.com/office/drawing/2014/main" id="{D4600709-626A-E53E-F0AE-C920E90A8BB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B3CAD65-D4DD-FD0A-F2FD-44BD46E5D1F7}"/>
              </a:ext>
            </a:extLst>
          </p:cNvPr>
          <p:cNvPicPr>
            <a:picLocks noChangeAspect="1"/>
          </p:cNvPicPr>
          <p:nvPr/>
        </p:nvPicPr>
        <p:blipFill>
          <a:blip r:embed="rId3"/>
          <a:srcRect l="42558" t="19391" r="31744" b="5579"/>
          <a:stretch/>
        </p:blipFill>
        <p:spPr>
          <a:xfrm>
            <a:off x="3411894" y="1105785"/>
            <a:ext cx="2349796" cy="3593340"/>
          </a:xfrm>
          <a:prstGeom prst="rect">
            <a:avLst/>
          </a:prstGeom>
        </p:spPr>
      </p:pic>
      <p:pic>
        <p:nvPicPr>
          <p:cNvPr id="5" name="Picture 4">
            <a:extLst>
              <a:ext uri="{FF2B5EF4-FFF2-40B4-BE49-F238E27FC236}">
                <a16:creationId xmlns:a16="http://schemas.microsoft.com/office/drawing/2014/main" id="{7918D33B-2E33-217D-E87F-1DE0D92A8589}"/>
              </a:ext>
            </a:extLst>
          </p:cNvPr>
          <p:cNvPicPr>
            <a:picLocks noChangeAspect="1"/>
          </p:cNvPicPr>
          <p:nvPr/>
        </p:nvPicPr>
        <p:blipFill>
          <a:blip r:embed="rId4"/>
          <a:srcRect l="39302" t="900" r="23140" b="450"/>
          <a:stretch/>
        </p:blipFill>
        <p:spPr>
          <a:xfrm>
            <a:off x="180755" y="1105785"/>
            <a:ext cx="2913676" cy="3593340"/>
          </a:xfrm>
          <a:prstGeom prst="rect">
            <a:avLst/>
          </a:prstGeom>
        </p:spPr>
      </p:pic>
      <p:pic>
        <p:nvPicPr>
          <p:cNvPr id="7" name="Picture 6">
            <a:extLst>
              <a:ext uri="{FF2B5EF4-FFF2-40B4-BE49-F238E27FC236}">
                <a16:creationId xmlns:a16="http://schemas.microsoft.com/office/drawing/2014/main" id="{DCE4B6E2-A4A3-57F3-4092-F2BF5D2240D5}"/>
              </a:ext>
            </a:extLst>
          </p:cNvPr>
          <p:cNvPicPr>
            <a:picLocks noChangeAspect="1"/>
          </p:cNvPicPr>
          <p:nvPr/>
        </p:nvPicPr>
        <p:blipFill>
          <a:blip r:embed="rId5"/>
          <a:srcRect l="39684" r="24186" b="-134"/>
          <a:stretch/>
        </p:blipFill>
        <p:spPr>
          <a:xfrm>
            <a:off x="6079154" y="1105785"/>
            <a:ext cx="2793865" cy="3593340"/>
          </a:xfrm>
          <a:prstGeom prst="rect">
            <a:avLst/>
          </a:prstGeom>
        </p:spPr>
      </p:pic>
      <p:sp>
        <p:nvSpPr>
          <p:cNvPr id="8" name="TextBox 7">
            <a:extLst>
              <a:ext uri="{FF2B5EF4-FFF2-40B4-BE49-F238E27FC236}">
                <a16:creationId xmlns:a16="http://schemas.microsoft.com/office/drawing/2014/main" id="{CE785316-2DD7-AE19-5FAA-FE0B00C324C2}"/>
              </a:ext>
            </a:extLst>
          </p:cNvPr>
          <p:cNvSpPr txBox="1"/>
          <p:nvPr/>
        </p:nvSpPr>
        <p:spPr>
          <a:xfrm>
            <a:off x="372140" y="659501"/>
            <a:ext cx="2243469" cy="307777"/>
          </a:xfrm>
          <a:prstGeom prst="rect">
            <a:avLst/>
          </a:prstGeom>
          <a:noFill/>
        </p:spPr>
        <p:txBody>
          <a:bodyPr wrap="square" rtlCol="0">
            <a:spAutoFit/>
          </a:bodyPr>
          <a:lstStyle/>
          <a:p>
            <a:r>
              <a:rPr lang="en-US" b="1" dirty="0">
                <a:solidFill>
                  <a:schemeClr val="bg1"/>
                </a:solidFill>
              </a:rPr>
              <a:t>Welcome Page </a:t>
            </a:r>
          </a:p>
        </p:txBody>
      </p:sp>
      <p:sp>
        <p:nvSpPr>
          <p:cNvPr id="9" name="TextBox 8">
            <a:extLst>
              <a:ext uri="{FF2B5EF4-FFF2-40B4-BE49-F238E27FC236}">
                <a16:creationId xmlns:a16="http://schemas.microsoft.com/office/drawing/2014/main" id="{FA138E3F-4D75-716B-C32D-ED9880D59990}"/>
              </a:ext>
            </a:extLst>
          </p:cNvPr>
          <p:cNvSpPr txBox="1"/>
          <p:nvPr/>
        </p:nvSpPr>
        <p:spPr>
          <a:xfrm>
            <a:off x="3618614" y="659501"/>
            <a:ext cx="2243469" cy="307777"/>
          </a:xfrm>
          <a:prstGeom prst="rect">
            <a:avLst/>
          </a:prstGeom>
          <a:noFill/>
        </p:spPr>
        <p:txBody>
          <a:bodyPr wrap="square" rtlCol="0">
            <a:spAutoFit/>
          </a:bodyPr>
          <a:lstStyle/>
          <a:p>
            <a:r>
              <a:rPr lang="en-US" b="1" dirty="0">
                <a:solidFill>
                  <a:schemeClr val="bg1"/>
                </a:solidFill>
              </a:rPr>
              <a:t>Sentiment Analysis</a:t>
            </a:r>
          </a:p>
        </p:txBody>
      </p:sp>
      <p:sp>
        <p:nvSpPr>
          <p:cNvPr id="10" name="TextBox 9">
            <a:extLst>
              <a:ext uri="{FF2B5EF4-FFF2-40B4-BE49-F238E27FC236}">
                <a16:creationId xmlns:a16="http://schemas.microsoft.com/office/drawing/2014/main" id="{EC0DDF8C-B385-66D2-3C98-4A93015101F7}"/>
              </a:ext>
            </a:extLst>
          </p:cNvPr>
          <p:cNvSpPr txBox="1"/>
          <p:nvPr/>
        </p:nvSpPr>
        <p:spPr>
          <a:xfrm>
            <a:off x="6354351" y="659500"/>
            <a:ext cx="2243469" cy="307777"/>
          </a:xfrm>
          <a:prstGeom prst="rect">
            <a:avLst/>
          </a:prstGeom>
          <a:noFill/>
        </p:spPr>
        <p:txBody>
          <a:bodyPr wrap="square" rtlCol="0">
            <a:spAutoFit/>
          </a:bodyPr>
          <a:lstStyle/>
          <a:p>
            <a:r>
              <a:rPr lang="en-US" b="1" dirty="0">
                <a:solidFill>
                  <a:schemeClr val="bg1"/>
                </a:solidFill>
              </a:rPr>
              <a:t>Keyword Extraction</a:t>
            </a:r>
          </a:p>
        </p:txBody>
      </p:sp>
    </p:spTree>
    <p:extLst>
      <p:ext uri="{BB962C8B-B14F-4D97-AF65-F5344CB8AC3E}">
        <p14:creationId xmlns:p14="http://schemas.microsoft.com/office/powerpoint/2010/main" val="3558404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2FBB7D79-6415-3E18-E756-DECEF7D039EA}"/>
            </a:ext>
          </a:extLst>
        </p:cNvPr>
        <p:cNvGrpSpPr/>
        <p:nvPr/>
      </p:nvGrpSpPr>
      <p:grpSpPr>
        <a:xfrm>
          <a:off x="0" y="0"/>
          <a:ext cx="0" cy="0"/>
          <a:chOff x="0" y="0"/>
          <a:chExt cx="0" cy="0"/>
        </a:xfrm>
      </p:grpSpPr>
      <p:sp>
        <p:nvSpPr>
          <p:cNvPr id="201" name="Google Shape;201;p23">
            <a:extLst>
              <a:ext uri="{FF2B5EF4-FFF2-40B4-BE49-F238E27FC236}">
                <a16:creationId xmlns:a16="http://schemas.microsoft.com/office/drawing/2014/main" id="{3086A270-F593-B0AE-9372-0259DDD0AA40}"/>
              </a:ext>
            </a:extLst>
          </p:cNvPr>
          <p:cNvSpPr txBox="1">
            <a:spLocks noGrp="1"/>
          </p:cNvSpPr>
          <p:nvPr>
            <p:ph type="title"/>
          </p:nvPr>
        </p:nvSpPr>
        <p:spPr>
          <a:xfrm>
            <a:off x="715100" y="2542537"/>
            <a:ext cx="7713900" cy="1071600"/>
          </a:xfrm>
          <a:prstGeom prst="rect">
            <a:avLst/>
          </a:prstGeom>
        </p:spPr>
        <p:txBody>
          <a:bodyPr spcFirstLastPara="1" wrap="square" lIns="91425" tIns="91425" rIns="91425" bIns="91425" anchor="t" anchorCtr="0">
            <a:noAutofit/>
          </a:bodyPr>
          <a:lstStyle/>
          <a:p>
            <a:r>
              <a:rPr lang="en-US" sz="4800" dirty="0">
                <a:solidFill>
                  <a:schemeClr val="bg1"/>
                </a:solidFill>
                <a:latin typeface="+mn-lt"/>
              </a:rPr>
              <a:t>Challenges</a:t>
            </a:r>
            <a:br>
              <a:rPr lang="en-US" sz="4800" dirty="0">
                <a:solidFill>
                  <a:schemeClr val="bg1"/>
                </a:solidFill>
                <a:latin typeface="+mn-lt"/>
              </a:rPr>
            </a:br>
            <a:endParaRPr dirty="0"/>
          </a:p>
        </p:txBody>
      </p:sp>
      <p:sp>
        <p:nvSpPr>
          <p:cNvPr id="202" name="Google Shape;202;p23">
            <a:extLst>
              <a:ext uri="{FF2B5EF4-FFF2-40B4-BE49-F238E27FC236}">
                <a16:creationId xmlns:a16="http://schemas.microsoft.com/office/drawing/2014/main" id="{07FBFF8D-C25C-DAA9-7A7B-A67E7DB3863E}"/>
              </a:ext>
            </a:extLst>
          </p:cNvPr>
          <p:cNvSpPr txBox="1">
            <a:spLocks noGrp="1"/>
          </p:cNvSpPr>
          <p:nvPr>
            <p:ph type="title" idx="2"/>
          </p:nvPr>
        </p:nvSpPr>
        <p:spPr>
          <a:xfrm>
            <a:off x="715100" y="1382334"/>
            <a:ext cx="2035200" cy="10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05</a:t>
            </a:r>
            <a:endParaRPr dirty="0"/>
          </a:p>
        </p:txBody>
      </p:sp>
      <p:grpSp>
        <p:nvGrpSpPr>
          <p:cNvPr id="2" name="Google Shape;529;p36">
            <a:extLst>
              <a:ext uri="{FF2B5EF4-FFF2-40B4-BE49-F238E27FC236}">
                <a16:creationId xmlns:a16="http://schemas.microsoft.com/office/drawing/2014/main" id="{799E6BD7-7B65-CFE8-2670-82753878EEBC}"/>
              </a:ext>
            </a:extLst>
          </p:cNvPr>
          <p:cNvGrpSpPr/>
          <p:nvPr/>
        </p:nvGrpSpPr>
        <p:grpSpPr>
          <a:xfrm flipH="1">
            <a:off x="5583962" y="2593416"/>
            <a:ext cx="3706695" cy="2550084"/>
            <a:chOff x="4388650" y="2224200"/>
            <a:chExt cx="1707525" cy="1174775"/>
          </a:xfrm>
        </p:grpSpPr>
        <p:sp>
          <p:nvSpPr>
            <p:cNvPr id="3" name="Google Shape;530;p36">
              <a:extLst>
                <a:ext uri="{FF2B5EF4-FFF2-40B4-BE49-F238E27FC236}">
                  <a16:creationId xmlns:a16="http://schemas.microsoft.com/office/drawing/2014/main" id="{5DFA91A4-A11F-6BA7-8167-C133CBDE5D08}"/>
                </a:ext>
              </a:extLst>
            </p:cNvPr>
            <p:cNvSpPr/>
            <p:nvPr/>
          </p:nvSpPr>
          <p:spPr>
            <a:xfrm>
              <a:off x="4422875" y="3236475"/>
              <a:ext cx="284875" cy="162500"/>
            </a:xfrm>
            <a:custGeom>
              <a:avLst/>
              <a:gdLst/>
              <a:ahLst/>
              <a:cxnLst/>
              <a:rect l="l" t="t" r="r" b="b"/>
              <a:pathLst>
                <a:path w="11395" h="6500" extrusionOk="0">
                  <a:moveTo>
                    <a:pt x="440" y="0"/>
                  </a:moveTo>
                  <a:cubicBezTo>
                    <a:pt x="352" y="135"/>
                    <a:pt x="270" y="274"/>
                    <a:pt x="193" y="415"/>
                  </a:cubicBezTo>
                  <a:lnTo>
                    <a:pt x="191" y="415"/>
                  </a:lnTo>
                  <a:cubicBezTo>
                    <a:pt x="1" y="767"/>
                    <a:pt x="2303" y="2396"/>
                    <a:pt x="5337" y="4058"/>
                  </a:cubicBezTo>
                  <a:cubicBezTo>
                    <a:pt x="7981" y="5506"/>
                    <a:pt x="10305" y="6500"/>
                    <a:pt x="10986" y="6500"/>
                  </a:cubicBezTo>
                  <a:cubicBezTo>
                    <a:pt x="11087" y="6500"/>
                    <a:pt x="11151" y="6478"/>
                    <a:pt x="11176" y="6433"/>
                  </a:cubicBezTo>
                  <a:cubicBezTo>
                    <a:pt x="11255" y="6291"/>
                    <a:pt x="11326" y="6147"/>
                    <a:pt x="11394" y="6000"/>
                  </a:cubicBezTo>
                  <a:lnTo>
                    <a:pt x="11394" y="6000"/>
                  </a:lnTo>
                  <a:cubicBezTo>
                    <a:pt x="11360" y="6019"/>
                    <a:pt x="11310" y="6028"/>
                    <a:pt x="11244" y="6028"/>
                  </a:cubicBezTo>
                  <a:cubicBezTo>
                    <a:pt x="10562" y="6028"/>
                    <a:pt x="8237" y="5036"/>
                    <a:pt x="5594" y="3587"/>
                  </a:cubicBezTo>
                  <a:cubicBezTo>
                    <a:pt x="2697" y="2000"/>
                    <a:pt x="464" y="441"/>
                    <a:pt x="4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31;p36">
              <a:extLst>
                <a:ext uri="{FF2B5EF4-FFF2-40B4-BE49-F238E27FC236}">
                  <a16:creationId xmlns:a16="http://schemas.microsoft.com/office/drawing/2014/main" id="{F194DE3B-93AF-FB0A-1B59-DE2A39C48862}"/>
                </a:ext>
              </a:extLst>
            </p:cNvPr>
            <p:cNvSpPr/>
            <p:nvPr/>
          </p:nvSpPr>
          <p:spPr>
            <a:xfrm>
              <a:off x="4433850" y="3137400"/>
              <a:ext cx="302375" cy="249825"/>
            </a:xfrm>
            <a:custGeom>
              <a:avLst/>
              <a:gdLst/>
              <a:ahLst/>
              <a:cxnLst/>
              <a:rect l="l" t="t" r="r" b="b"/>
              <a:pathLst>
                <a:path w="12095" h="9993" extrusionOk="0">
                  <a:moveTo>
                    <a:pt x="4816" y="1"/>
                  </a:moveTo>
                  <a:cubicBezTo>
                    <a:pt x="4816" y="1"/>
                    <a:pt x="3750" y="461"/>
                    <a:pt x="2529" y="1359"/>
                  </a:cubicBezTo>
                  <a:cubicBezTo>
                    <a:pt x="2453" y="1415"/>
                    <a:pt x="2377" y="1473"/>
                    <a:pt x="2300" y="1532"/>
                  </a:cubicBezTo>
                  <a:cubicBezTo>
                    <a:pt x="1488" y="2156"/>
                    <a:pt x="636" y="2970"/>
                    <a:pt x="1" y="3963"/>
                  </a:cubicBezTo>
                  <a:cubicBezTo>
                    <a:pt x="25" y="4404"/>
                    <a:pt x="2258" y="5963"/>
                    <a:pt x="5155" y="7552"/>
                  </a:cubicBezTo>
                  <a:cubicBezTo>
                    <a:pt x="7800" y="9000"/>
                    <a:pt x="10126" y="9993"/>
                    <a:pt x="10806" y="9993"/>
                  </a:cubicBezTo>
                  <a:cubicBezTo>
                    <a:pt x="10871" y="9993"/>
                    <a:pt x="10921" y="9983"/>
                    <a:pt x="10955" y="9964"/>
                  </a:cubicBezTo>
                  <a:cubicBezTo>
                    <a:pt x="11116" y="9616"/>
                    <a:pt x="11249" y="9257"/>
                    <a:pt x="11358" y="8900"/>
                  </a:cubicBezTo>
                  <a:cubicBezTo>
                    <a:pt x="11385" y="8809"/>
                    <a:pt x="11411" y="8718"/>
                    <a:pt x="11435" y="8627"/>
                  </a:cubicBezTo>
                  <a:cubicBezTo>
                    <a:pt x="12094" y="6188"/>
                    <a:pt x="11700" y="3772"/>
                    <a:pt x="11700" y="3772"/>
                  </a:cubicBezTo>
                  <a:lnTo>
                    <a:pt x="48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32;p36">
              <a:extLst>
                <a:ext uri="{FF2B5EF4-FFF2-40B4-BE49-F238E27FC236}">
                  <a16:creationId xmlns:a16="http://schemas.microsoft.com/office/drawing/2014/main" id="{8DC3FFA1-3C48-E512-6010-A9E52B8FA788}"/>
                </a:ext>
              </a:extLst>
            </p:cNvPr>
            <p:cNvSpPr/>
            <p:nvPr/>
          </p:nvSpPr>
          <p:spPr>
            <a:xfrm>
              <a:off x="5008550" y="2646000"/>
              <a:ext cx="577200" cy="331650"/>
            </a:xfrm>
            <a:custGeom>
              <a:avLst/>
              <a:gdLst/>
              <a:ahLst/>
              <a:cxnLst/>
              <a:rect l="l" t="t" r="r" b="b"/>
              <a:pathLst>
                <a:path w="23088" h="13266" extrusionOk="0">
                  <a:moveTo>
                    <a:pt x="21874" y="0"/>
                  </a:moveTo>
                  <a:cubicBezTo>
                    <a:pt x="21472" y="0"/>
                    <a:pt x="21087" y="228"/>
                    <a:pt x="20908" y="617"/>
                  </a:cubicBezTo>
                  <a:lnTo>
                    <a:pt x="19853" y="2890"/>
                  </a:lnTo>
                  <a:lnTo>
                    <a:pt x="19244" y="4204"/>
                  </a:lnTo>
                  <a:lnTo>
                    <a:pt x="18984" y="4767"/>
                  </a:lnTo>
                  <a:lnTo>
                    <a:pt x="18851" y="5055"/>
                  </a:lnTo>
                  <a:lnTo>
                    <a:pt x="18411" y="6003"/>
                  </a:lnTo>
                  <a:cubicBezTo>
                    <a:pt x="18074" y="6732"/>
                    <a:pt x="17645" y="7395"/>
                    <a:pt x="17147" y="7983"/>
                  </a:cubicBezTo>
                  <a:cubicBezTo>
                    <a:pt x="17086" y="8057"/>
                    <a:pt x="17021" y="8131"/>
                    <a:pt x="16956" y="8203"/>
                  </a:cubicBezTo>
                  <a:cubicBezTo>
                    <a:pt x="16301" y="8927"/>
                    <a:pt x="15538" y="9528"/>
                    <a:pt x="14703" y="9994"/>
                  </a:cubicBezTo>
                  <a:cubicBezTo>
                    <a:pt x="14622" y="10040"/>
                    <a:pt x="14538" y="10084"/>
                    <a:pt x="14455" y="10126"/>
                  </a:cubicBezTo>
                  <a:cubicBezTo>
                    <a:pt x="13584" y="10579"/>
                    <a:pt x="12642" y="10885"/>
                    <a:pt x="11666" y="11032"/>
                  </a:cubicBezTo>
                  <a:cubicBezTo>
                    <a:pt x="11574" y="11047"/>
                    <a:pt x="11480" y="11059"/>
                    <a:pt x="11385" y="11070"/>
                  </a:cubicBezTo>
                  <a:cubicBezTo>
                    <a:pt x="11043" y="11110"/>
                    <a:pt x="10699" y="11130"/>
                    <a:pt x="10353" y="11130"/>
                  </a:cubicBezTo>
                  <a:cubicBezTo>
                    <a:pt x="9477" y="11130"/>
                    <a:pt x="8591" y="11000"/>
                    <a:pt x="7722" y="10726"/>
                  </a:cubicBezTo>
                  <a:cubicBezTo>
                    <a:pt x="7633" y="10699"/>
                    <a:pt x="7542" y="10668"/>
                    <a:pt x="7452" y="10637"/>
                  </a:cubicBezTo>
                  <a:cubicBezTo>
                    <a:pt x="7380" y="10611"/>
                    <a:pt x="7307" y="10585"/>
                    <a:pt x="7234" y="10556"/>
                  </a:cubicBezTo>
                  <a:lnTo>
                    <a:pt x="1563" y="8402"/>
                  </a:lnTo>
                  <a:cubicBezTo>
                    <a:pt x="1439" y="8355"/>
                    <a:pt x="1312" y="8333"/>
                    <a:pt x="1186" y="8333"/>
                  </a:cubicBezTo>
                  <a:cubicBezTo>
                    <a:pt x="758" y="8333"/>
                    <a:pt x="353" y="8595"/>
                    <a:pt x="191" y="9020"/>
                  </a:cubicBezTo>
                  <a:cubicBezTo>
                    <a:pt x="0" y="9522"/>
                    <a:pt x="214" y="10079"/>
                    <a:pt x="673" y="10331"/>
                  </a:cubicBezTo>
                  <a:cubicBezTo>
                    <a:pt x="715" y="10355"/>
                    <a:pt x="760" y="10375"/>
                    <a:pt x="807" y="10393"/>
                  </a:cubicBezTo>
                  <a:lnTo>
                    <a:pt x="1842" y="10787"/>
                  </a:lnTo>
                  <a:lnTo>
                    <a:pt x="6479" y="12547"/>
                  </a:lnTo>
                  <a:cubicBezTo>
                    <a:pt x="6900" y="12707"/>
                    <a:pt x="7328" y="12841"/>
                    <a:pt x="7761" y="12948"/>
                  </a:cubicBezTo>
                  <a:cubicBezTo>
                    <a:pt x="7895" y="12980"/>
                    <a:pt x="8027" y="13010"/>
                    <a:pt x="8160" y="13037"/>
                  </a:cubicBezTo>
                  <a:cubicBezTo>
                    <a:pt x="8892" y="13189"/>
                    <a:pt x="9636" y="13265"/>
                    <a:pt x="10379" y="13265"/>
                  </a:cubicBezTo>
                  <a:cubicBezTo>
                    <a:pt x="10999" y="13265"/>
                    <a:pt x="11618" y="13213"/>
                    <a:pt x="12231" y="13107"/>
                  </a:cubicBezTo>
                  <a:cubicBezTo>
                    <a:pt x="12346" y="13089"/>
                    <a:pt x="12462" y="13066"/>
                    <a:pt x="12577" y="13042"/>
                  </a:cubicBezTo>
                  <a:cubicBezTo>
                    <a:pt x="13237" y="12907"/>
                    <a:pt x="13887" y="12710"/>
                    <a:pt x="14522" y="12451"/>
                  </a:cubicBezTo>
                  <a:cubicBezTo>
                    <a:pt x="15006" y="12254"/>
                    <a:pt x="15473" y="12024"/>
                    <a:pt x="15918" y="11765"/>
                  </a:cubicBezTo>
                  <a:cubicBezTo>
                    <a:pt x="16008" y="11712"/>
                    <a:pt x="16097" y="11659"/>
                    <a:pt x="16185" y="11603"/>
                  </a:cubicBezTo>
                  <a:cubicBezTo>
                    <a:pt x="17116" y="11026"/>
                    <a:pt x="17951" y="10314"/>
                    <a:pt x="18666" y="9492"/>
                  </a:cubicBezTo>
                  <a:cubicBezTo>
                    <a:pt x="18733" y="9416"/>
                    <a:pt x="18796" y="9339"/>
                    <a:pt x="18860" y="9261"/>
                  </a:cubicBezTo>
                  <a:cubicBezTo>
                    <a:pt x="19447" y="8548"/>
                    <a:pt x="19947" y="7756"/>
                    <a:pt x="20343" y="6900"/>
                  </a:cubicBezTo>
                  <a:lnTo>
                    <a:pt x="20733" y="6056"/>
                  </a:lnTo>
                  <a:lnTo>
                    <a:pt x="20862" y="5782"/>
                  </a:lnTo>
                  <a:lnTo>
                    <a:pt x="21751" y="3864"/>
                  </a:lnTo>
                  <a:lnTo>
                    <a:pt x="22840" y="1512"/>
                  </a:lnTo>
                  <a:cubicBezTo>
                    <a:pt x="23087" y="979"/>
                    <a:pt x="22856" y="346"/>
                    <a:pt x="22321" y="99"/>
                  </a:cubicBezTo>
                  <a:cubicBezTo>
                    <a:pt x="22176" y="32"/>
                    <a:pt x="22024" y="0"/>
                    <a:pt x="21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33;p36">
              <a:extLst>
                <a:ext uri="{FF2B5EF4-FFF2-40B4-BE49-F238E27FC236}">
                  <a16:creationId xmlns:a16="http://schemas.microsoft.com/office/drawing/2014/main" id="{721039AA-5E5C-E794-2557-3412E0D07089}"/>
                </a:ext>
              </a:extLst>
            </p:cNvPr>
            <p:cNvSpPr/>
            <p:nvPr/>
          </p:nvSpPr>
          <p:spPr>
            <a:xfrm>
              <a:off x="4444500" y="2590075"/>
              <a:ext cx="711075" cy="698300"/>
            </a:xfrm>
            <a:custGeom>
              <a:avLst/>
              <a:gdLst/>
              <a:ahLst/>
              <a:cxnLst/>
              <a:rect l="l" t="t" r="r" b="b"/>
              <a:pathLst>
                <a:path w="28443" h="27932" extrusionOk="0">
                  <a:moveTo>
                    <a:pt x="5556" y="0"/>
                  </a:moveTo>
                  <a:lnTo>
                    <a:pt x="1502" y="12131"/>
                  </a:lnTo>
                  <a:cubicBezTo>
                    <a:pt x="0" y="16623"/>
                    <a:pt x="1321" y="21379"/>
                    <a:pt x="4507" y="24475"/>
                  </a:cubicBezTo>
                  <a:cubicBezTo>
                    <a:pt x="4575" y="24541"/>
                    <a:pt x="4645" y="24608"/>
                    <a:pt x="4714" y="24672"/>
                  </a:cubicBezTo>
                  <a:cubicBezTo>
                    <a:pt x="5905" y="25774"/>
                    <a:pt x="7339" y="26651"/>
                    <a:pt x="8972" y="27209"/>
                  </a:cubicBezTo>
                  <a:cubicBezTo>
                    <a:pt x="9036" y="27230"/>
                    <a:pt x="9099" y="27251"/>
                    <a:pt x="9163" y="27272"/>
                  </a:cubicBezTo>
                  <a:cubicBezTo>
                    <a:pt x="9227" y="27294"/>
                    <a:pt x="9289" y="27315"/>
                    <a:pt x="9352" y="27335"/>
                  </a:cubicBezTo>
                  <a:cubicBezTo>
                    <a:pt x="9548" y="27400"/>
                    <a:pt x="9743" y="27457"/>
                    <a:pt x="9940" y="27512"/>
                  </a:cubicBezTo>
                  <a:cubicBezTo>
                    <a:pt x="10982" y="27795"/>
                    <a:pt x="12033" y="27931"/>
                    <a:pt x="13070" y="27931"/>
                  </a:cubicBezTo>
                  <a:cubicBezTo>
                    <a:pt x="18065" y="27931"/>
                    <a:pt x="22718" y="24773"/>
                    <a:pt x="24387" y="19779"/>
                  </a:cubicBezTo>
                  <a:lnTo>
                    <a:pt x="27146" y="11527"/>
                  </a:lnTo>
                  <a:lnTo>
                    <a:pt x="28442" y="7648"/>
                  </a:lnTo>
                  <a:lnTo>
                    <a:pt x="55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4;p36">
              <a:extLst>
                <a:ext uri="{FF2B5EF4-FFF2-40B4-BE49-F238E27FC236}">
                  <a16:creationId xmlns:a16="http://schemas.microsoft.com/office/drawing/2014/main" id="{5ED7B8F1-C017-6C62-309B-38C23FE55B80}"/>
                </a:ext>
              </a:extLst>
            </p:cNvPr>
            <p:cNvSpPr/>
            <p:nvPr/>
          </p:nvSpPr>
          <p:spPr>
            <a:xfrm>
              <a:off x="4574225" y="2577925"/>
              <a:ext cx="590500" cy="215475"/>
            </a:xfrm>
            <a:custGeom>
              <a:avLst/>
              <a:gdLst/>
              <a:ahLst/>
              <a:cxnLst/>
              <a:rect l="l" t="t" r="r" b="b"/>
              <a:pathLst>
                <a:path w="23620" h="8619" extrusionOk="0">
                  <a:moveTo>
                    <a:pt x="1951" y="0"/>
                  </a:moveTo>
                  <a:cubicBezTo>
                    <a:pt x="1043" y="0"/>
                    <a:pt x="477" y="156"/>
                    <a:pt x="367" y="485"/>
                  </a:cubicBezTo>
                  <a:cubicBezTo>
                    <a:pt x="1" y="1581"/>
                    <a:pt x="4828" y="4181"/>
                    <a:pt x="11148" y="6294"/>
                  </a:cubicBezTo>
                  <a:cubicBezTo>
                    <a:pt x="15570" y="7771"/>
                    <a:pt x="19552" y="8618"/>
                    <a:pt x="21670" y="8618"/>
                  </a:cubicBezTo>
                  <a:cubicBezTo>
                    <a:pt x="22578" y="8618"/>
                    <a:pt x="23143" y="8463"/>
                    <a:pt x="23253" y="8134"/>
                  </a:cubicBezTo>
                  <a:cubicBezTo>
                    <a:pt x="23620" y="7037"/>
                    <a:pt x="18792" y="4436"/>
                    <a:pt x="12473" y="2325"/>
                  </a:cubicBezTo>
                  <a:cubicBezTo>
                    <a:pt x="8050" y="847"/>
                    <a:pt x="4068" y="0"/>
                    <a:pt x="19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35;p36">
              <a:extLst>
                <a:ext uri="{FF2B5EF4-FFF2-40B4-BE49-F238E27FC236}">
                  <a16:creationId xmlns:a16="http://schemas.microsoft.com/office/drawing/2014/main" id="{E86F5C6F-3467-D3B9-6047-E3D9E0F08EBF}"/>
                </a:ext>
              </a:extLst>
            </p:cNvPr>
            <p:cNvSpPr/>
            <p:nvPr/>
          </p:nvSpPr>
          <p:spPr>
            <a:xfrm>
              <a:off x="4590900" y="2586800"/>
              <a:ext cx="557175" cy="197700"/>
            </a:xfrm>
            <a:custGeom>
              <a:avLst/>
              <a:gdLst/>
              <a:ahLst/>
              <a:cxnLst/>
              <a:rect l="l" t="t" r="r" b="b"/>
              <a:pathLst>
                <a:path w="22287" h="7908" extrusionOk="0">
                  <a:moveTo>
                    <a:pt x="1289" y="1"/>
                  </a:moveTo>
                  <a:cubicBezTo>
                    <a:pt x="358" y="1"/>
                    <a:pt x="61" y="168"/>
                    <a:pt x="37" y="242"/>
                  </a:cubicBezTo>
                  <a:cubicBezTo>
                    <a:pt x="0" y="351"/>
                    <a:pt x="329" y="1014"/>
                    <a:pt x="2601" y="2258"/>
                  </a:cubicBezTo>
                  <a:lnTo>
                    <a:pt x="2600" y="2258"/>
                  </a:lnTo>
                  <a:cubicBezTo>
                    <a:pt x="4629" y="3370"/>
                    <a:pt x="7468" y="4557"/>
                    <a:pt x="10593" y="5601"/>
                  </a:cubicBezTo>
                  <a:cubicBezTo>
                    <a:pt x="13631" y="6617"/>
                    <a:pt x="16552" y="7365"/>
                    <a:pt x="18819" y="7711"/>
                  </a:cubicBezTo>
                  <a:cubicBezTo>
                    <a:pt x="19779" y="7857"/>
                    <a:pt x="20485" y="7908"/>
                    <a:pt x="20998" y="7908"/>
                  </a:cubicBezTo>
                  <a:cubicBezTo>
                    <a:pt x="21929" y="7908"/>
                    <a:pt x="22226" y="7740"/>
                    <a:pt x="22250" y="7667"/>
                  </a:cubicBezTo>
                  <a:cubicBezTo>
                    <a:pt x="22286" y="7558"/>
                    <a:pt x="21958" y="6894"/>
                    <a:pt x="19686" y="5649"/>
                  </a:cubicBezTo>
                  <a:cubicBezTo>
                    <a:pt x="17656" y="4537"/>
                    <a:pt x="14817" y="3351"/>
                    <a:pt x="11694" y="2306"/>
                  </a:cubicBezTo>
                  <a:cubicBezTo>
                    <a:pt x="8657" y="1291"/>
                    <a:pt x="5735" y="542"/>
                    <a:pt x="3468" y="198"/>
                  </a:cubicBezTo>
                  <a:cubicBezTo>
                    <a:pt x="2508" y="52"/>
                    <a:pt x="1802" y="1"/>
                    <a:pt x="12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6;p36">
              <a:extLst>
                <a:ext uri="{FF2B5EF4-FFF2-40B4-BE49-F238E27FC236}">
                  <a16:creationId xmlns:a16="http://schemas.microsoft.com/office/drawing/2014/main" id="{45DB2E18-D0FC-2691-F5D1-6A2BFFD0545E}"/>
                </a:ext>
              </a:extLst>
            </p:cNvPr>
            <p:cNvSpPr/>
            <p:nvPr/>
          </p:nvSpPr>
          <p:spPr>
            <a:xfrm>
              <a:off x="4590825" y="2520000"/>
              <a:ext cx="586625" cy="223800"/>
            </a:xfrm>
            <a:custGeom>
              <a:avLst/>
              <a:gdLst/>
              <a:ahLst/>
              <a:cxnLst/>
              <a:rect l="l" t="t" r="r" b="b"/>
              <a:pathLst>
                <a:path w="23465" h="8952" extrusionOk="0">
                  <a:moveTo>
                    <a:pt x="644" y="1"/>
                  </a:moveTo>
                  <a:cubicBezTo>
                    <a:pt x="608" y="102"/>
                    <a:pt x="571" y="204"/>
                    <a:pt x="538" y="307"/>
                  </a:cubicBezTo>
                  <a:lnTo>
                    <a:pt x="367" y="817"/>
                  </a:lnTo>
                  <a:cubicBezTo>
                    <a:pt x="0" y="1914"/>
                    <a:pt x="4826" y="4513"/>
                    <a:pt x="11147" y="6626"/>
                  </a:cubicBezTo>
                  <a:cubicBezTo>
                    <a:pt x="15570" y="8104"/>
                    <a:pt x="19551" y="8952"/>
                    <a:pt x="21668" y="8952"/>
                  </a:cubicBezTo>
                  <a:cubicBezTo>
                    <a:pt x="22577" y="8952"/>
                    <a:pt x="23142" y="8796"/>
                    <a:pt x="23251" y="8467"/>
                  </a:cubicBezTo>
                  <a:lnTo>
                    <a:pt x="23422" y="7955"/>
                  </a:lnTo>
                  <a:cubicBezTo>
                    <a:pt x="23437" y="7912"/>
                    <a:pt x="23450" y="7871"/>
                    <a:pt x="23465" y="7829"/>
                  </a:cubicBezTo>
                  <a:lnTo>
                    <a:pt x="23465" y="7829"/>
                  </a:lnTo>
                  <a:cubicBezTo>
                    <a:pt x="23188" y="7920"/>
                    <a:pt x="22797" y="7965"/>
                    <a:pt x="22308" y="7965"/>
                  </a:cubicBezTo>
                  <a:cubicBezTo>
                    <a:pt x="20153" y="7965"/>
                    <a:pt x="16101" y="7102"/>
                    <a:pt x="11598" y="5598"/>
                  </a:cubicBezTo>
                  <a:cubicBezTo>
                    <a:pt x="5712" y="3630"/>
                    <a:pt x="1097" y="1246"/>
                    <a:pt x="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7;p36">
              <a:extLst>
                <a:ext uri="{FF2B5EF4-FFF2-40B4-BE49-F238E27FC236}">
                  <a16:creationId xmlns:a16="http://schemas.microsoft.com/office/drawing/2014/main" id="{514F2C83-BE9A-B2A3-6DED-E95B93A69A94}"/>
                </a:ext>
              </a:extLst>
            </p:cNvPr>
            <p:cNvSpPr/>
            <p:nvPr/>
          </p:nvSpPr>
          <p:spPr>
            <a:xfrm>
              <a:off x="4606925" y="2321525"/>
              <a:ext cx="621150" cy="397600"/>
            </a:xfrm>
            <a:custGeom>
              <a:avLst/>
              <a:gdLst/>
              <a:ahLst/>
              <a:cxnLst/>
              <a:rect l="l" t="t" r="r" b="b"/>
              <a:pathLst>
                <a:path w="24846" h="15904" extrusionOk="0">
                  <a:moveTo>
                    <a:pt x="11335" y="1"/>
                  </a:moveTo>
                  <a:cubicBezTo>
                    <a:pt x="9445" y="1"/>
                    <a:pt x="7603" y="449"/>
                    <a:pt x="5948" y="1274"/>
                  </a:cubicBezTo>
                  <a:cubicBezTo>
                    <a:pt x="3276" y="2607"/>
                    <a:pt x="1095" y="4929"/>
                    <a:pt x="0" y="7940"/>
                  </a:cubicBezTo>
                  <a:cubicBezTo>
                    <a:pt x="453" y="9185"/>
                    <a:pt x="5068" y="11569"/>
                    <a:pt x="10954" y="13537"/>
                  </a:cubicBezTo>
                  <a:cubicBezTo>
                    <a:pt x="15457" y="15041"/>
                    <a:pt x="19509" y="15904"/>
                    <a:pt x="21664" y="15904"/>
                  </a:cubicBezTo>
                  <a:cubicBezTo>
                    <a:pt x="22153" y="15904"/>
                    <a:pt x="22544" y="15859"/>
                    <a:pt x="22821" y="15768"/>
                  </a:cubicBezTo>
                  <a:cubicBezTo>
                    <a:pt x="24846" y="9483"/>
                    <a:pt x="21439" y="2725"/>
                    <a:pt x="15161" y="627"/>
                  </a:cubicBezTo>
                  <a:cubicBezTo>
                    <a:pt x="13892" y="202"/>
                    <a:pt x="12603" y="1"/>
                    <a:pt x="113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38;p36">
              <a:extLst>
                <a:ext uri="{FF2B5EF4-FFF2-40B4-BE49-F238E27FC236}">
                  <a16:creationId xmlns:a16="http://schemas.microsoft.com/office/drawing/2014/main" id="{1E7F3325-93C2-52CD-C758-4E0A76C40708}"/>
                </a:ext>
              </a:extLst>
            </p:cNvPr>
            <p:cNvSpPr/>
            <p:nvPr/>
          </p:nvSpPr>
          <p:spPr>
            <a:xfrm>
              <a:off x="4719000" y="2826275"/>
              <a:ext cx="401475" cy="462100"/>
            </a:xfrm>
            <a:custGeom>
              <a:avLst/>
              <a:gdLst/>
              <a:ahLst/>
              <a:cxnLst/>
              <a:rect l="l" t="t" r="r" b="b"/>
              <a:pathLst>
                <a:path w="16059" h="18484" extrusionOk="0">
                  <a:moveTo>
                    <a:pt x="11689" y="0"/>
                  </a:moveTo>
                  <a:cubicBezTo>
                    <a:pt x="9277" y="0"/>
                    <a:pt x="6932" y="1498"/>
                    <a:pt x="6117" y="4063"/>
                  </a:cubicBezTo>
                  <a:cubicBezTo>
                    <a:pt x="5037" y="7462"/>
                    <a:pt x="3225" y="12146"/>
                    <a:pt x="585" y="15808"/>
                  </a:cubicBezTo>
                  <a:cubicBezTo>
                    <a:pt x="578" y="15816"/>
                    <a:pt x="573" y="15825"/>
                    <a:pt x="566" y="15833"/>
                  </a:cubicBezTo>
                  <a:cubicBezTo>
                    <a:pt x="1" y="16617"/>
                    <a:pt x="234" y="17632"/>
                    <a:pt x="911" y="18149"/>
                  </a:cubicBezTo>
                  <a:cubicBezTo>
                    <a:pt x="1175" y="18349"/>
                    <a:pt x="1506" y="18474"/>
                    <a:pt x="1882" y="18482"/>
                  </a:cubicBezTo>
                  <a:cubicBezTo>
                    <a:pt x="1950" y="18483"/>
                    <a:pt x="2019" y="18484"/>
                    <a:pt x="2087" y="18484"/>
                  </a:cubicBezTo>
                  <a:cubicBezTo>
                    <a:pt x="7084" y="18484"/>
                    <a:pt x="11738" y="15327"/>
                    <a:pt x="13407" y="10331"/>
                  </a:cubicBezTo>
                  <a:lnTo>
                    <a:pt x="15413" y="4330"/>
                  </a:lnTo>
                  <a:lnTo>
                    <a:pt x="15532" y="3972"/>
                  </a:lnTo>
                  <a:lnTo>
                    <a:pt x="15861" y="2988"/>
                  </a:lnTo>
                  <a:cubicBezTo>
                    <a:pt x="16058" y="2402"/>
                    <a:pt x="15875" y="1756"/>
                    <a:pt x="15402" y="1360"/>
                  </a:cubicBezTo>
                  <a:cubicBezTo>
                    <a:pt x="15098" y="1102"/>
                    <a:pt x="14777" y="885"/>
                    <a:pt x="14445" y="704"/>
                  </a:cubicBezTo>
                  <a:cubicBezTo>
                    <a:pt x="14375" y="666"/>
                    <a:pt x="14304" y="628"/>
                    <a:pt x="14233" y="593"/>
                  </a:cubicBezTo>
                  <a:cubicBezTo>
                    <a:pt x="13421" y="191"/>
                    <a:pt x="12550" y="0"/>
                    <a:pt x="116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39;p36">
              <a:extLst>
                <a:ext uri="{FF2B5EF4-FFF2-40B4-BE49-F238E27FC236}">
                  <a16:creationId xmlns:a16="http://schemas.microsoft.com/office/drawing/2014/main" id="{B27B2FAD-3675-1F3A-27A8-92456B6054C0}"/>
                </a:ext>
              </a:extLst>
            </p:cNvPr>
            <p:cNvSpPr/>
            <p:nvPr/>
          </p:nvSpPr>
          <p:spPr>
            <a:xfrm>
              <a:off x="4705700" y="2820425"/>
              <a:ext cx="369125" cy="459575"/>
            </a:xfrm>
            <a:custGeom>
              <a:avLst/>
              <a:gdLst/>
              <a:ahLst/>
              <a:cxnLst/>
              <a:rect l="l" t="t" r="r" b="b"/>
              <a:pathLst>
                <a:path w="14765" h="18383" extrusionOk="0">
                  <a:moveTo>
                    <a:pt x="11794" y="1"/>
                  </a:moveTo>
                  <a:cubicBezTo>
                    <a:pt x="9383" y="1"/>
                    <a:pt x="7038" y="1497"/>
                    <a:pt x="6222" y="4063"/>
                  </a:cubicBezTo>
                  <a:lnTo>
                    <a:pt x="6223" y="4063"/>
                  </a:lnTo>
                  <a:cubicBezTo>
                    <a:pt x="5142" y="7463"/>
                    <a:pt x="3330" y="12145"/>
                    <a:pt x="690" y="15808"/>
                  </a:cubicBezTo>
                  <a:cubicBezTo>
                    <a:pt x="684" y="15817"/>
                    <a:pt x="678" y="15824"/>
                    <a:pt x="672" y="15833"/>
                  </a:cubicBezTo>
                  <a:cubicBezTo>
                    <a:pt x="1" y="16765"/>
                    <a:pt x="457" y="18022"/>
                    <a:pt x="1443" y="18383"/>
                  </a:cubicBezTo>
                  <a:cubicBezTo>
                    <a:pt x="766" y="17866"/>
                    <a:pt x="533" y="16851"/>
                    <a:pt x="1098" y="16067"/>
                  </a:cubicBezTo>
                  <a:cubicBezTo>
                    <a:pt x="1104" y="16059"/>
                    <a:pt x="1111" y="16050"/>
                    <a:pt x="1117" y="16041"/>
                  </a:cubicBezTo>
                  <a:cubicBezTo>
                    <a:pt x="3757" y="12378"/>
                    <a:pt x="5568" y="7696"/>
                    <a:pt x="6649" y="4296"/>
                  </a:cubicBezTo>
                  <a:cubicBezTo>
                    <a:pt x="7465" y="1731"/>
                    <a:pt x="9810" y="234"/>
                    <a:pt x="12221" y="234"/>
                  </a:cubicBezTo>
                  <a:cubicBezTo>
                    <a:pt x="13083" y="234"/>
                    <a:pt x="13953" y="425"/>
                    <a:pt x="14765" y="827"/>
                  </a:cubicBezTo>
                  <a:cubicBezTo>
                    <a:pt x="14694" y="785"/>
                    <a:pt x="14622" y="744"/>
                    <a:pt x="14551" y="704"/>
                  </a:cubicBezTo>
                  <a:cubicBezTo>
                    <a:pt x="13679" y="227"/>
                    <a:pt x="12732" y="1"/>
                    <a:pt x="117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0;p36">
              <a:extLst>
                <a:ext uri="{FF2B5EF4-FFF2-40B4-BE49-F238E27FC236}">
                  <a16:creationId xmlns:a16="http://schemas.microsoft.com/office/drawing/2014/main" id="{9CE634CA-1401-5199-15B5-6D5A9AC0E136}"/>
                </a:ext>
              </a:extLst>
            </p:cNvPr>
            <p:cNvSpPr/>
            <p:nvPr/>
          </p:nvSpPr>
          <p:spPr>
            <a:xfrm>
              <a:off x="5487750" y="2687725"/>
              <a:ext cx="86000" cy="65025"/>
            </a:xfrm>
            <a:custGeom>
              <a:avLst/>
              <a:gdLst/>
              <a:ahLst/>
              <a:cxnLst/>
              <a:rect l="l" t="t" r="r" b="b"/>
              <a:pathLst>
                <a:path w="3440" h="2601" extrusionOk="0">
                  <a:moveTo>
                    <a:pt x="546" y="1"/>
                  </a:moveTo>
                  <a:lnTo>
                    <a:pt x="83" y="1126"/>
                  </a:lnTo>
                  <a:cubicBezTo>
                    <a:pt x="1" y="1326"/>
                    <a:pt x="129" y="1588"/>
                    <a:pt x="401" y="1838"/>
                  </a:cubicBezTo>
                  <a:cubicBezTo>
                    <a:pt x="613" y="2035"/>
                    <a:pt x="911" y="2223"/>
                    <a:pt x="1264" y="2368"/>
                  </a:cubicBezTo>
                  <a:cubicBezTo>
                    <a:pt x="1642" y="2524"/>
                    <a:pt x="2013" y="2600"/>
                    <a:pt x="2315" y="2600"/>
                  </a:cubicBezTo>
                  <a:cubicBezTo>
                    <a:pt x="2342" y="2600"/>
                    <a:pt x="2369" y="2600"/>
                    <a:pt x="2395" y="2598"/>
                  </a:cubicBezTo>
                  <a:cubicBezTo>
                    <a:pt x="2689" y="2583"/>
                    <a:pt x="2906" y="2489"/>
                    <a:pt x="2976" y="2317"/>
                  </a:cubicBezTo>
                  <a:lnTo>
                    <a:pt x="3439" y="1191"/>
                  </a:lnTo>
                  <a:lnTo>
                    <a:pt x="5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41;p36">
              <a:extLst>
                <a:ext uri="{FF2B5EF4-FFF2-40B4-BE49-F238E27FC236}">
                  <a16:creationId xmlns:a16="http://schemas.microsoft.com/office/drawing/2014/main" id="{4053422F-8EF4-E1B8-E350-949B311B22E6}"/>
                </a:ext>
              </a:extLst>
            </p:cNvPr>
            <p:cNvSpPr/>
            <p:nvPr/>
          </p:nvSpPr>
          <p:spPr>
            <a:xfrm>
              <a:off x="5491475" y="2634400"/>
              <a:ext cx="118875" cy="90200"/>
            </a:xfrm>
            <a:custGeom>
              <a:avLst/>
              <a:gdLst/>
              <a:ahLst/>
              <a:cxnLst/>
              <a:rect l="l" t="t" r="r" b="b"/>
              <a:pathLst>
                <a:path w="4755" h="3608" extrusionOk="0">
                  <a:moveTo>
                    <a:pt x="488" y="1"/>
                  </a:moveTo>
                  <a:cubicBezTo>
                    <a:pt x="488" y="1"/>
                    <a:pt x="0" y="902"/>
                    <a:pt x="397" y="2134"/>
                  </a:cubicBezTo>
                  <a:cubicBezTo>
                    <a:pt x="250" y="2491"/>
                    <a:pt x="779" y="3047"/>
                    <a:pt x="1577" y="3376"/>
                  </a:cubicBezTo>
                  <a:cubicBezTo>
                    <a:pt x="1955" y="3530"/>
                    <a:pt x="2325" y="3607"/>
                    <a:pt x="2626" y="3607"/>
                  </a:cubicBezTo>
                  <a:cubicBezTo>
                    <a:pt x="2947" y="3607"/>
                    <a:pt x="3189" y="3520"/>
                    <a:pt x="3278" y="3348"/>
                  </a:cubicBezTo>
                  <a:lnTo>
                    <a:pt x="3290" y="3354"/>
                  </a:lnTo>
                  <a:cubicBezTo>
                    <a:pt x="4449" y="2779"/>
                    <a:pt x="4755" y="1802"/>
                    <a:pt x="4755" y="1802"/>
                  </a:cubicBezTo>
                  <a:lnTo>
                    <a:pt x="4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42;p36">
              <a:extLst>
                <a:ext uri="{FF2B5EF4-FFF2-40B4-BE49-F238E27FC236}">
                  <a16:creationId xmlns:a16="http://schemas.microsoft.com/office/drawing/2014/main" id="{8743AA99-ED54-35A0-C2D9-8F8E49D60F73}"/>
                </a:ext>
              </a:extLst>
            </p:cNvPr>
            <p:cNvSpPr/>
            <p:nvPr/>
          </p:nvSpPr>
          <p:spPr>
            <a:xfrm>
              <a:off x="5498250" y="2623925"/>
              <a:ext cx="117675" cy="64950"/>
            </a:xfrm>
            <a:custGeom>
              <a:avLst/>
              <a:gdLst/>
              <a:ahLst/>
              <a:cxnLst/>
              <a:rect l="l" t="t" r="r" b="b"/>
              <a:pathLst>
                <a:path w="4707" h="2598" extrusionOk="0">
                  <a:moveTo>
                    <a:pt x="1198" y="1"/>
                  </a:moveTo>
                  <a:cubicBezTo>
                    <a:pt x="701" y="1"/>
                    <a:pt x="331" y="142"/>
                    <a:pt x="217" y="420"/>
                  </a:cubicBezTo>
                  <a:cubicBezTo>
                    <a:pt x="0" y="947"/>
                    <a:pt x="780" y="1769"/>
                    <a:pt x="1960" y="2254"/>
                  </a:cubicBezTo>
                  <a:cubicBezTo>
                    <a:pt x="2517" y="2484"/>
                    <a:pt x="3064" y="2597"/>
                    <a:pt x="3509" y="2597"/>
                  </a:cubicBezTo>
                  <a:cubicBezTo>
                    <a:pt x="4006" y="2597"/>
                    <a:pt x="4375" y="2456"/>
                    <a:pt x="4490" y="2178"/>
                  </a:cubicBezTo>
                  <a:cubicBezTo>
                    <a:pt x="4707" y="1650"/>
                    <a:pt x="3926" y="829"/>
                    <a:pt x="2746" y="343"/>
                  </a:cubicBezTo>
                  <a:cubicBezTo>
                    <a:pt x="2189" y="114"/>
                    <a:pt x="1642" y="1"/>
                    <a:pt x="1198" y="1"/>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3;p36">
              <a:extLst>
                <a:ext uri="{FF2B5EF4-FFF2-40B4-BE49-F238E27FC236}">
                  <a16:creationId xmlns:a16="http://schemas.microsoft.com/office/drawing/2014/main" id="{EAEFBDFD-4D14-FCFD-1EF3-BFE591915184}"/>
                </a:ext>
              </a:extLst>
            </p:cNvPr>
            <p:cNvSpPr/>
            <p:nvPr/>
          </p:nvSpPr>
          <p:spPr>
            <a:xfrm>
              <a:off x="4786400" y="2462150"/>
              <a:ext cx="360800" cy="211625"/>
            </a:xfrm>
            <a:custGeom>
              <a:avLst/>
              <a:gdLst/>
              <a:ahLst/>
              <a:cxnLst/>
              <a:rect l="l" t="t" r="r" b="b"/>
              <a:pathLst>
                <a:path w="14432" h="8465" extrusionOk="0">
                  <a:moveTo>
                    <a:pt x="2547" y="0"/>
                  </a:moveTo>
                  <a:cubicBezTo>
                    <a:pt x="1724" y="0"/>
                    <a:pt x="984" y="572"/>
                    <a:pt x="804" y="1409"/>
                  </a:cubicBezTo>
                  <a:lnTo>
                    <a:pt x="210" y="4152"/>
                  </a:lnTo>
                  <a:cubicBezTo>
                    <a:pt x="1" y="5117"/>
                    <a:pt x="614" y="6068"/>
                    <a:pt x="1578" y="6276"/>
                  </a:cubicBezTo>
                  <a:lnTo>
                    <a:pt x="11505" y="8424"/>
                  </a:lnTo>
                  <a:cubicBezTo>
                    <a:pt x="11633" y="8451"/>
                    <a:pt x="11760" y="8465"/>
                    <a:pt x="11885" y="8465"/>
                  </a:cubicBezTo>
                  <a:cubicBezTo>
                    <a:pt x="12708" y="8465"/>
                    <a:pt x="13447" y="7893"/>
                    <a:pt x="13629" y="7056"/>
                  </a:cubicBezTo>
                  <a:lnTo>
                    <a:pt x="14222" y="4313"/>
                  </a:lnTo>
                  <a:cubicBezTo>
                    <a:pt x="14431" y="3348"/>
                    <a:pt x="13818" y="2397"/>
                    <a:pt x="12855" y="2189"/>
                  </a:cubicBezTo>
                  <a:lnTo>
                    <a:pt x="2927" y="41"/>
                  </a:lnTo>
                  <a:cubicBezTo>
                    <a:pt x="2800" y="14"/>
                    <a:pt x="2672" y="0"/>
                    <a:pt x="2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44;p36">
              <a:extLst>
                <a:ext uri="{FF2B5EF4-FFF2-40B4-BE49-F238E27FC236}">
                  <a16:creationId xmlns:a16="http://schemas.microsoft.com/office/drawing/2014/main" id="{2F3F5BB7-7DE6-C256-243B-1DA43BEE771B}"/>
                </a:ext>
              </a:extLst>
            </p:cNvPr>
            <p:cNvSpPr/>
            <p:nvPr/>
          </p:nvSpPr>
          <p:spPr>
            <a:xfrm>
              <a:off x="4841500" y="2474075"/>
              <a:ext cx="360800" cy="211625"/>
            </a:xfrm>
            <a:custGeom>
              <a:avLst/>
              <a:gdLst/>
              <a:ahLst/>
              <a:cxnLst/>
              <a:rect l="l" t="t" r="r" b="b"/>
              <a:pathLst>
                <a:path w="14432" h="8465" extrusionOk="0">
                  <a:moveTo>
                    <a:pt x="2547" y="1"/>
                  </a:moveTo>
                  <a:cubicBezTo>
                    <a:pt x="1724" y="1"/>
                    <a:pt x="985" y="572"/>
                    <a:pt x="803" y="1409"/>
                  </a:cubicBezTo>
                  <a:lnTo>
                    <a:pt x="210" y="4152"/>
                  </a:lnTo>
                  <a:cubicBezTo>
                    <a:pt x="1" y="5117"/>
                    <a:pt x="614" y="6067"/>
                    <a:pt x="1578" y="6276"/>
                  </a:cubicBezTo>
                  <a:lnTo>
                    <a:pt x="11505" y="8424"/>
                  </a:lnTo>
                  <a:cubicBezTo>
                    <a:pt x="11632" y="8451"/>
                    <a:pt x="11759" y="8465"/>
                    <a:pt x="11884" y="8465"/>
                  </a:cubicBezTo>
                  <a:cubicBezTo>
                    <a:pt x="12707" y="8465"/>
                    <a:pt x="13447" y="7892"/>
                    <a:pt x="13629" y="7056"/>
                  </a:cubicBezTo>
                  <a:lnTo>
                    <a:pt x="14222" y="4313"/>
                  </a:lnTo>
                  <a:cubicBezTo>
                    <a:pt x="14431" y="3348"/>
                    <a:pt x="13818" y="2397"/>
                    <a:pt x="12855" y="2189"/>
                  </a:cubicBezTo>
                  <a:lnTo>
                    <a:pt x="2927" y="41"/>
                  </a:lnTo>
                  <a:cubicBezTo>
                    <a:pt x="2799" y="14"/>
                    <a:pt x="2672" y="1"/>
                    <a:pt x="2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45;p36">
              <a:extLst>
                <a:ext uri="{FF2B5EF4-FFF2-40B4-BE49-F238E27FC236}">
                  <a16:creationId xmlns:a16="http://schemas.microsoft.com/office/drawing/2014/main" id="{AF4D0695-59FF-28EC-A901-D0517377B3F6}"/>
                </a:ext>
              </a:extLst>
            </p:cNvPr>
            <p:cNvSpPr/>
            <p:nvPr/>
          </p:nvSpPr>
          <p:spPr>
            <a:xfrm>
              <a:off x="4852100" y="2482925"/>
              <a:ext cx="339600" cy="193900"/>
            </a:xfrm>
            <a:custGeom>
              <a:avLst/>
              <a:gdLst/>
              <a:ahLst/>
              <a:cxnLst/>
              <a:rect l="l" t="t" r="r" b="b"/>
              <a:pathLst>
                <a:path w="13584" h="7756" extrusionOk="0">
                  <a:moveTo>
                    <a:pt x="2125" y="0"/>
                  </a:moveTo>
                  <a:cubicBezTo>
                    <a:pt x="1466" y="0"/>
                    <a:pt x="871" y="460"/>
                    <a:pt x="726" y="1129"/>
                  </a:cubicBezTo>
                  <a:lnTo>
                    <a:pt x="133" y="3874"/>
                  </a:lnTo>
                  <a:cubicBezTo>
                    <a:pt x="1" y="4485"/>
                    <a:pt x="275" y="5106"/>
                    <a:pt x="816" y="5416"/>
                  </a:cubicBezTo>
                  <a:cubicBezTo>
                    <a:pt x="944" y="5490"/>
                    <a:pt x="1082" y="5543"/>
                    <a:pt x="1229" y="5575"/>
                  </a:cubicBezTo>
                  <a:lnTo>
                    <a:pt x="11155" y="7723"/>
                  </a:lnTo>
                  <a:cubicBezTo>
                    <a:pt x="11257" y="7745"/>
                    <a:pt x="11358" y="7755"/>
                    <a:pt x="11459" y="7755"/>
                  </a:cubicBezTo>
                  <a:cubicBezTo>
                    <a:pt x="12118" y="7755"/>
                    <a:pt x="12713" y="7297"/>
                    <a:pt x="12858" y="6626"/>
                  </a:cubicBezTo>
                  <a:lnTo>
                    <a:pt x="13451" y="3883"/>
                  </a:lnTo>
                  <a:cubicBezTo>
                    <a:pt x="13583" y="3271"/>
                    <a:pt x="13309" y="2652"/>
                    <a:pt x="12767" y="2340"/>
                  </a:cubicBezTo>
                  <a:cubicBezTo>
                    <a:pt x="12640" y="2266"/>
                    <a:pt x="12500" y="2212"/>
                    <a:pt x="12355" y="2181"/>
                  </a:cubicBezTo>
                  <a:lnTo>
                    <a:pt x="2427" y="33"/>
                  </a:lnTo>
                  <a:cubicBezTo>
                    <a:pt x="2326" y="11"/>
                    <a:pt x="2225" y="0"/>
                    <a:pt x="2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46;p36">
              <a:extLst>
                <a:ext uri="{FF2B5EF4-FFF2-40B4-BE49-F238E27FC236}">
                  <a16:creationId xmlns:a16="http://schemas.microsoft.com/office/drawing/2014/main" id="{DAA32057-B12C-A611-F72A-55F6F1BD114A}"/>
                </a:ext>
              </a:extLst>
            </p:cNvPr>
            <p:cNvSpPr/>
            <p:nvPr/>
          </p:nvSpPr>
          <p:spPr>
            <a:xfrm>
              <a:off x="5110550" y="2563175"/>
              <a:ext cx="51225" cy="89100"/>
            </a:xfrm>
            <a:custGeom>
              <a:avLst/>
              <a:gdLst/>
              <a:ahLst/>
              <a:cxnLst/>
              <a:rect l="l" t="t" r="r" b="b"/>
              <a:pathLst>
                <a:path w="2049" h="3564" extrusionOk="0">
                  <a:moveTo>
                    <a:pt x="1252" y="1"/>
                  </a:moveTo>
                  <a:cubicBezTo>
                    <a:pt x="916" y="1"/>
                    <a:pt x="615" y="234"/>
                    <a:pt x="540" y="575"/>
                  </a:cubicBezTo>
                  <a:lnTo>
                    <a:pt x="86" y="2680"/>
                  </a:lnTo>
                  <a:cubicBezTo>
                    <a:pt x="1" y="3074"/>
                    <a:pt x="249" y="3462"/>
                    <a:pt x="643" y="3547"/>
                  </a:cubicBezTo>
                  <a:cubicBezTo>
                    <a:pt x="695" y="3558"/>
                    <a:pt x="746" y="3563"/>
                    <a:pt x="797" y="3563"/>
                  </a:cubicBezTo>
                  <a:cubicBezTo>
                    <a:pt x="1132" y="3563"/>
                    <a:pt x="1434" y="3330"/>
                    <a:pt x="1508" y="2988"/>
                  </a:cubicBezTo>
                  <a:lnTo>
                    <a:pt x="1964" y="882"/>
                  </a:lnTo>
                  <a:cubicBezTo>
                    <a:pt x="2049" y="490"/>
                    <a:pt x="1799" y="102"/>
                    <a:pt x="1406" y="17"/>
                  </a:cubicBezTo>
                  <a:cubicBezTo>
                    <a:pt x="1355" y="6"/>
                    <a:pt x="1303" y="1"/>
                    <a:pt x="12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47;p36">
              <a:extLst>
                <a:ext uri="{FF2B5EF4-FFF2-40B4-BE49-F238E27FC236}">
                  <a16:creationId xmlns:a16="http://schemas.microsoft.com/office/drawing/2014/main" id="{16639245-28EE-E9B4-95D8-532C4EAACC11}"/>
                </a:ext>
              </a:extLst>
            </p:cNvPr>
            <p:cNvSpPr/>
            <p:nvPr/>
          </p:nvSpPr>
          <p:spPr>
            <a:xfrm>
              <a:off x="4967900" y="2531650"/>
              <a:ext cx="51275" cy="89075"/>
            </a:xfrm>
            <a:custGeom>
              <a:avLst/>
              <a:gdLst/>
              <a:ahLst/>
              <a:cxnLst/>
              <a:rect l="l" t="t" r="r" b="b"/>
              <a:pathLst>
                <a:path w="2051" h="3563" extrusionOk="0">
                  <a:moveTo>
                    <a:pt x="1253" y="0"/>
                  </a:moveTo>
                  <a:cubicBezTo>
                    <a:pt x="917" y="0"/>
                    <a:pt x="615" y="233"/>
                    <a:pt x="542" y="574"/>
                  </a:cubicBezTo>
                  <a:lnTo>
                    <a:pt x="87" y="2679"/>
                  </a:lnTo>
                  <a:cubicBezTo>
                    <a:pt x="1" y="3073"/>
                    <a:pt x="251" y="3461"/>
                    <a:pt x="645" y="3546"/>
                  </a:cubicBezTo>
                  <a:cubicBezTo>
                    <a:pt x="696" y="3557"/>
                    <a:pt x="748" y="3562"/>
                    <a:pt x="799" y="3562"/>
                  </a:cubicBezTo>
                  <a:cubicBezTo>
                    <a:pt x="1134" y="3562"/>
                    <a:pt x="1436" y="3329"/>
                    <a:pt x="1509" y="2988"/>
                  </a:cubicBezTo>
                  <a:lnTo>
                    <a:pt x="1965" y="883"/>
                  </a:lnTo>
                  <a:cubicBezTo>
                    <a:pt x="2050" y="489"/>
                    <a:pt x="1800" y="101"/>
                    <a:pt x="1408" y="17"/>
                  </a:cubicBezTo>
                  <a:cubicBezTo>
                    <a:pt x="1356" y="5"/>
                    <a:pt x="1304"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48;p36">
              <a:extLst>
                <a:ext uri="{FF2B5EF4-FFF2-40B4-BE49-F238E27FC236}">
                  <a16:creationId xmlns:a16="http://schemas.microsoft.com/office/drawing/2014/main" id="{DA47CEF6-C56B-922B-C427-C8ABF1B7550A}"/>
                </a:ext>
              </a:extLst>
            </p:cNvPr>
            <p:cNvSpPr/>
            <p:nvPr/>
          </p:nvSpPr>
          <p:spPr>
            <a:xfrm>
              <a:off x="5563000" y="2623925"/>
              <a:ext cx="144650" cy="69950"/>
            </a:xfrm>
            <a:custGeom>
              <a:avLst/>
              <a:gdLst/>
              <a:ahLst/>
              <a:cxnLst/>
              <a:rect l="l" t="t" r="r" b="b"/>
              <a:pathLst>
                <a:path w="5786" h="2798" extrusionOk="0">
                  <a:moveTo>
                    <a:pt x="5180" y="1"/>
                  </a:moveTo>
                  <a:cubicBezTo>
                    <a:pt x="4976" y="1"/>
                    <a:pt x="4781" y="119"/>
                    <a:pt x="4693" y="318"/>
                  </a:cubicBezTo>
                  <a:cubicBezTo>
                    <a:pt x="4307" y="1189"/>
                    <a:pt x="3451" y="1732"/>
                    <a:pt x="2525" y="1732"/>
                  </a:cubicBezTo>
                  <a:cubicBezTo>
                    <a:pt x="2390" y="1732"/>
                    <a:pt x="2252" y="1721"/>
                    <a:pt x="2115" y="1697"/>
                  </a:cubicBezTo>
                  <a:lnTo>
                    <a:pt x="662" y="1444"/>
                  </a:lnTo>
                  <a:cubicBezTo>
                    <a:pt x="632" y="1439"/>
                    <a:pt x="601" y="1436"/>
                    <a:pt x="571" y="1436"/>
                  </a:cubicBezTo>
                  <a:cubicBezTo>
                    <a:pt x="317" y="1436"/>
                    <a:pt x="92" y="1618"/>
                    <a:pt x="47" y="1877"/>
                  </a:cubicBezTo>
                  <a:cubicBezTo>
                    <a:pt x="0" y="2141"/>
                    <a:pt x="158" y="2394"/>
                    <a:pt x="405" y="2474"/>
                  </a:cubicBezTo>
                  <a:cubicBezTo>
                    <a:pt x="429" y="2483"/>
                    <a:pt x="453" y="2489"/>
                    <a:pt x="479" y="2493"/>
                  </a:cubicBezTo>
                  <a:lnTo>
                    <a:pt x="1932" y="2746"/>
                  </a:lnTo>
                  <a:cubicBezTo>
                    <a:pt x="2131" y="2781"/>
                    <a:pt x="2329" y="2798"/>
                    <a:pt x="2525" y="2798"/>
                  </a:cubicBezTo>
                  <a:cubicBezTo>
                    <a:pt x="3868" y="2798"/>
                    <a:pt x="5108" y="2011"/>
                    <a:pt x="5667" y="749"/>
                  </a:cubicBezTo>
                  <a:cubicBezTo>
                    <a:pt x="5785" y="479"/>
                    <a:pt x="5664" y="165"/>
                    <a:pt x="5394" y="46"/>
                  </a:cubicBezTo>
                  <a:cubicBezTo>
                    <a:pt x="5325" y="15"/>
                    <a:pt x="5252" y="1"/>
                    <a:pt x="5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49;p36">
              <a:extLst>
                <a:ext uri="{FF2B5EF4-FFF2-40B4-BE49-F238E27FC236}">
                  <a16:creationId xmlns:a16="http://schemas.microsoft.com/office/drawing/2014/main" id="{DFA5F911-389D-DB98-A922-B57A55E9317B}"/>
                </a:ext>
              </a:extLst>
            </p:cNvPr>
            <p:cNvSpPr/>
            <p:nvPr/>
          </p:nvSpPr>
          <p:spPr>
            <a:xfrm>
              <a:off x="5560725" y="2556250"/>
              <a:ext cx="98475" cy="106000"/>
            </a:xfrm>
            <a:custGeom>
              <a:avLst/>
              <a:gdLst/>
              <a:ahLst/>
              <a:cxnLst/>
              <a:rect l="l" t="t" r="r" b="b"/>
              <a:pathLst>
                <a:path w="3939" h="4240" extrusionOk="0">
                  <a:moveTo>
                    <a:pt x="3307" y="1"/>
                  </a:moveTo>
                  <a:cubicBezTo>
                    <a:pt x="3296" y="1"/>
                    <a:pt x="3285" y="1"/>
                    <a:pt x="3274" y="2"/>
                  </a:cubicBezTo>
                  <a:cubicBezTo>
                    <a:pt x="2980" y="20"/>
                    <a:pt x="2757" y="273"/>
                    <a:pt x="2777" y="567"/>
                  </a:cubicBezTo>
                  <a:cubicBezTo>
                    <a:pt x="2847" y="1658"/>
                    <a:pt x="2167" y="2650"/>
                    <a:pt x="1126" y="2980"/>
                  </a:cubicBezTo>
                  <a:lnTo>
                    <a:pt x="435" y="3200"/>
                  </a:lnTo>
                  <a:cubicBezTo>
                    <a:pt x="155" y="3289"/>
                    <a:pt x="1" y="3587"/>
                    <a:pt x="88" y="3868"/>
                  </a:cubicBezTo>
                  <a:cubicBezTo>
                    <a:pt x="148" y="4051"/>
                    <a:pt x="296" y="4181"/>
                    <a:pt x="472" y="4224"/>
                  </a:cubicBezTo>
                  <a:cubicBezTo>
                    <a:pt x="513" y="4234"/>
                    <a:pt x="555" y="4239"/>
                    <a:pt x="598" y="4239"/>
                  </a:cubicBezTo>
                  <a:cubicBezTo>
                    <a:pt x="651" y="4239"/>
                    <a:pt x="705" y="4231"/>
                    <a:pt x="758" y="4214"/>
                  </a:cubicBezTo>
                  <a:lnTo>
                    <a:pt x="1447" y="3995"/>
                  </a:lnTo>
                  <a:cubicBezTo>
                    <a:pt x="2956" y="3516"/>
                    <a:pt x="3939" y="2079"/>
                    <a:pt x="3839" y="499"/>
                  </a:cubicBezTo>
                  <a:cubicBezTo>
                    <a:pt x="3821" y="218"/>
                    <a:pt x="3587" y="1"/>
                    <a:pt x="3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50;p36">
              <a:extLst>
                <a:ext uri="{FF2B5EF4-FFF2-40B4-BE49-F238E27FC236}">
                  <a16:creationId xmlns:a16="http://schemas.microsoft.com/office/drawing/2014/main" id="{EDA0EAEB-6FFD-B07E-6DB6-9BBB26C73C24}"/>
                </a:ext>
              </a:extLst>
            </p:cNvPr>
            <p:cNvSpPr/>
            <p:nvPr/>
          </p:nvSpPr>
          <p:spPr>
            <a:xfrm>
              <a:off x="4873700" y="2352750"/>
              <a:ext cx="192300" cy="110800"/>
            </a:xfrm>
            <a:custGeom>
              <a:avLst/>
              <a:gdLst/>
              <a:ahLst/>
              <a:cxnLst/>
              <a:rect l="l" t="t" r="r" b="b"/>
              <a:pathLst>
                <a:path w="7692" h="4432" extrusionOk="0">
                  <a:moveTo>
                    <a:pt x="2638" y="0"/>
                  </a:moveTo>
                  <a:cubicBezTo>
                    <a:pt x="1529" y="0"/>
                    <a:pt x="620" y="328"/>
                    <a:pt x="229" y="900"/>
                  </a:cubicBezTo>
                  <a:cubicBezTo>
                    <a:pt x="150" y="1015"/>
                    <a:pt x="93" y="1141"/>
                    <a:pt x="58" y="1274"/>
                  </a:cubicBezTo>
                  <a:lnTo>
                    <a:pt x="58" y="1276"/>
                  </a:lnTo>
                  <a:cubicBezTo>
                    <a:pt x="0" y="1498"/>
                    <a:pt x="11" y="1729"/>
                    <a:pt x="84" y="1960"/>
                  </a:cubicBezTo>
                  <a:cubicBezTo>
                    <a:pt x="368" y="2881"/>
                    <a:pt x="1598" y="3807"/>
                    <a:pt x="3219" y="4220"/>
                  </a:cubicBezTo>
                  <a:cubicBezTo>
                    <a:pt x="3777" y="4364"/>
                    <a:pt x="4324" y="4431"/>
                    <a:pt x="4829" y="4431"/>
                  </a:cubicBezTo>
                  <a:cubicBezTo>
                    <a:pt x="6161" y="4431"/>
                    <a:pt x="7203" y="3960"/>
                    <a:pt x="7409" y="3157"/>
                  </a:cubicBezTo>
                  <a:cubicBezTo>
                    <a:pt x="7692" y="2048"/>
                    <a:pt x="6277" y="731"/>
                    <a:pt x="4246" y="211"/>
                  </a:cubicBezTo>
                  <a:cubicBezTo>
                    <a:pt x="3688" y="68"/>
                    <a:pt x="3142" y="0"/>
                    <a:pt x="26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51;p36">
              <a:extLst>
                <a:ext uri="{FF2B5EF4-FFF2-40B4-BE49-F238E27FC236}">
                  <a16:creationId xmlns:a16="http://schemas.microsoft.com/office/drawing/2014/main" id="{9E092AEC-9812-147F-8B69-884D1564F379}"/>
                </a:ext>
              </a:extLst>
            </p:cNvPr>
            <p:cNvSpPr/>
            <p:nvPr/>
          </p:nvSpPr>
          <p:spPr>
            <a:xfrm>
              <a:off x="4873700" y="2375275"/>
              <a:ext cx="16175" cy="26500"/>
            </a:xfrm>
            <a:custGeom>
              <a:avLst/>
              <a:gdLst/>
              <a:ahLst/>
              <a:cxnLst/>
              <a:rect l="l" t="t" r="r" b="b"/>
              <a:pathLst>
                <a:path w="647" h="1060" extrusionOk="0">
                  <a:moveTo>
                    <a:pt x="227" y="1"/>
                  </a:moveTo>
                  <a:cubicBezTo>
                    <a:pt x="149" y="114"/>
                    <a:pt x="91" y="240"/>
                    <a:pt x="58" y="375"/>
                  </a:cubicBezTo>
                  <a:cubicBezTo>
                    <a:pt x="0" y="597"/>
                    <a:pt x="11" y="828"/>
                    <a:pt x="84" y="1059"/>
                  </a:cubicBezTo>
                  <a:cubicBezTo>
                    <a:pt x="330" y="1020"/>
                    <a:pt x="529" y="875"/>
                    <a:pt x="583" y="661"/>
                  </a:cubicBezTo>
                  <a:cubicBezTo>
                    <a:pt x="647" y="413"/>
                    <a:pt x="496" y="149"/>
                    <a:pt x="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52;p36">
              <a:extLst>
                <a:ext uri="{FF2B5EF4-FFF2-40B4-BE49-F238E27FC236}">
                  <a16:creationId xmlns:a16="http://schemas.microsoft.com/office/drawing/2014/main" id="{635B6076-B2DE-DDB3-4B2A-B21C79E62CBF}"/>
                </a:ext>
              </a:extLst>
            </p:cNvPr>
            <p:cNvSpPr/>
            <p:nvPr/>
          </p:nvSpPr>
          <p:spPr>
            <a:xfrm>
              <a:off x="4801900" y="2507750"/>
              <a:ext cx="50225" cy="71325"/>
            </a:xfrm>
            <a:custGeom>
              <a:avLst/>
              <a:gdLst/>
              <a:ahLst/>
              <a:cxnLst/>
              <a:rect l="l" t="t" r="r" b="b"/>
              <a:pathLst>
                <a:path w="2009" h="2853" extrusionOk="0">
                  <a:moveTo>
                    <a:pt x="1036" y="0"/>
                  </a:moveTo>
                  <a:cubicBezTo>
                    <a:pt x="887" y="0"/>
                    <a:pt x="753" y="104"/>
                    <a:pt x="720" y="255"/>
                  </a:cubicBezTo>
                  <a:lnTo>
                    <a:pt x="271" y="2327"/>
                  </a:lnTo>
                  <a:cubicBezTo>
                    <a:pt x="234" y="2501"/>
                    <a:pt x="0" y="2598"/>
                    <a:pt x="176" y="2636"/>
                  </a:cubicBezTo>
                  <a:lnTo>
                    <a:pt x="1139" y="2845"/>
                  </a:lnTo>
                  <a:cubicBezTo>
                    <a:pt x="1162" y="2850"/>
                    <a:pt x="1186" y="2852"/>
                    <a:pt x="1208" y="2852"/>
                  </a:cubicBezTo>
                  <a:cubicBezTo>
                    <a:pt x="1357" y="2852"/>
                    <a:pt x="1491" y="2749"/>
                    <a:pt x="1524" y="2596"/>
                  </a:cubicBezTo>
                  <a:lnTo>
                    <a:pt x="1971" y="526"/>
                  </a:lnTo>
                  <a:cubicBezTo>
                    <a:pt x="2009" y="352"/>
                    <a:pt x="1898" y="179"/>
                    <a:pt x="1724" y="141"/>
                  </a:cubicBezTo>
                  <a:lnTo>
                    <a:pt x="1105" y="8"/>
                  </a:lnTo>
                  <a:cubicBezTo>
                    <a:pt x="1081" y="3"/>
                    <a:pt x="1058" y="0"/>
                    <a:pt x="103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53;p36">
              <a:extLst>
                <a:ext uri="{FF2B5EF4-FFF2-40B4-BE49-F238E27FC236}">
                  <a16:creationId xmlns:a16="http://schemas.microsoft.com/office/drawing/2014/main" id="{E31174D1-8640-746E-B3B4-64E8AF7F5163}"/>
                </a:ext>
              </a:extLst>
            </p:cNvPr>
            <p:cNvSpPr/>
            <p:nvPr/>
          </p:nvSpPr>
          <p:spPr>
            <a:xfrm>
              <a:off x="4799725" y="2506000"/>
              <a:ext cx="39675" cy="70200"/>
            </a:xfrm>
            <a:custGeom>
              <a:avLst/>
              <a:gdLst/>
              <a:ahLst/>
              <a:cxnLst/>
              <a:rect l="l" t="t" r="r" b="b"/>
              <a:pathLst>
                <a:path w="1587" h="2808" extrusionOk="0">
                  <a:moveTo>
                    <a:pt x="802" y="1"/>
                  </a:moveTo>
                  <a:cubicBezTo>
                    <a:pt x="653" y="1"/>
                    <a:pt x="519" y="104"/>
                    <a:pt x="487" y="255"/>
                  </a:cubicBezTo>
                  <a:lnTo>
                    <a:pt x="39" y="2327"/>
                  </a:lnTo>
                  <a:cubicBezTo>
                    <a:pt x="1" y="2501"/>
                    <a:pt x="112" y="2674"/>
                    <a:pt x="286" y="2712"/>
                  </a:cubicBezTo>
                  <a:lnTo>
                    <a:pt x="717" y="2800"/>
                  </a:lnTo>
                  <a:cubicBezTo>
                    <a:pt x="741" y="2805"/>
                    <a:pt x="764" y="2807"/>
                    <a:pt x="786" y="2807"/>
                  </a:cubicBezTo>
                  <a:cubicBezTo>
                    <a:pt x="935" y="2807"/>
                    <a:pt x="1069" y="2704"/>
                    <a:pt x="1102" y="2551"/>
                  </a:cubicBezTo>
                  <a:lnTo>
                    <a:pt x="1549" y="481"/>
                  </a:lnTo>
                  <a:cubicBezTo>
                    <a:pt x="1587" y="306"/>
                    <a:pt x="1476" y="134"/>
                    <a:pt x="1302" y="96"/>
                  </a:cubicBezTo>
                  <a:lnTo>
                    <a:pt x="870" y="8"/>
                  </a:lnTo>
                  <a:cubicBezTo>
                    <a:pt x="847" y="3"/>
                    <a:pt x="824" y="1"/>
                    <a:pt x="8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54;p36">
              <a:extLst>
                <a:ext uri="{FF2B5EF4-FFF2-40B4-BE49-F238E27FC236}">
                  <a16:creationId xmlns:a16="http://schemas.microsoft.com/office/drawing/2014/main" id="{92F4B977-851D-D993-D244-6C46C2C5EE52}"/>
                </a:ext>
              </a:extLst>
            </p:cNvPr>
            <p:cNvSpPr/>
            <p:nvPr/>
          </p:nvSpPr>
          <p:spPr>
            <a:xfrm>
              <a:off x="4812500" y="2313275"/>
              <a:ext cx="60150" cy="225100"/>
            </a:xfrm>
            <a:custGeom>
              <a:avLst/>
              <a:gdLst/>
              <a:ahLst/>
              <a:cxnLst/>
              <a:rect l="l" t="t" r="r" b="b"/>
              <a:pathLst>
                <a:path w="2406" h="9004" extrusionOk="0">
                  <a:moveTo>
                    <a:pt x="2107" y="1"/>
                  </a:moveTo>
                  <a:cubicBezTo>
                    <a:pt x="1980" y="1"/>
                    <a:pt x="1867" y="89"/>
                    <a:pt x="1839" y="216"/>
                  </a:cubicBezTo>
                  <a:lnTo>
                    <a:pt x="32" y="8671"/>
                  </a:lnTo>
                  <a:cubicBezTo>
                    <a:pt x="0" y="8818"/>
                    <a:pt x="94" y="8965"/>
                    <a:pt x="243" y="8997"/>
                  </a:cubicBezTo>
                  <a:cubicBezTo>
                    <a:pt x="262" y="9001"/>
                    <a:pt x="281" y="9003"/>
                    <a:pt x="300" y="9003"/>
                  </a:cubicBezTo>
                  <a:cubicBezTo>
                    <a:pt x="426" y="9003"/>
                    <a:pt x="539" y="8915"/>
                    <a:pt x="567" y="8786"/>
                  </a:cubicBezTo>
                  <a:lnTo>
                    <a:pt x="2374" y="331"/>
                  </a:lnTo>
                  <a:cubicBezTo>
                    <a:pt x="2406" y="184"/>
                    <a:pt x="2312" y="39"/>
                    <a:pt x="2165" y="7"/>
                  </a:cubicBezTo>
                  <a:cubicBezTo>
                    <a:pt x="2145" y="3"/>
                    <a:pt x="2126" y="1"/>
                    <a:pt x="2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55;p36">
              <a:extLst>
                <a:ext uri="{FF2B5EF4-FFF2-40B4-BE49-F238E27FC236}">
                  <a16:creationId xmlns:a16="http://schemas.microsoft.com/office/drawing/2014/main" id="{92120106-0B73-EFD2-1A87-CC7044317422}"/>
                </a:ext>
              </a:extLst>
            </p:cNvPr>
            <p:cNvSpPr/>
            <p:nvPr/>
          </p:nvSpPr>
          <p:spPr>
            <a:xfrm>
              <a:off x="5479800" y="2765175"/>
              <a:ext cx="50275" cy="32250"/>
            </a:xfrm>
            <a:custGeom>
              <a:avLst/>
              <a:gdLst/>
              <a:ahLst/>
              <a:cxnLst/>
              <a:rect l="l" t="t" r="r" b="b"/>
              <a:pathLst>
                <a:path w="2011" h="1290" extrusionOk="0">
                  <a:moveTo>
                    <a:pt x="134" y="0"/>
                  </a:moveTo>
                  <a:lnTo>
                    <a:pt x="1" y="288"/>
                  </a:lnTo>
                  <a:cubicBezTo>
                    <a:pt x="272" y="609"/>
                    <a:pt x="558" y="832"/>
                    <a:pt x="834" y="983"/>
                  </a:cubicBezTo>
                  <a:cubicBezTo>
                    <a:pt x="1228" y="1198"/>
                    <a:pt x="1602" y="1271"/>
                    <a:pt x="1883" y="1289"/>
                  </a:cubicBezTo>
                  <a:lnTo>
                    <a:pt x="2011" y="1015"/>
                  </a:lnTo>
                  <a:lnTo>
                    <a:pt x="2011" y="1015"/>
                  </a:lnTo>
                  <a:cubicBezTo>
                    <a:pt x="2008" y="1015"/>
                    <a:pt x="2006" y="1015"/>
                    <a:pt x="2004" y="1015"/>
                  </a:cubicBezTo>
                  <a:cubicBezTo>
                    <a:pt x="1583" y="1015"/>
                    <a:pt x="809" y="877"/>
                    <a:pt x="13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56;p36">
              <a:extLst>
                <a:ext uri="{FF2B5EF4-FFF2-40B4-BE49-F238E27FC236}">
                  <a16:creationId xmlns:a16="http://schemas.microsoft.com/office/drawing/2014/main" id="{CF080D69-449D-A886-4B3D-D1F27C40B5A5}"/>
                </a:ext>
              </a:extLst>
            </p:cNvPr>
            <p:cNvSpPr/>
            <p:nvPr/>
          </p:nvSpPr>
          <p:spPr>
            <a:xfrm>
              <a:off x="5432425" y="2845550"/>
              <a:ext cx="47625" cy="37750"/>
            </a:xfrm>
            <a:custGeom>
              <a:avLst/>
              <a:gdLst/>
              <a:ahLst/>
              <a:cxnLst/>
              <a:rect l="l" t="t" r="r" b="b"/>
              <a:pathLst>
                <a:path w="1905" h="1510" extrusionOk="0">
                  <a:moveTo>
                    <a:pt x="192" y="1"/>
                  </a:moveTo>
                  <a:cubicBezTo>
                    <a:pt x="129" y="75"/>
                    <a:pt x="66" y="149"/>
                    <a:pt x="1" y="221"/>
                  </a:cubicBezTo>
                  <a:cubicBezTo>
                    <a:pt x="352" y="726"/>
                    <a:pt x="773" y="1054"/>
                    <a:pt x="1163" y="1267"/>
                  </a:cubicBezTo>
                  <a:cubicBezTo>
                    <a:pt x="1358" y="1375"/>
                    <a:pt x="1546" y="1452"/>
                    <a:pt x="1711" y="1510"/>
                  </a:cubicBezTo>
                  <a:cubicBezTo>
                    <a:pt x="1778" y="1434"/>
                    <a:pt x="1841" y="1357"/>
                    <a:pt x="1905" y="1279"/>
                  </a:cubicBezTo>
                  <a:cubicBezTo>
                    <a:pt x="1440" y="1143"/>
                    <a:pt x="723" y="811"/>
                    <a:pt x="192"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57;p36">
              <a:extLst>
                <a:ext uri="{FF2B5EF4-FFF2-40B4-BE49-F238E27FC236}">
                  <a16:creationId xmlns:a16="http://schemas.microsoft.com/office/drawing/2014/main" id="{2A384E56-EFFB-EE4B-F30F-D65A48261B6F}"/>
                </a:ext>
              </a:extLst>
            </p:cNvPr>
            <p:cNvSpPr/>
            <p:nvPr/>
          </p:nvSpPr>
          <p:spPr>
            <a:xfrm>
              <a:off x="5369900" y="2895850"/>
              <a:ext cx="43275" cy="44300"/>
            </a:xfrm>
            <a:custGeom>
              <a:avLst/>
              <a:gdLst/>
              <a:ahLst/>
              <a:cxnLst/>
              <a:rect l="l" t="t" r="r" b="b"/>
              <a:pathLst>
                <a:path w="1731" h="1772" extrusionOk="0">
                  <a:moveTo>
                    <a:pt x="249" y="0"/>
                  </a:moveTo>
                  <a:cubicBezTo>
                    <a:pt x="168" y="46"/>
                    <a:pt x="84" y="90"/>
                    <a:pt x="1" y="132"/>
                  </a:cubicBezTo>
                  <a:cubicBezTo>
                    <a:pt x="342" y="940"/>
                    <a:pt x="948" y="1456"/>
                    <a:pt x="1464" y="1771"/>
                  </a:cubicBezTo>
                  <a:cubicBezTo>
                    <a:pt x="1554" y="1718"/>
                    <a:pt x="1643" y="1665"/>
                    <a:pt x="1731" y="1609"/>
                  </a:cubicBezTo>
                  <a:cubicBezTo>
                    <a:pt x="1223" y="1330"/>
                    <a:pt x="587" y="835"/>
                    <a:pt x="24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58;p36">
              <a:extLst>
                <a:ext uri="{FF2B5EF4-FFF2-40B4-BE49-F238E27FC236}">
                  <a16:creationId xmlns:a16="http://schemas.microsoft.com/office/drawing/2014/main" id="{B840C7DE-83A7-1752-33B0-A7EAEA8EAAD4}"/>
                </a:ext>
              </a:extLst>
            </p:cNvPr>
            <p:cNvSpPr/>
            <p:nvPr/>
          </p:nvSpPr>
          <p:spPr>
            <a:xfrm>
              <a:off x="5292900" y="2921750"/>
              <a:ext cx="30075" cy="51950"/>
            </a:xfrm>
            <a:custGeom>
              <a:avLst/>
              <a:gdLst/>
              <a:ahLst/>
              <a:cxnLst/>
              <a:rect l="l" t="t" r="r" b="b"/>
              <a:pathLst>
                <a:path w="1203" h="2078" extrusionOk="0">
                  <a:moveTo>
                    <a:pt x="294" y="0"/>
                  </a:moveTo>
                  <a:cubicBezTo>
                    <a:pt x="200" y="16"/>
                    <a:pt x="105" y="28"/>
                    <a:pt x="11" y="40"/>
                  </a:cubicBezTo>
                  <a:cubicBezTo>
                    <a:pt x="0" y="1050"/>
                    <a:pt x="468" y="1706"/>
                    <a:pt x="857" y="2077"/>
                  </a:cubicBezTo>
                  <a:cubicBezTo>
                    <a:pt x="972" y="2057"/>
                    <a:pt x="1088" y="2036"/>
                    <a:pt x="1203" y="2012"/>
                  </a:cubicBezTo>
                  <a:cubicBezTo>
                    <a:pt x="839" y="1724"/>
                    <a:pt x="264" y="1096"/>
                    <a:pt x="29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559;p36">
              <a:extLst>
                <a:ext uri="{FF2B5EF4-FFF2-40B4-BE49-F238E27FC236}">
                  <a16:creationId xmlns:a16="http://schemas.microsoft.com/office/drawing/2014/main" id="{99EAC8DD-4673-2B88-FD07-5DF440F9471B}"/>
                </a:ext>
              </a:extLst>
            </p:cNvPr>
            <p:cNvSpPr/>
            <p:nvPr/>
          </p:nvSpPr>
          <p:spPr>
            <a:xfrm>
              <a:off x="5185875" y="2911900"/>
              <a:ext cx="26675" cy="60050"/>
            </a:xfrm>
            <a:custGeom>
              <a:avLst/>
              <a:gdLst/>
              <a:ahLst/>
              <a:cxnLst/>
              <a:rect l="l" t="t" r="r" b="b"/>
              <a:pathLst>
                <a:path w="1067" h="2402" extrusionOk="0">
                  <a:moveTo>
                    <a:pt x="359" y="1"/>
                  </a:moveTo>
                  <a:lnTo>
                    <a:pt x="359" y="1"/>
                  </a:lnTo>
                  <a:cubicBezTo>
                    <a:pt x="0" y="912"/>
                    <a:pt x="299" y="1732"/>
                    <a:pt x="668" y="2311"/>
                  </a:cubicBezTo>
                  <a:cubicBezTo>
                    <a:pt x="800" y="2344"/>
                    <a:pt x="934" y="2374"/>
                    <a:pt x="1067" y="2401"/>
                  </a:cubicBezTo>
                  <a:cubicBezTo>
                    <a:pt x="665" y="1880"/>
                    <a:pt x="246" y="1043"/>
                    <a:pt x="631" y="90"/>
                  </a:cubicBezTo>
                  <a:cubicBezTo>
                    <a:pt x="540" y="63"/>
                    <a:pt x="450" y="32"/>
                    <a:pt x="35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560;p36">
              <a:extLst>
                <a:ext uri="{FF2B5EF4-FFF2-40B4-BE49-F238E27FC236}">
                  <a16:creationId xmlns:a16="http://schemas.microsoft.com/office/drawing/2014/main" id="{A7FBE27D-3ED0-B7A5-06AE-9A8844ED45F2}"/>
                </a:ext>
              </a:extLst>
            </p:cNvPr>
            <p:cNvSpPr/>
            <p:nvPr/>
          </p:nvSpPr>
          <p:spPr>
            <a:xfrm>
              <a:off x="4491350" y="3171375"/>
              <a:ext cx="228400" cy="188525"/>
            </a:xfrm>
            <a:custGeom>
              <a:avLst/>
              <a:gdLst/>
              <a:ahLst/>
              <a:cxnLst/>
              <a:rect l="l" t="t" r="r" b="b"/>
              <a:pathLst>
                <a:path w="9136" h="7541" extrusionOk="0">
                  <a:moveTo>
                    <a:pt x="229" y="0"/>
                  </a:moveTo>
                  <a:cubicBezTo>
                    <a:pt x="153" y="56"/>
                    <a:pt x="77" y="114"/>
                    <a:pt x="0" y="173"/>
                  </a:cubicBezTo>
                  <a:cubicBezTo>
                    <a:pt x="652" y="1229"/>
                    <a:pt x="1609" y="1856"/>
                    <a:pt x="1972" y="2068"/>
                  </a:cubicBezTo>
                  <a:cubicBezTo>
                    <a:pt x="1721" y="2419"/>
                    <a:pt x="1468" y="2810"/>
                    <a:pt x="1224" y="3243"/>
                  </a:cubicBezTo>
                  <a:lnTo>
                    <a:pt x="1165" y="3349"/>
                  </a:lnTo>
                  <a:lnTo>
                    <a:pt x="1260" y="3424"/>
                  </a:lnTo>
                  <a:cubicBezTo>
                    <a:pt x="2589" y="4481"/>
                    <a:pt x="3825" y="5275"/>
                    <a:pt x="4914" y="5871"/>
                  </a:cubicBezTo>
                  <a:cubicBezTo>
                    <a:pt x="6909" y="6964"/>
                    <a:pt x="8405" y="7391"/>
                    <a:pt x="9058" y="7541"/>
                  </a:cubicBezTo>
                  <a:cubicBezTo>
                    <a:pt x="9085" y="7450"/>
                    <a:pt x="9111" y="7359"/>
                    <a:pt x="9135" y="7268"/>
                  </a:cubicBezTo>
                  <a:cubicBezTo>
                    <a:pt x="8187" y="7053"/>
                    <a:pt x="5235" y="6196"/>
                    <a:pt x="1532" y="3278"/>
                  </a:cubicBezTo>
                  <a:cubicBezTo>
                    <a:pt x="1962" y="2528"/>
                    <a:pt x="2425" y="1907"/>
                    <a:pt x="2842" y="1420"/>
                  </a:cubicBezTo>
                  <a:cubicBezTo>
                    <a:pt x="2771" y="1356"/>
                    <a:pt x="2701" y="1289"/>
                    <a:pt x="2633" y="1223"/>
                  </a:cubicBezTo>
                  <a:cubicBezTo>
                    <a:pt x="2475" y="1408"/>
                    <a:pt x="2309" y="1612"/>
                    <a:pt x="2140" y="1838"/>
                  </a:cubicBezTo>
                  <a:cubicBezTo>
                    <a:pt x="1824" y="1653"/>
                    <a:pt x="859" y="1033"/>
                    <a:pt x="2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561;p36">
              <a:extLst>
                <a:ext uri="{FF2B5EF4-FFF2-40B4-BE49-F238E27FC236}">
                  <a16:creationId xmlns:a16="http://schemas.microsoft.com/office/drawing/2014/main" id="{3BC0E21C-FDE0-BB75-B603-99F0CB6FA15D}"/>
                </a:ext>
              </a:extLst>
            </p:cNvPr>
            <p:cNvSpPr/>
            <p:nvPr/>
          </p:nvSpPr>
          <p:spPr>
            <a:xfrm>
              <a:off x="5269600" y="2224200"/>
              <a:ext cx="826575" cy="449875"/>
            </a:xfrm>
            <a:custGeom>
              <a:avLst/>
              <a:gdLst/>
              <a:ahLst/>
              <a:cxnLst/>
              <a:rect l="l" t="t" r="r" b="b"/>
              <a:pathLst>
                <a:path w="33063" h="17995" extrusionOk="0">
                  <a:moveTo>
                    <a:pt x="0" y="0"/>
                  </a:moveTo>
                  <a:lnTo>
                    <a:pt x="0" y="17995"/>
                  </a:lnTo>
                  <a:lnTo>
                    <a:pt x="2533" y="15262"/>
                  </a:lnTo>
                  <a:lnTo>
                    <a:pt x="33062" y="15262"/>
                  </a:lnTo>
                  <a:lnTo>
                    <a:pt x="330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562;p36">
              <a:extLst>
                <a:ext uri="{FF2B5EF4-FFF2-40B4-BE49-F238E27FC236}">
                  <a16:creationId xmlns:a16="http://schemas.microsoft.com/office/drawing/2014/main" id="{F4F1D32C-AF38-AD96-2EDB-676FD4D2B2BD}"/>
                </a:ext>
              </a:extLst>
            </p:cNvPr>
            <p:cNvSpPr/>
            <p:nvPr/>
          </p:nvSpPr>
          <p:spPr>
            <a:xfrm>
              <a:off x="5851600" y="2306750"/>
              <a:ext cx="215675" cy="196525"/>
            </a:xfrm>
            <a:custGeom>
              <a:avLst/>
              <a:gdLst/>
              <a:ahLst/>
              <a:cxnLst/>
              <a:rect l="l" t="t" r="r" b="b"/>
              <a:pathLst>
                <a:path w="8627" h="7861" extrusionOk="0">
                  <a:moveTo>
                    <a:pt x="4313" y="0"/>
                  </a:moveTo>
                  <a:cubicBezTo>
                    <a:pt x="3307" y="0"/>
                    <a:pt x="2302" y="384"/>
                    <a:pt x="1534" y="1151"/>
                  </a:cubicBezTo>
                  <a:cubicBezTo>
                    <a:pt x="0" y="2687"/>
                    <a:pt x="0" y="5174"/>
                    <a:pt x="1534" y="6709"/>
                  </a:cubicBezTo>
                  <a:cubicBezTo>
                    <a:pt x="2302" y="7477"/>
                    <a:pt x="3307" y="7861"/>
                    <a:pt x="4313" y="7861"/>
                  </a:cubicBezTo>
                  <a:cubicBezTo>
                    <a:pt x="5319" y="7861"/>
                    <a:pt x="6325" y="7477"/>
                    <a:pt x="7092" y="6709"/>
                  </a:cubicBezTo>
                  <a:cubicBezTo>
                    <a:pt x="8626" y="5174"/>
                    <a:pt x="8626" y="2687"/>
                    <a:pt x="7092" y="1151"/>
                  </a:cubicBezTo>
                  <a:cubicBezTo>
                    <a:pt x="6325" y="384"/>
                    <a:pt x="5319" y="0"/>
                    <a:pt x="43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563;p36">
              <a:extLst>
                <a:ext uri="{FF2B5EF4-FFF2-40B4-BE49-F238E27FC236}">
                  <a16:creationId xmlns:a16="http://schemas.microsoft.com/office/drawing/2014/main" id="{70736391-2F2A-97A9-4D71-76C8A07B8EA7}"/>
                </a:ext>
              </a:extLst>
            </p:cNvPr>
            <p:cNvSpPr/>
            <p:nvPr/>
          </p:nvSpPr>
          <p:spPr>
            <a:xfrm>
              <a:off x="5312100" y="2329950"/>
              <a:ext cx="496750" cy="16000"/>
            </a:xfrm>
            <a:custGeom>
              <a:avLst/>
              <a:gdLst/>
              <a:ahLst/>
              <a:cxnLst/>
              <a:rect l="l" t="t" r="r" b="b"/>
              <a:pathLst>
                <a:path w="19870" h="640" extrusionOk="0">
                  <a:moveTo>
                    <a:pt x="320" y="1"/>
                  </a:moveTo>
                  <a:cubicBezTo>
                    <a:pt x="142" y="1"/>
                    <a:pt x="0" y="143"/>
                    <a:pt x="0" y="320"/>
                  </a:cubicBezTo>
                  <a:cubicBezTo>
                    <a:pt x="0" y="496"/>
                    <a:pt x="142" y="640"/>
                    <a:pt x="320" y="640"/>
                  </a:cubicBezTo>
                  <a:lnTo>
                    <a:pt x="19550" y="640"/>
                  </a:lnTo>
                  <a:cubicBezTo>
                    <a:pt x="19728" y="640"/>
                    <a:pt x="19870" y="496"/>
                    <a:pt x="19870" y="320"/>
                  </a:cubicBezTo>
                  <a:cubicBezTo>
                    <a:pt x="19870" y="143"/>
                    <a:pt x="19728" y="1"/>
                    <a:pt x="195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564;p36">
              <a:extLst>
                <a:ext uri="{FF2B5EF4-FFF2-40B4-BE49-F238E27FC236}">
                  <a16:creationId xmlns:a16="http://schemas.microsoft.com/office/drawing/2014/main" id="{493A7791-028A-C46D-8709-596A56765913}"/>
                </a:ext>
              </a:extLst>
            </p:cNvPr>
            <p:cNvSpPr/>
            <p:nvPr/>
          </p:nvSpPr>
          <p:spPr>
            <a:xfrm>
              <a:off x="5623275" y="2389025"/>
              <a:ext cx="185575" cy="16000"/>
            </a:xfrm>
            <a:custGeom>
              <a:avLst/>
              <a:gdLst/>
              <a:ahLst/>
              <a:cxnLst/>
              <a:rect l="l" t="t" r="r" b="b"/>
              <a:pathLst>
                <a:path w="7423" h="640" extrusionOk="0">
                  <a:moveTo>
                    <a:pt x="320" y="1"/>
                  </a:moveTo>
                  <a:cubicBezTo>
                    <a:pt x="143" y="1"/>
                    <a:pt x="1" y="143"/>
                    <a:pt x="1" y="320"/>
                  </a:cubicBezTo>
                  <a:cubicBezTo>
                    <a:pt x="1" y="497"/>
                    <a:pt x="143" y="640"/>
                    <a:pt x="320" y="640"/>
                  </a:cubicBezTo>
                  <a:lnTo>
                    <a:pt x="7103" y="640"/>
                  </a:lnTo>
                  <a:cubicBezTo>
                    <a:pt x="7281" y="640"/>
                    <a:pt x="7423" y="497"/>
                    <a:pt x="7423" y="320"/>
                  </a:cubicBezTo>
                  <a:cubicBezTo>
                    <a:pt x="7423" y="143"/>
                    <a:pt x="7281" y="1"/>
                    <a:pt x="7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565;p36">
              <a:extLst>
                <a:ext uri="{FF2B5EF4-FFF2-40B4-BE49-F238E27FC236}">
                  <a16:creationId xmlns:a16="http://schemas.microsoft.com/office/drawing/2014/main" id="{DF2FFEFF-BB8C-1CE9-4ADF-9361AB0F4BBC}"/>
                </a:ext>
              </a:extLst>
            </p:cNvPr>
            <p:cNvSpPr/>
            <p:nvPr/>
          </p:nvSpPr>
          <p:spPr>
            <a:xfrm>
              <a:off x="5308075" y="2389025"/>
              <a:ext cx="288225" cy="16000"/>
            </a:xfrm>
            <a:custGeom>
              <a:avLst/>
              <a:gdLst/>
              <a:ahLst/>
              <a:cxnLst/>
              <a:rect l="l" t="t" r="r" b="b"/>
              <a:pathLst>
                <a:path w="11529" h="640" extrusionOk="0">
                  <a:moveTo>
                    <a:pt x="320" y="1"/>
                  </a:moveTo>
                  <a:cubicBezTo>
                    <a:pt x="144" y="1"/>
                    <a:pt x="0" y="143"/>
                    <a:pt x="0" y="320"/>
                  </a:cubicBezTo>
                  <a:cubicBezTo>
                    <a:pt x="0" y="496"/>
                    <a:pt x="144" y="640"/>
                    <a:pt x="320" y="640"/>
                  </a:cubicBezTo>
                  <a:lnTo>
                    <a:pt x="11209" y="640"/>
                  </a:lnTo>
                  <a:cubicBezTo>
                    <a:pt x="11387" y="640"/>
                    <a:pt x="11529" y="496"/>
                    <a:pt x="11529" y="320"/>
                  </a:cubicBezTo>
                  <a:cubicBezTo>
                    <a:pt x="11529" y="143"/>
                    <a:pt x="11387" y="1"/>
                    <a:pt x="11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566;p36">
              <a:extLst>
                <a:ext uri="{FF2B5EF4-FFF2-40B4-BE49-F238E27FC236}">
                  <a16:creationId xmlns:a16="http://schemas.microsoft.com/office/drawing/2014/main" id="{6C37924D-73B2-4354-8D51-6668A26FBD16}"/>
                </a:ext>
              </a:extLst>
            </p:cNvPr>
            <p:cNvSpPr/>
            <p:nvPr/>
          </p:nvSpPr>
          <p:spPr>
            <a:xfrm>
              <a:off x="5312100" y="2448100"/>
              <a:ext cx="496750" cy="16000"/>
            </a:xfrm>
            <a:custGeom>
              <a:avLst/>
              <a:gdLst/>
              <a:ahLst/>
              <a:cxnLst/>
              <a:rect l="l" t="t" r="r" b="b"/>
              <a:pathLst>
                <a:path w="19870" h="640" extrusionOk="0">
                  <a:moveTo>
                    <a:pt x="320" y="0"/>
                  </a:moveTo>
                  <a:cubicBezTo>
                    <a:pt x="142" y="0"/>
                    <a:pt x="0" y="144"/>
                    <a:pt x="0" y="320"/>
                  </a:cubicBezTo>
                  <a:cubicBezTo>
                    <a:pt x="0" y="497"/>
                    <a:pt x="142" y="640"/>
                    <a:pt x="320" y="640"/>
                  </a:cubicBezTo>
                  <a:lnTo>
                    <a:pt x="19550" y="640"/>
                  </a:lnTo>
                  <a:cubicBezTo>
                    <a:pt x="19728" y="640"/>
                    <a:pt x="19870" y="497"/>
                    <a:pt x="19870" y="320"/>
                  </a:cubicBezTo>
                  <a:cubicBezTo>
                    <a:pt x="19870" y="144"/>
                    <a:pt x="19728" y="0"/>
                    <a:pt x="19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567;p36">
              <a:extLst>
                <a:ext uri="{FF2B5EF4-FFF2-40B4-BE49-F238E27FC236}">
                  <a16:creationId xmlns:a16="http://schemas.microsoft.com/office/drawing/2014/main" id="{ECDA2E5D-FA4E-2C46-C35B-C8DD99E20181}"/>
                </a:ext>
              </a:extLst>
            </p:cNvPr>
            <p:cNvSpPr/>
            <p:nvPr/>
          </p:nvSpPr>
          <p:spPr>
            <a:xfrm>
              <a:off x="5657100" y="2507200"/>
              <a:ext cx="151750" cy="16025"/>
            </a:xfrm>
            <a:custGeom>
              <a:avLst/>
              <a:gdLst/>
              <a:ahLst/>
              <a:cxnLst/>
              <a:rect l="l" t="t" r="r" b="b"/>
              <a:pathLst>
                <a:path w="6070" h="641" extrusionOk="0">
                  <a:moveTo>
                    <a:pt x="320" y="1"/>
                  </a:moveTo>
                  <a:cubicBezTo>
                    <a:pt x="143" y="1"/>
                    <a:pt x="1" y="143"/>
                    <a:pt x="1" y="321"/>
                  </a:cubicBezTo>
                  <a:cubicBezTo>
                    <a:pt x="1" y="496"/>
                    <a:pt x="143" y="640"/>
                    <a:pt x="320" y="640"/>
                  </a:cubicBezTo>
                  <a:lnTo>
                    <a:pt x="5750" y="640"/>
                  </a:lnTo>
                  <a:cubicBezTo>
                    <a:pt x="5928" y="640"/>
                    <a:pt x="6070" y="496"/>
                    <a:pt x="6070" y="321"/>
                  </a:cubicBezTo>
                  <a:cubicBezTo>
                    <a:pt x="6070" y="143"/>
                    <a:pt x="5928" y="1"/>
                    <a:pt x="57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568;p36">
              <a:extLst>
                <a:ext uri="{FF2B5EF4-FFF2-40B4-BE49-F238E27FC236}">
                  <a16:creationId xmlns:a16="http://schemas.microsoft.com/office/drawing/2014/main" id="{75703FE7-9253-A82D-529A-5373194026C9}"/>
                </a:ext>
              </a:extLst>
            </p:cNvPr>
            <p:cNvSpPr/>
            <p:nvPr/>
          </p:nvSpPr>
          <p:spPr>
            <a:xfrm>
              <a:off x="5429550" y="2507200"/>
              <a:ext cx="201875" cy="16025"/>
            </a:xfrm>
            <a:custGeom>
              <a:avLst/>
              <a:gdLst/>
              <a:ahLst/>
              <a:cxnLst/>
              <a:rect l="l" t="t" r="r" b="b"/>
              <a:pathLst>
                <a:path w="8075" h="641" extrusionOk="0">
                  <a:moveTo>
                    <a:pt x="320" y="1"/>
                  </a:moveTo>
                  <a:cubicBezTo>
                    <a:pt x="145" y="1"/>
                    <a:pt x="1" y="143"/>
                    <a:pt x="1" y="321"/>
                  </a:cubicBezTo>
                  <a:cubicBezTo>
                    <a:pt x="1" y="496"/>
                    <a:pt x="145" y="640"/>
                    <a:pt x="320" y="640"/>
                  </a:cubicBezTo>
                  <a:lnTo>
                    <a:pt x="7754" y="640"/>
                  </a:lnTo>
                  <a:cubicBezTo>
                    <a:pt x="7932" y="640"/>
                    <a:pt x="8074" y="496"/>
                    <a:pt x="8074" y="321"/>
                  </a:cubicBezTo>
                  <a:cubicBezTo>
                    <a:pt x="8074" y="143"/>
                    <a:pt x="7932" y="1"/>
                    <a:pt x="77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569;p36">
              <a:extLst>
                <a:ext uri="{FF2B5EF4-FFF2-40B4-BE49-F238E27FC236}">
                  <a16:creationId xmlns:a16="http://schemas.microsoft.com/office/drawing/2014/main" id="{09570F29-3AE8-2FE2-DA94-C2085F513FC1}"/>
                </a:ext>
              </a:extLst>
            </p:cNvPr>
            <p:cNvSpPr/>
            <p:nvPr/>
          </p:nvSpPr>
          <p:spPr>
            <a:xfrm>
              <a:off x="5493200" y="2531950"/>
              <a:ext cx="70325" cy="122725"/>
            </a:xfrm>
            <a:custGeom>
              <a:avLst/>
              <a:gdLst/>
              <a:ahLst/>
              <a:cxnLst/>
              <a:rect l="l" t="t" r="r" b="b"/>
              <a:pathLst>
                <a:path w="2813" h="4909" extrusionOk="0">
                  <a:moveTo>
                    <a:pt x="2207" y="1"/>
                  </a:moveTo>
                  <a:cubicBezTo>
                    <a:pt x="2100" y="1"/>
                    <a:pt x="1992" y="33"/>
                    <a:pt x="1899" y="100"/>
                  </a:cubicBezTo>
                  <a:cubicBezTo>
                    <a:pt x="832" y="859"/>
                    <a:pt x="237" y="1719"/>
                    <a:pt x="134" y="2655"/>
                  </a:cubicBezTo>
                  <a:cubicBezTo>
                    <a:pt x="1" y="3850"/>
                    <a:pt x="743" y="4696"/>
                    <a:pt x="775" y="4730"/>
                  </a:cubicBezTo>
                  <a:cubicBezTo>
                    <a:pt x="816" y="4777"/>
                    <a:pt x="864" y="4815"/>
                    <a:pt x="916" y="4843"/>
                  </a:cubicBezTo>
                  <a:cubicBezTo>
                    <a:pt x="995" y="4886"/>
                    <a:pt x="1084" y="4908"/>
                    <a:pt x="1172" y="4908"/>
                  </a:cubicBezTo>
                  <a:cubicBezTo>
                    <a:pt x="1298" y="4908"/>
                    <a:pt x="1425" y="4864"/>
                    <a:pt x="1526" y="4773"/>
                  </a:cubicBezTo>
                  <a:cubicBezTo>
                    <a:pt x="1744" y="4577"/>
                    <a:pt x="1764" y="4243"/>
                    <a:pt x="1570" y="4023"/>
                  </a:cubicBezTo>
                  <a:cubicBezTo>
                    <a:pt x="1555" y="4006"/>
                    <a:pt x="1108" y="3472"/>
                    <a:pt x="1193" y="2760"/>
                  </a:cubicBezTo>
                  <a:cubicBezTo>
                    <a:pt x="1267" y="2142"/>
                    <a:pt x="1712" y="1539"/>
                    <a:pt x="2515" y="968"/>
                  </a:cubicBezTo>
                  <a:cubicBezTo>
                    <a:pt x="2756" y="797"/>
                    <a:pt x="2812" y="465"/>
                    <a:pt x="2641" y="226"/>
                  </a:cubicBezTo>
                  <a:cubicBezTo>
                    <a:pt x="2538" y="79"/>
                    <a:pt x="2374" y="1"/>
                    <a:pt x="220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570;p36">
              <a:extLst>
                <a:ext uri="{FF2B5EF4-FFF2-40B4-BE49-F238E27FC236}">
                  <a16:creationId xmlns:a16="http://schemas.microsoft.com/office/drawing/2014/main" id="{F8425160-34AE-710D-CB1B-EF7975AA9BA3}"/>
                </a:ext>
              </a:extLst>
            </p:cNvPr>
            <p:cNvSpPr/>
            <p:nvPr/>
          </p:nvSpPr>
          <p:spPr>
            <a:xfrm>
              <a:off x="5503650" y="2630150"/>
              <a:ext cx="104675" cy="57775"/>
            </a:xfrm>
            <a:custGeom>
              <a:avLst/>
              <a:gdLst/>
              <a:ahLst/>
              <a:cxnLst/>
              <a:rect l="l" t="t" r="r" b="b"/>
              <a:pathLst>
                <a:path w="4187" h="2311" extrusionOk="0">
                  <a:moveTo>
                    <a:pt x="1065" y="1"/>
                  </a:moveTo>
                  <a:cubicBezTo>
                    <a:pt x="624" y="1"/>
                    <a:pt x="296" y="126"/>
                    <a:pt x="193" y="374"/>
                  </a:cubicBezTo>
                  <a:cubicBezTo>
                    <a:pt x="1" y="843"/>
                    <a:pt x="695" y="1573"/>
                    <a:pt x="1744" y="2005"/>
                  </a:cubicBezTo>
                  <a:cubicBezTo>
                    <a:pt x="2240" y="2209"/>
                    <a:pt x="2726" y="2310"/>
                    <a:pt x="3122" y="2310"/>
                  </a:cubicBezTo>
                  <a:cubicBezTo>
                    <a:pt x="3563" y="2310"/>
                    <a:pt x="3891" y="2185"/>
                    <a:pt x="3994" y="1937"/>
                  </a:cubicBezTo>
                  <a:cubicBezTo>
                    <a:pt x="4186" y="1467"/>
                    <a:pt x="3492" y="737"/>
                    <a:pt x="2443" y="306"/>
                  </a:cubicBezTo>
                  <a:cubicBezTo>
                    <a:pt x="1947" y="102"/>
                    <a:pt x="1461" y="1"/>
                    <a:pt x="10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571;p36">
              <a:extLst>
                <a:ext uri="{FF2B5EF4-FFF2-40B4-BE49-F238E27FC236}">
                  <a16:creationId xmlns:a16="http://schemas.microsoft.com/office/drawing/2014/main" id="{0F966F86-7A9F-0B88-64AA-9FB0F08D110E}"/>
                </a:ext>
              </a:extLst>
            </p:cNvPr>
            <p:cNvSpPr/>
            <p:nvPr/>
          </p:nvSpPr>
          <p:spPr>
            <a:xfrm>
              <a:off x="5527175" y="2641900"/>
              <a:ext cx="59900" cy="34300"/>
            </a:xfrm>
            <a:custGeom>
              <a:avLst/>
              <a:gdLst/>
              <a:ahLst/>
              <a:cxnLst/>
              <a:rect l="l" t="t" r="r" b="b"/>
              <a:pathLst>
                <a:path w="2396" h="1372" extrusionOk="0">
                  <a:moveTo>
                    <a:pt x="542" y="0"/>
                  </a:moveTo>
                  <a:cubicBezTo>
                    <a:pt x="280" y="0"/>
                    <a:pt x="85" y="75"/>
                    <a:pt x="25" y="222"/>
                  </a:cubicBezTo>
                  <a:cubicBezTo>
                    <a:pt x="4" y="270"/>
                    <a:pt x="1" y="323"/>
                    <a:pt x="11" y="381"/>
                  </a:cubicBezTo>
                  <a:cubicBezTo>
                    <a:pt x="61" y="646"/>
                    <a:pt x="431" y="979"/>
                    <a:pt x="946" y="1190"/>
                  </a:cubicBezTo>
                  <a:cubicBezTo>
                    <a:pt x="1240" y="1311"/>
                    <a:pt x="1529" y="1371"/>
                    <a:pt x="1764" y="1371"/>
                  </a:cubicBezTo>
                  <a:cubicBezTo>
                    <a:pt x="1907" y="1371"/>
                    <a:pt x="2030" y="1349"/>
                    <a:pt x="2123" y="1305"/>
                  </a:cubicBezTo>
                  <a:cubicBezTo>
                    <a:pt x="2198" y="1269"/>
                    <a:pt x="2253" y="1217"/>
                    <a:pt x="2280" y="1150"/>
                  </a:cubicBezTo>
                  <a:cubicBezTo>
                    <a:pt x="2395" y="872"/>
                    <a:pt x="1983" y="437"/>
                    <a:pt x="1361" y="181"/>
                  </a:cubicBezTo>
                  <a:cubicBezTo>
                    <a:pt x="1066" y="60"/>
                    <a:pt x="777" y="0"/>
                    <a:pt x="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572;p36">
              <a:extLst>
                <a:ext uri="{FF2B5EF4-FFF2-40B4-BE49-F238E27FC236}">
                  <a16:creationId xmlns:a16="http://schemas.microsoft.com/office/drawing/2014/main" id="{1E2AE240-423C-2329-29DA-4202EC4243F4}"/>
                </a:ext>
              </a:extLst>
            </p:cNvPr>
            <p:cNvSpPr/>
            <p:nvPr/>
          </p:nvSpPr>
          <p:spPr>
            <a:xfrm>
              <a:off x="5527450" y="2649750"/>
              <a:ext cx="52800" cy="26450"/>
            </a:xfrm>
            <a:custGeom>
              <a:avLst/>
              <a:gdLst/>
              <a:ahLst/>
              <a:cxnLst/>
              <a:rect l="l" t="t" r="r" b="b"/>
              <a:pathLst>
                <a:path w="2112" h="1058" extrusionOk="0">
                  <a:moveTo>
                    <a:pt x="357" y="1"/>
                  </a:moveTo>
                  <a:cubicBezTo>
                    <a:pt x="215" y="1"/>
                    <a:pt x="92" y="23"/>
                    <a:pt x="0" y="67"/>
                  </a:cubicBezTo>
                  <a:cubicBezTo>
                    <a:pt x="50" y="332"/>
                    <a:pt x="420" y="665"/>
                    <a:pt x="935" y="876"/>
                  </a:cubicBezTo>
                  <a:cubicBezTo>
                    <a:pt x="1229" y="997"/>
                    <a:pt x="1518" y="1057"/>
                    <a:pt x="1753" y="1057"/>
                  </a:cubicBezTo>
                  <a:cubicBezTo>
                    <a:pt x="1896" y="1057"/>
                    <a:pt x="2019" y="1035"/>
                    <a:pt x="2112" y="991"/>
                  </a:cubicBezTo>
                  <a:cubicBezTo>
                    <a:pt x="2062" y="724"/>
                    <a:pt x="1691" y="393"/>
                    <a:pt x="1177" y="182"/>
                  </a:cubicBezTo>
                  <a:cubicBezTo>
                    <a:pt x="881" y="61"/>
                    <a:pt x="592" y="1"/>
                    <a:pt x="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573;p36">
              <a:extLst>
                <a:ext uri="{FF2B5EF4-FFF2-40B4-BE49-F238E27FC236}">
                  <a16:creationId xmlns:a16="http://schemas.microsoft.com/office/drawing/2014/main" id="{EAF95110-F9BE-AF58-5A26-346D604E51F5}"/>
                </a:ext>
              </a:extLst>
            </p:cNvPr>
            <p:cNvSpPr/>
            <p:nvPr/>
          </p:nvSpPr>
          <p:spPr>
            <a:xfrm>
              <a:off x="5104300" y="2733650"/>
              <a:ext cx="443350" cy="244000"/>
            </a:xfrm>
            <a:custGeom>
              <a:avLst/>
              <a:gdLst/>
              <a:ahLst/>
              <a:cxnLst/>
              <a:rect l="l" t="t" r="r" b="b"/>
              <a:pathLst>
                <a:path w="17734" h="9760" extrusionOk="0">
                  <a:moveTo>
                    <a:pt x="15739" y="1"/>
                  </a:moveTo>
                  <a:lnTo>
                    <a:pt x="15416" y="698"/>
                  </a:lnTo>
                  <a:cubicBezTo>
                    <a:pt x="15477" y="798"/>
                    <a:pt x="15631" y="958"/>
                    <a:pt x="16025" y="1146"/>
                  </a:cubicBezTo>
                  <a:cubicBezTo>
                    <a:pt x="16588" y="1416"/>
                    <a:pt x="16802" y="2108"/>
                    <a:pt x="16494" y="2650"/>
                  </a:cubicBezTo>
                  <a:cubicBezTo>
                    <a:pt x="15065" y="5155"/>
                    <a:pt x="11958" y="9266"/>
                    <a:pt x="6459" y="9266"/>
                  </a:cubicBezTo>
                  <a:cubicBezTo>
                    <a:pt x="4623" y="9266"/>
                    <a:pt x="2519" y="8808"/>
                    <a:pt x="122" y="7677"/>
                  </a:cubicBezTo>
                  <a:lnTo>
                    <a:pt x="120" y="7677"/>
                  </a:lnTo>
                  <a:lnTo>
                    <a:pt x="1" y="8035"/>
                  </a:lnTo>
                  <a:lnTo>
                    <a:pt x="2649" y="9041"/>
                  </a:lnTo>
                  <a:cubicBezTo>
                    <a:pt x="3070" y="9201"/>
                    <a:pt x="3498" y="9335"/>
                    <a:pt x="3931" y="9441"/>
                  </a:cubicBezTo>
                  <a:cubicBezTo>
                    <a:pt x="4065" y="9474"/>
                    <a:pt x="4197" y="9504"/>
                    <a:pt x="4330" y="9531"/>
                  </a:cubicBezTo>
                  <a:cubicBezTo>
                    <a:pt x="5062" y="9683"/>
                    <a:pt x="5806" y="9759"/>
                    <a:pt x="6549" y="9759"/>
                  </a:cubicBezTo>
                  <a:cubicBezTo>
                    <a:pt x="7169" y="9759"/>
                    <a:pt x="7788" y="9707"/>
                    <a:pt x="8401" y="9601"/>
                  </a:cubicBezTo>
                  <a:cubicBezTo>
                    <a:pt x="8516" y="9581"/>
                    <a:pt x="8632" y="9560"/>
                    <a:pt x="8747" y="9536"/>
                  </a:cubicBezTo>
                  <a:cubicBezTo>
                    <a:pt x="9407" y="9401"/>
                    <a:pt x="10057" y="9204"/>
                    <a:pt x="10692" y="8945"/>
                  </a:cubicBezTo>
                  <a:cubicBezTo>
                    <a:pt x="11176" y="8748"/>
                    <a:pt x="11643" y="8518"/>
                    <a:pt x="12088" y="8258"/>
                  </a:cubicBezTo>
                  <a:cubicBezTo>
                    <a:pt x="12178" y="8206"/>
                    <a:pt x="12267" y="8153"/>
                    <a:pt x="12355" y="8097"/>
                  </a:cubicBezTo>
                  <a:cubicBezTo>
                    <a:pt x="13286" y="7520"/>
                    <a:pt x="14121" y="6806"/>
                    <a:pt x="14836" y="5984"/>
                  </a:cubicBezTo>
                  <a:cubicBezTo>
                    <a:pt x="14903" y="5910"/>
                    <a:pt x="14966" y="5833"/>
                    <a:pt x="15030" y="5755"/>
                  </a:cubicBezTo>
                  <a:cubicBezTo>
                    <a:pt x="15617" y="5042"/>
                    <a:pt x="16117" y="4250"/>
                    <a:pt x="16513" y="3392"/>
                  </a:cubicBezTo>
                  <a:lnTo>
                    <a:pt x="16903" y="2550"/>
                  </a:lnTo>
                  <a:lnTo>
                    <a:pt x="17032" y="2276"/>
                  </a:lnTo>
                  <a:lnTo>
                    <a:pt x="17733" y="761"/>
                  </a:lnTo>
                  <a:lnTo>
                    <a:pt x="17733" y="761"/>
                  </a:lnTo>
                  <a:cubicBezTo>
                    <a:pt x="17707" y="763"/>
                    <a:pt x="17680" y="763"/>
                    <a:pt x="17653" y="763"/>
                  </a:cubicBezTo>
                  <a:cubicBezTo>
                    <a:pt x="17351" y="763"/>
                    <a:pt x="16980" y="687"/>
                    <a:pt x="16602" y="531"/>
                  </a:cubicBezTo>
                  <a:cubicBezTo>
                    <a:pt x="16249" y="386"/>
                    <a:pt x="15951" y="198"/>
                    <a:pt x="1573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574;p36">
              <a:extLst>
                <a:ext uri="{FF2B5EF4-FFF2-40B4-BE49-F238E27FC236}">
                  <a16:creationId xmlns:a16="http://schemas.microsoft.com/office/drawing/2014/main" id="{A9161E56-E4EB-B532-B925-D062D2C3D2CC}"/>
                </a:ext>
              </a:extLst>
            </p:cNvPr>
            <p:cNvSpPr/>
            <p:nvPr/>
          </p:nvSpPr>
          <p:spPr>
            <a:xfrm>
              <a:off x="4549275" y="2667375"/>
              <a:ext cx="142750" cy="163300"/>
            </a:xfrm>
            <a:custGeom>
              <a:avLst/>
              <a:gdLst/>
              <a:ahLst/>
              <a:cxnLst/>
              <a:rect l="l" t="t" r="r" b="b"/>
              <a:pathLst>
                <a:path w="5710" h="6532" extrusionOk="0">
                  <a:moveTo>
                    <a:pt x="3284" y="0"/>
                  </a:moveTo>
                  <a:cubicBezTo>
                    <a:pt x="2143" y="0"/>
                    <a:pt x="978" y="1045"/>
                    <a:pt x="523" y="2573"/>
                  </a:cubicBezTo>
                  <a:cubicBezTo>
                    <a:pt x="1" y="4335"/>
                    <a:pt x="620" y="6074"/>
                    <a:pt x="1908" y="6457"/>
                  </a:cubicBezTo>
                  <a:cubicBezTo>
                    <a:pt x="2078" y="6507"/>
                    <a:pt x="2251" y="6532"/>
                    <a:pt x="2425" y="6532"/>
                  </a:cubicBezTo>
                  <a:cubicBezTo>
                    <a:pt x="3567" y="6532"/>
                    <a:pt x="4732" y="5488"/>
                    <a:pt x="5187" y="3959"/>
                  </a:cubicBezTo>
                  <a:cubicBezTo>
                    <a:pt x="5710" y="2197"/>
                    <a:pt x="5092" y="459"/>
                    <a:pt x="3803" y="75"/>
                  </a:cubicBezTo>
                  <a:cubicBezTo>
                    <a:pt x="3632" y="25"/>
                    <a:pt x="3458" y="0"/>
                    <a:pt x="3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575;p36">
              <a:extLst>
                <a:ext uri="{FF2B5EF4-FFF2-40B4-BE49-F238E27FC236}">
                  <a16:creationId xmlns:a16="http://schemas.microsoft.com/office/drawing/2014/main" id="{B85817E6-9C25-DDDE-CB4F-63FF911C615D}"/>
                </a:ext>
              </a:extLst>
            </p:cNvPr>
            <p:cNvSpPr/>
            <p:nvPr/>
          </p:nvSpPr>
          <p:spPr>
            <a:xfrm>
              <a:off x="4539175" y="2681025"/>
              <a:ext cx="125200" cy="130775"/>
            </a:xfrm>
            <a:custGeom>
              <a:avLst/>
              <a:gdLst/>
              <a:ahLst/>
              <a:cxnLst/>
              <a:rect l="l" t="t" r="r" b="b"/>
              <a:pathLst>
                <a:path w="5008" h="5231" extrusionOk="0">
                  <a:moveTo>
                    <a:pt x="2952" y="0"/>
                  </a:moveTo>
                  <a:cubicBezTo>
                    <a:pt x="1968" y="0"/>
                    <a:pt x="770" y="643"/>
                    <a:pt x="420" y="1821"/>
                  </a:cubicBezTo>
                  <a:cubicBezTo>
                    <a:pt x="0" y="3228"/>
                    <a:pt x="951" y="4867"/>
                    <a:pt x="1981" y="5173"/>
                  </a:cubicBezTo>
                  <a:cubicBezTo>
                    <a:pt x="2111" y="5212"/>
                    <a:pt x="2242" y="5230"/>
                    <a:pt x="2374" y="5230"/>
                  </a:cubicBezTo>
                  <a:cubicBezTo>
                    <a:pt x="3290" y="5230"/>
                    <a:pt x="4223" y="4340"/>
                    <a:pt x="4588" y="3110"/>
                  </a:cubicBezTo>
                  <a:cubicBezTo>
                    <a:pt x="5008" y="1701"/>
                    <a:pt x="4525" y="381"/>
                    <a:pt x="3496" y="75"/>
                  </a:cubicBezTo>
                  <a:cubicBezTo>
                    <a:pt x="3328" y="25"/>
                    <a:pt x="3144" y="0"/>
                    <a:pt x="2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576;p36">
              <a:extLst>
                <a:ext uri="{FF2B5EF4-FFF2-40B4-BE49-F238E27FC236}">
                  <a16:creationId xmlns:a16="http://schemas.microsoft.com/office/drawing/2014/main" id="{98B9925D-3F1D-1838-94B9-B6E334A0AB88}"/>
                </a:ext>
              </a:extLst>
            </p:cNvPr>
            <p:cNvSpPr/>
            <p:nvPr/>
          </p:nvSpPr>
          <p:spPr>
            <a:xfrm>
              <a:off x="4558700" y="2709425"/>
              <a:ext cx="52075" cy="56600"/>
            </a:xfrm>
            <a:custGeom>
              <a:avLst/>
              <a:gdLst/>
              <a:ahLst/>
              <a:cxnLst/>
              <a:rect l="l" t="t" r="r" b="b"/>
              <a:pathLst>
                <a:path w="2083" h="2264" extrusionOk="0">
                  <a:moveTo>
                    <a:pt x="1336" y="0"/>
                  </a:moveTo>
                  <a:cubicBezTo>
                    <a:pt x="980" y="0"/>
                    <a:pt x="572" y="282"/>
                    <a:pt x="322" y="738"/>
                  </a:cubicBezTo>
                  <a:cubicBezTo>
                    <a:pt x="1" y="1324"/>
                    <a:pt x="63" y="1976"/>
                    <a:pt x="460" y="2192"/>
                  </a:cubicBezTo>
                  <a:cubicBezTo>
                    <a:pt x="548" y="2241"/>
                    <a:pt x="646" y="2264"/>
                    <a:pt x="747" y="2264"/>
                  </a:cubicBezTo>
                  <a:cubicBezTo>
                    <a:pt x="1104" y="2264"/>
                    <a:pt x="1511" y="1982"/>
                    <a:pt x="1761" y="1526"/>
                  </a:cubicBezTo>
                  <a:cubicBezTo>
                    <a:pt x="2082" y="940"/>
                    <a:pt x="2020" y="288"/>
                    <a:pt x="1623" y="72"/>
                  </a:cubicBezTo>
                  <a:cubicBezTo>
                    <a:pt x="1535" y="23"/>
                    <a:pt x="1438" y="0"/>
                    <a:pt x="13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577;p36">
              <a:extLst>
                <a:ext uri="{FF2B5EF4-FFF2-40B4-BE49-F238E27FC236}">
                  <a16:creationId xmlns:a16="http://schemas.microsoft.com/office/drawing/2014/main" id="{FF5B8EE2-2DA7-0444-B9A2-4ACB337ECF7A}"/>
                </a:ext>
              </a:extLst>
            </p:cNvPr>
            <p:cNvSpPr/>
            <p:nvPr/>
          </p:nvSpPr>
          <p:spPr>
            <a:xfrm>
              <a:off x="4570225" y="2711200"/>
              <a:ext cx="53825" cy="62125"/>
            </a:xfrm>
            <a:custGeom>
              <a:avLst/>
              <a:gdLst/>
              <a:ahLst/>
              <a:cxnLst/>
              <a:rect l="l" t="t" r="r" b="b"/>
              <a:pathLst>
                <a:path w="2153" h="2485" extrusionOk="0">
                  <a:moveTo>
                    <a:pt x="1162" y="1"/>
                  </a:moveTo>
                  <a:lnTo>
                    <a:pt x="1163" y="1"/>
                  </a:lnTo>
                  <a:lnTo>
                    <a:pt x="1163" y="1"/>
                  </a:lnTo>
                  <a:cubicBezTo>
                    <a:pt x="1163" y="1"/>
                    <a:pt x="1162" y="1"/>
                    <a:pt x="1162" y="1"/>
                  </a:cubicBezTo>
                  <a:close/>
                  <a:moveTo>
                    <a:pt x="1163" y="1"/>
                  </a:moveTo>
                  <a:lnTo>
                    <a:pt x="1163" y="1"/>
                  </a:lnTo>
                  <a:cubicBezTo>
                    <a:pt x="1559" y="218"/>
                    <a:pt x="1621" y="869"/>
                    <a:pt x="1300" y="1455"/>
                  </a:cubicBezTo>
                  <a:cubicBezTo>
                    <a:pt x="1050" y="1911"/>
                    <a:pt x="642" y="2193"/>
                    <a:pt x="286" y="2193"/>
                  </a:cubicBezTo>
                  <a:cubicBezTo>
                    <a:pt x="185" y="2193"/>
                    <a:pt x="88" y="2171"/>
                    <a:pt x="0" y="2123"/>
                  </a:cubicBezTo>
                  <a:lnTo>
                    <a:pt x="0" y="2123"/>
                  </a:lnTo>
                  <a:lnTo>
                    <a:pt x="530" y="2414"/>
                  </a:lnTo>
                  <a:cubicBezTo>
                    <a:pt x="619" y="2462"/>
                    <a:pt x="716" y="2485"/>
                    <a:pt x="817" y="2485"/>
                  </a:cubicBezTo>
                  <a:cubicBezTo>
                    <a:pt x="1174" y="2485"/>
                    <a:pt x="1582" y="2202"/>
                    <a:pt x="1832" y="1747"/>
                  </a:cubicBezTo>
                  <a:cubicBezTo>
                    <a:pt x="2153" y="1161"/>
                    <a:pt x="2091" y="510"/>
                    <a:pt x="1694" y="292"/>
                  </a:cubicBez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578;p36">
              <a:extLst>
                <a:ext uri="{FF2B5EF4-FFF2-40B4-BE49-F238E27FC236}">
                  <a16:creationId xmlns:a16="http://schemas.microsoft.com/office/drawing/2014/main" id="{0BCD0043-48A9-1E12-2D96-2668ABF60E6F}"/>
                </a:ext>
              </a:extLst>
            </p:cNvPr>
            <p:cNvSpPr/>
            <p:nvPr/>
          </p:nvSpPr>
          <p:spPr>
            <a:xfrm>
              <a:off x="4388650" y="2693800"/>
              <a:ext cx="248175" cy="388675"/>
            </a:xfrm>
            <a:custGeom>
              <a:avLst/>
              <a:gdLst/>
              <a:ahLst/>
              <a:cxnLst/>
              <a:rect l="l" t="t" r="r" b="b"/>
              <a:pathLst>
                <a:path w="9927" h="15547" extrusionOk="0">
                  <a:moveTo>
                    <a:pt x="5545" y="1"/>
                  </a:moveTo>
                  <a:cubicBezTo>
                    <a:pt x="5470" y="1"/>
                    <a:pt x="5395" y="3"/>
                    <a:pt x="5320" y="6"/>
                  </a:cubicBezTo>
                  <a:cubicBezTo>
                    <a:pt x="5202" y="11"/>
                    <a:pt x="5082" y="21"/>
                    <a:pt x="4962" y="35"/>
                  </a:cubicBezTo>
                  <a:cubicBezTo>
                    <a:pt x="4785" y="56"/>
                    <a:pt x="4610" y="85"/>
                    <a:pt x="4434" y="126"/>
                  </a:cubicBezTo>
                  <a:cubicBezTo>
                    <a:pt x="3786" y="271"/>
                    <a:pt x="3178" y="544"/>
                    <a:pt x="2645" y="921"/>
                  </a:cubicBezTo>
                  <a:cubicBezTo>
                    <a:pt x="2559" y="983"/>
                    <a:pt x="2472" y="1048"/>
                    <a:pt x="2390" y="1116"/>
                  </a:cubicBezTo>
                  <a:cubicBezTo>
                    <a:pt x="2066" y="1378"/>
                    <a:pt x="1774" y="1681"/>
                    <a:pt x="1523" y="2022"/>
                  </a:cubicBezTo>
                  <a:cubicBezTo>
                    <a:pt x="1185" y="2481"/>
                    <a:pt x="902" y="2975"/>
                    <a:pt x="679" y="3490"/>
                  </a:cubicBezTo>
                  <a:lnTo>
                    <a:pt x="679" y="3491"/>
                  </a:lnTo>
                  <a:cubicBezTo>
                    <a:pt x="635" y="3596"/>
                    <a:pt x="591" y="3702"/>
                    <a:pt x="552" y="3808"/>
                  </a:cubicBezTo>
                  <a:cubicBezTo>
                    <a:pt x="161" y="4841"/>
                    <a:pt x="0" y="5957"/>
                    <a:pt x="87" y="7077"/>
                  </a:cubicBezTo>
                  <a:cubicBezTo>
                    <a:pt x="94" y="7189"/>
                    <a:pt x="106" y="7301"/>
                    <a:pt x="120" y="7413"/>
                  </a:cubicBezTo>
                  <a:cubicBezTo>
                    <a:pt x="149" y="7655"/>
                    <a:pt x="191" y="7899"/>
                    <a:pt x="244" y="8140"/>
                  </a:cubicBezTo>
                  <a:cubicBezTo>
                    <a:pt x="443" y="9047"/>
                    <a:pt x="799" y="9885"/>
                    <a:pt x="1292" y="10630"/>
                  </a:cubicBezTo>
                  <a:cubicBezTo>
                    <a:pt x="1360" y="10733"/>
                    <a:pt x="1429" y="10833"/>
                    <a:pt x="1503" y="10930"/>
                  </a:cubicBezTo>
                  <a:cubicBezTo>
                    <a:pt x="2054" y="11680"/>
                    <a:pt x="2753" y="12324"/>
                    <a:pt x="3575" y="12834"/>
                  </a:cubicBezTo>
                  <a:cubicBezTo>
                    <a:pt x="3663" y="12890"/>
                    <a:pt x="3752" y="12943"/>
                    <a:pt x="3843" y="12995"/>
                  </a:cubicBezTo>
                  <a:cubicBezTo>
                    <a:pt x="3881" y="13016"/>
                    <a:pt x="3917" y="13037"/>
                    <a:pt x="3955" y="13057"/>
                  </a:cubicBezTo>
                  <a:lnTo>
                    <a:pt x="8260" y="15415"/>
                  </a:lnTo>
                  <a:cubicBezTo>
                    <a:pt x="8422" y="15504"/>
                    <a:pt x="8596" y="15547"/>
                    <a:pt x="8768" y="15547"/>
                  </a:cubicBezTo>
                  <a:cubicBezTo>
                    <a:pt x="8798" y="15547"/>
                    <a:pt x="8829" y="15545"/>
                    <a:pt x="8860" y="15542"/>
                  </a:cubicBezTo>
                  <a:cubicBezTo>
                    <a:pt x="9204" y="15514"/>
                    <a:pt x="9528" y="15318"/>
                    <a:pt x="9705" y="14994"/>
                  </a:cubicBezTo>
                  <a:cubicBezTo>
                    <a:pt x="9926" y="14590"/>
                    <a:pt x="9860" y="14108"/>
                    <a:pt x="9573" y="13781"/>
                  </a:cubicBezTo>
                  <a:cubicBezTo>
                    <a:pt x="9493" y="13690"/>
                    <a:pt x="9396" y="13610"/>
                    <a:pt x="9282" y="13549"/>
                  </a:cubicBezTo>
                  <a:lnTo>
                    <a:pt x="4978" y="11191"/>
                  </a:lnTo>
                  <a:cubicBezTo>
                    <a:pt x="4967" y="11185"/>
                    <a:pt x="4956" y="11178"/>
                    <a:pt x="4946" y="11171"/>
                  </a:cubicBezTo>
                  <a:cubicBezTo>
                    <a:pt x="4853" y="11121"/>
                    <a:pt x="4766" y="11069"/>
                    <a:pt x="4681" y="11015"/>
                  </a:cubicBezTo>
                  <a:cubicBezTo>
                    <a:pt x="3995" y="10585"/>
                    <a:pt x="3431" y="10024"/>
                    <a:pt x="3015" y="9370"/>
                  </a:cubicBezTo>
                  <a:cubicBezTo>
                    <a:pt x="2965" y="9290"/>
                    <a:pt x="2916" y="9209"/>
                    <a:pt x="2871" y="9128"/>
                  </a:cubicBezTo>
                  <a:cubicBezTo>
                    <a:pt x="2621" y="8682"/>
                    <a:pt x="2436" y="8198"/>
                    <a:pt x="2322" y="7683"/>
                  </a:cubicBezTo>
                  <a:cubicBezTo>
                    <a:pt x="2274" y="7463"/>
                    <a:pt x="2241" y="7242"/>
                    <a:pt x="2219" y="7021"/>
                  </a:cubicBezTo>
                  <a:cubicBezTo>
                    <a:pt x="2210" y="6924"/>
                    <a:pt x="2204" y="6827"/>
                    <a:pt x="2201" y="6730"/>
                  </a:cubicBezTo>
                  <a:cubicBezTo>
                    <a:pt x="2169" y="5921"/>
                    <a:pt x="2315" y="5111"/>
                    <a:pt x="2622" y="4374"/>
                  </a:cubicBezTo>
                  <a:cubicBezTo>
                    <a:pt x="2660" y="4285"/>
                    <a:pt x="2700" y="4197"/>
                    <a:pt x="2740" y="4109"/>
                  </a:cubicBezTo>
                  <a:cubicBezTo>
                    <a:pt x="2880" y="3822"/>
                    <a:pt x="3045" y="3546"/>
                    <a:pt x="3236" y="3288"/>
                  </a:cubicBezTo>
                  <a:cubicBezTo>
                    <a:pt x="3449" y="2999"/>
                    <a:pt x="3707" y="2761"/>
                    <a:pt x="3993" y="2576"/>
                  </a:cubicBezTo>
                  <a:cubicBezTo>
                    <a:pt x="4070" y="2528"/>
                    <a:pt x="4149" y="2483"/>
                    <a:pt x="4229" y="2442"/>
                  </a:cubicBezTo>
                  <a:cubicBezTo>
                    <a:pt x="4632" y="2234"/>
                    <a:pt x="5077" y="2126"/>
                    <a:pt x="5530" y="2126"/>
                  </a:cubicBezTo>
                  <a:cubicBezTo>
                    <a:pt x="5588" y="2126"/>
                    <a:pt x="5647" y="2127"/>
                    <a:pt x="5706" y="2131"/>
                  </a:cubicBezTo>
                  <a:cubicBezTo>
                    <a:pt x="5797" y="2136"/>
                    <a:pt x="5889" y="2145"/>
                    <a:pt x="5980" y="2160"/>
                  </a:cubicBezTo>
                  <a:cubicBezTo>
                    <a:pt x="6291" y="2207"/>
                    <a:pt x="6598" y="2307"/>
                    <a:pt x="6892" y="2460"/>
                  </a:cubicBezTo>
                  <a:cubicBezTo>
                    <a:pt x="7049" y="2542"/>
                    <a:pt x="7217" y="2580"/>
                    <a:pt x="7383" y="2580"/>
                  </a:cubicBezTo>
                  <a:cubicBezTo>
                    <a:pt x="7767" y="2580"/>
                    <a:pt x="8138" y="2372"/>
                    <a:pt x="8328" y="2007"/>
                  </a:cubicBezTo>
                  <a:cubicBezTo>
                    <a:pt x="8378" y="1911"/>
                    <a:pt x="8411" y="1810"/>
                    <a:pt x="8430" y="1710"/>
                  </a:cubicBezTo>
                  <a:cubicBezTo>
                    <a:pt x="8513" y="1262"/>
                    <a:pt x="8299" y="794"/>
                    <a:pt x="7875" y="571"/>
                  </a:cubicBezTo>
                  <a:cubicBezTo>
                    <a:pt x="7152" y="194"/>
                    <a:pt x="6351" y="1"/>
                    <a:pt x="5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579;p36">
              <a:extLst>
                <a:ext uri="{FF2B5EF4-FFF2-40B4-BE49-F238E27FC236}">
                  <a16:creationId xmlns:a16="http://schemas.microsoft.com/office/drawing/2014/main" id="{9BE78AC9-04B4-2421-00CA-4577B2DCB872}"/>
                </a:ext>
              </a:extLst>
            </p:cNvPr>
            <p:cNvSpPr/>
            <p:nvPr/>
          </p:nvSpPr>
          <p:spPr>
            <a:xfrm>
              <a:off x="4536375" y="3004175"/>
              <a:ext cx="39600" cy="46225"/>
            </a:xfrm>
            <a:custGeom>
              <a:avLst/>
              <a:gdLst/>
              <a:ahLst/>
              <a:cxnLst/>
              <a:rect l="l" t="t" r="r" b="b"/>
              <a:pathLst>
                <a:path w="1584" h="1849" extrusionOk="0">
                  <a:moveTo>
                    <a:pt x="1306" y="1"/>
                  </a:moveTo>
                  <a:cubicBezTo>
                    <a:pt x="888" y="283"/>
                    <a:pt x="311" y="813"/>
                    <a:pt x="0" y="1713"/>
                  </a:cubicBezTo>
                  <a:lnTo>
                    <a:pt x="249" y="1849"/>
                  </a:lnTo>
                  <a:cubicBezTo>
                    <a:pt x="561" y="884"/>
                    <a:pt x="1197" y="380"/>
                    <a:pt x="1583" y="152"/>
                  </a:cubicBezTo>
                  <a:lnTo>
                    <a:pt x="1306" y="1"/>
                  </a:ln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580;p36">
              <a:extLst>
                <a:ext uri="{FF2B5EF4-FFF2-40B4-BE49-F238E27FC236}">
                  <a16:creationId xmlns:a16="http://schemas.microsoft.com/office/drawing/2014/main" id="{B91FD47F-EFBF-1A1B-C30D-88063EEF17D4}"/>
                </a:ext>
              </a:extLst>
            </p:cNvPr>
            <p:cNvSpPr/>
            <p:nvPr/>
          </p:nvSpPr>
          <p:spPr>
            <a:xfrm>
              <a:off x="4478025" y="2969150"/>
              <a:ext cx="34275" cy="49525"/>
            </a:xfrm>
            <a:custGeom>
              <a:avLst/>
              <a:gdLst/>
              <a:ahLst/>
              <a:cxnLst/>
              <a:rect l="l" t="t" r="r" b="b"/>
              <a:pathLst>
                <a:path w="1371" h="1981" extrusionOk="0">
                  <a:moveTo>
                    <a:pt x="1106" y="1"/>
                  </a:moveTo>
                  <a:cubicBezTo>
                    <a:pt x="624" y="327"/>
                    <a:pt x="114" y="885"/>
                    <a:pt x="0" y="1820"/>
                  </a:cubicBezTo>
                  <a:cubicBezTo>
                    <a:pt x="88" y="1876"/>
                    <a:pt x="177" y="1929"/>
                    <a:pt x="268" y="1981"/>
                  </a:cubicBezTo>
                  <a:cubicBezTo>
                    <a:pt x="345" y="985"/>
                    <a:pt x="894" y="443"/>
                    <a:pt x="1371" y="157"/>
                  </a:cubicBezTo>
                  <a:cubicBezTo>
                    <a:pt x="1280" y="107"/>
                    <a:pt x="1191" y="55"/>
                    <a:pt x="1106"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581;p36">
              <a:extLst>
                <a:ext uri="{FF2B5EF4-FFF2-40B4-BE49-F238E27FC236}">
                  <a16:creationId xmlns:a16="http://schemas.microsoft.com/office/drawing/2014/main" id="{0A1FB080-ACF9-416F-73C9-EBA2CAABF4D4}"/>
                </a:ext>
              </a:extLst>
            </p:cNvPr>
            <p:cNvSpPr/>
            <p:nvPr/>
          </p:nvSpPr>
          <p:spPr>
            <a:xfrm>
              <a:off x="4420950" y="2921975"/>
              <a:ext cx="43075" cy="45100"/>
            </a:xfrm>
            <a:custGeom>
              <a:avLst/>
              <a:gdLst/>
              <a:ahLst/>
              <a:cxnLst/>
              <a:rect l="l" t="t" r="r" b="b"/>
              <a:pathLst>
                <a:path w="1723" h="1804" extrusionOk="0">
                  <a:moveTo>
                    <a:pt x="1579" y="1"/>
                  </a:moveTo>
                  <a:cubicBezTo>
                    <a:pt x="1005" y="190"/>
                    <a:pt x="303" y="603"/>
                    <a:pt x="0" y="1503"/>
                  </a:cubicBezTo>
                  <a:cubicBezTo>
                    <a:pt x="67" y="1606"/>
                    <a:pt x="137" y="1705"/>
                    <a:pt x="211" y="1803"/>
                  </a:cubicBezTo>
                  <a:cubicBezTo>
                    <a:pt x="443" y="818"/>
                    <a:pt x="1162" y="411"/>
                    <a:pt x="1723" y="243"/>
                  </a:cubicBezTo>
                  <a:cubicBezTo>
                    <a:pt x="1673" y="163"/>
                    <a:pt x="1626" y="82"/>
                    <a:pt x="157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582;p36">
              <a:extLst>
                <a:ext uri="{FF2B5EF4-FFF2-40B4-BE49-F238E27FC236}">
                  <a16:creationId xmlns:a16="http://schemas.microsoft.com/office/drawing/2014/main" id="{24758DE1-85CB-2F07-845B-83E345966C88}"/>
                </a:ext>
              </a:extLst>
            </p:cNvPr>
            <p:cNvSpPr/>
            <p:nvPr/>
          </p:nvSpPr>
          <p:spPr>
            <a:xfrm>
              <a:off x="4390800" y="2860925"/>
              <a:ext cx="53375" cy="18200"/>
            </a:xfrm>
            <a:custGeom>
              <a:avLst/>
              <a:gdLst/>
              <a:ahLst/>
              <a:cxnLst/>
              <a:rect l="l" t="t" r="r" b="b"/>
              <a:pathLst>
                <a:path w="2135" h="728" extrusionOk="0">
                  <a:moveTo>
                    <a:pt x="1480" y="1"/>
                  </a:moveTo>
                  <a:cubicBezTo>
                    <a:pt x="1005" y="1"/>
                    <a:pt x="505" y="80"/>
                    <a:pt x="99" y="327"/>
                  </a:cubicBezTo>
                  <a:cubicBezTo>
                    <a:pt x="66" y="346"/>
                    <a:pt x="32" y="367"/>
                    <a:pt x="1" y="392"/>
                  </a:cubicBezTo>
                  <a:cubicBezTo>
                    <a:pt x="8" y="504"/>
                    <a:pt x="20" y="616"/>
                    <a:pt x="34" y="728"/>
                  </a:cubicBezTo>
                  <a:cubicBezTo>
                    <a:pt x="99" y="669"/>
                    <a:pt x="169" y="614"/>
                    <a:pt x="246" y="569"/>
                  </a:cubicBezTo>
                  <a:cubicBezTo>
                    <a:pt x="597" y="356"/>
                    <a:pt x="1039" y="287"/>
                    <a:pt x="1469" y="287"/>
                  </a:cubicBezTo>
                  <a:cubicBezTo>
                    <a:pt x="1700" y="287"/>
                    <a:pt x="1928" y="307"/>
                    <a:pt x="2135" y="336"/>
                  </a:cubicBezTo>
                  <a:cubicBezTo>
                    <a:pt x="2126" y="239"/>
                    <a:pt x="2118" y="142"/>
                    <a:pt x="2115" y="43"/>
                  </a:cubicBezTo>
                  <a:cubicBezTo>
                    <a:pt x="1917" y="18"/>
                    <a:pt x="1701" y="1"/>
                    <a:pt x="1480"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583;p36">
              <a:extLst>
                <a:ext uri="{FF2B5EF4-FFF2-40B4-BE49-F238E27FC236}">
                  <a16:creationId xmlns:a16="http://schemas.microsoft.com/office/drawing/2014/main" id="{7A8AED9E-C5E3-03CC-643E-F6F7484C49D7}"/>
                </a:ext>
              </a:extLst>
            </p:cNvPr>
            <p:cNvSpPr/>
            <p:nvPr/>
          </p:nvSpPr>
          <p:spPr>
            <a:xfrm>
              <a:off x="4402425" y="2780550"/>
              <a:ext cx="54775" cy="22625"/>
            </a:xfrm>
            <a:custGeom>
              <a:avLst/>
              <a:gdLst/>
              <a:ahLst/>
              <a:cxnLst/>
              <a:rect l="l" t="t" r="r" b="b"/>
              <a:pathLst>
                <a:path w="2191" h="905" extrusionOk="0">
                  <a:moveTo>
                    <a:pt x="404" y="1"/>
                  </a:moveTo>
                  <a:cubicBezTo>
                    <a:pt x="386" y="1"/>
                    <a:pt x="368" y="1"/>
                    <a:pt x="351" y="2"/>
                  </a:cubicBezTo>
                  <a:cubicBezTo>
                    <a:pt x="275" y="3"/>
                    <a:pt x="201" y="11"/>
                    <a:pt x="129" y="21"/>
                  </a:cubicBezTo>
                  <a:lnTo>
                    <a:pt x="128" y="21"/>
                  </a:lnTo>
                  <a:cubicBezTo>
                    <a:pt x="84" y="126"/>
                    <a:pt x="40" y="232"/>
                    <a:pt x="1" y="338"/>
                  </a:cubicBezTo>
                  <a:cubicBezTo>
                    <a:pt x="114" y="306"/>
                    <a:pt x="234" y="289"/>
                    <a:pt x="358" y="286"/>
                  </a:cubicBezTo>
                  <a:cubicBezTo>
                    <a:pt x="373" y="286"/>
                    <a:pt x="388" y="286"/>
                    <a:pt x="404" y="286"/>
                  </a:cubicBezTo>
                  <a:cubicBezTo>
                    <a:pt x="997" y="286"/>
                    <a:pt x="1612" y="599"/>
                    <a:pt x="2071" y="904"/>
                  </a:cubicBezTo>
                  <a:cubicBezTo>
                    <a:pt x="2109" y="815"/>
                    <a:pt x="2149" y="727"/>
                    <a:pt x="2191" y="641"/>
                  </a:cubicBezTo>
                  <a:cubicBezTo>
                    <a:pt x="1703" y="319"/>
                    <a:pt x="1054" y="1"/>
                    <a:pt x="404"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584;p36">
              <a:extLst>
                <a:ext uri="{FF2B5EF4-FFF2-40B4-BE49-F238E27FC236}">
                  <a16:creationId xmlns:a16="http://schemas.microsoft.com/office/drawing/2014/main" id="{F7760ADE-1037-1D64-DC48-A65167B1769E}"/>
                </a:ext>
              </a:extLst>
            </p:cNvPr>
            <p:cNvSpPr/>
            <p:nvPr/>
          </p:nvSpPr>
          <p:spPr>
            <a:xfrm>
              <a:off x="4448400" y="2716850"/>
              <a:ext cx="46000" cy="41400"/>
            </a:xfrm>
            <a:custGeom>
              <a:avLst/>
              <a:gdLst/>
              <a:ahLst/>
              <a:cxnLst/>
              <a:rect l="l" t="t" r="r" b="b"/>
              <a:pathLst>
                <a:path w="1840" h="1656" extrusionOk="0">
                  <a:moveTo>
                    <a:pt x="255" y="0"/>
                  </a:moveTo>
                  <a:cubicBezTo>
                    <a:pt x="169" y="62"/>
                    <a:pt x="82" y="126"/>
                    <a:pt x="0" y="194"/>
                  </a:cubicBezTo>
                  <a:cubicBezTo>
                    <a:pt x="840" y="546"/>
                    <a:pt x="1324" y="1135"/>
                    <a:pt x="1603" y="1656"/>
                  </a:cubicBezTo>
                  <a:cubicBezTo>
                    <a:pt x="1680" y="1607"/>
                    <a:pt x="1759" y="1561"/>
                    <a:pt x="1839" y="1520"/>
                  </a:cubicBezTo>
                  <a:cubicBezTo>
                    <a:pt x="1550" y="985"/>
                    <a:pt x="1064" y="385"/>
                    <a:pt x="255"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585;p36">
              <a:extLst>
                <a:ext uri="{FF2B5EF4-FFF2-40B4-BE49-F238E27FC236}">
                  <a16:creationId xmlns:a16="http://schemas.microsoft.com/office/drawing/2014/main" id="{0C9B75CC-DCE9-F452-7901-12FC2C25C24F}"/>
                </a:ext>
              </a:extLst>
            </p:cNvPr>
            <p:cNvSpPr/>
            <p:nvPr/>
          </p:nvSpPr>
          <p:spPr>
            <a:xfrm>
              <a:off x="4512700" y="2693975"/>
              <a:ext cx="25925" cy="53825"/>
            </a:xfrm>
            <a:custGeom>
              <a:avLst/>
              <a:gdLst/>
              <a:ahLst/>
              <a:cxnLst/>
              <a:rect l="l" t="t" r="r" b="b"/>
              <a:pathLst>
                <a:path w="1037" h="2153" extrusionOk="0">
                  <a:moveTo>
                    <a:pt x="359" y="0"/>
                  </a:moveTo>
                  <a:cubicBezTo>
                    <a:pt x="240" y="5"/>
                    <a:pt x="120" y="14"/>
                    <a:pt x="0" y="29"/>
                  </a:cubicBezTo>
                  <a:cubicBezTo>
                    <a:pt x="647" y="655"/>
                    <a:pt x="765" y="1506"/>
                    <a:pt x="744" y="2124"/>
                  </a:cubicBezTo>
                  <a:cubicBezTo>
                    <a:pt x="837" y="2129"/>
                    <a:pt x="927" y="2139"/>
                    <a:pt x="1018" y="2153"/>
                  </a:cubicBezTo>
                  <a:cubicBezTo>
                    <a:pt x="1037" y="1529"/>
                    <a:pt x="931" y="676"/>
                    <a:pt x="35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586;p36">
              <a:extLst>
                <a:ext uri="{FF2B5EF4-FFF2-40B4-BE49-F238E27FC236}">
                  <a16:creationId xmlns:a16="http://schemas.microsoft.com/office/drawing/2014/main" id="{DDFF377E-0270-2C41-16CB-EBD1F1258374}"/>
                </a:ext>
              </a:extLst>
            </p:cNvPr>
            <p:cNvSpPr/>
            <p:nvPr/>
          </p:nvSpPr>
          <p:spPr>
            <a:xfrm>
              <a:off x="4579075" y="3019075"/>
              <a:ext cx="70150" cy="84325"/>
            </a:xfrm>
            <a:custGeom>
              <a:avLst/>
              <a:gdLst/>
              <a:ahLst/>
              <a:cxnLst/>
              <a:rect l="l" t="t" r="r" b="b"/>
              <a:pathLst>
                <a:path w="2806" h="3373" extrusionOk="0">
                  <a:moveTo>
                    <a:pt x="1568" y="0"/>
                  </a:moveTo>
                  <a:cubicBezTo>
                    <a:pt x="1422" y="0"/>
                    <a:pt x="1251" y="77"/>
                    <a:pt x="1076" y="214"/>
                  </a:cubicBezTo>
                  <a:cubicBezTo>
                    <a:pt x="832" y="403"/>
                    <a:pt x="579" y="711"/>
                    <a:pt x="378" y="1088"/>
                  </a:cubicBezTo>
                  <a:cubicBezTo>
                    <a:pt x="192" y="1435"/>
                    <a:pt x="78" y="1783"/>
                    <a:pt x="43" y="2075"/>
                  </a:cubicBezTo>
                  <a:cubicBezTo>
                    <a:pt x="1" y="2425"/>
                    <a:pt x="69" y="2698"/>
                    <a:pt x="255" y="2796"/>
                  </a:cubicBezTo>
                  <a:lnTo>
                    <a:pt x="1328" y="3372"/>
                  </a:lnTo>
                  <a:lnTo>
                    <a:pt x="2806" y="615"/>
                  </a:lnTo>
                  <a:lnTo>
                    <a:pt x="1732" y="40"/>
                  </a:lnTo>
                  <a:cubicBezTo>
                    <a:pt x="1683" y="13"/>
                    <a:pt x="1627" y="0"/>
                    <a:pt x="15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587;p36">
              <a:extLst>
                <a:ext uri="{FF2B5EF4-FFF2-40B4-BE49-F238E27FC236}">
                  <a16:creationId xmlns:a16="http://schemas.microsoft.com/office/drawing/2014/main" id="{5BA8C45C-9F2F-06D3-6B3D-D0A2A287532E}"/>
                </a:ext>
              </a:extLst>
            </p:cNvPr>
            <p:cNvSpPr/>
            <p:nvPr/>
          </p:nvSpPr>
          <p:spPr>
            <a:xfrm>
              <a:off x="4648500" y="3125450"/>
              <a:ext cx="87500" cy="43550"/>
            </a:xfrm>
            <a:custGeom>
              <a:avLst/>
              <a:gdLst/>
              <a:ahLst/>
              <a:cxnLst/>
              <a:rect l="l" t="t" r="r" b="b"/>
              <a:pathLst>
                <a:path w="3500" h="1742" extrusionOk="0">
                  <a:moveTo>
                    <a:pt x="598" y="0"/>
                  </a:moveTo>
                  <a:cubicBezTo>
                    <a:pt x="442" y="0"/>
                    <a:pt x="287" y="69"/>
                    <a:pt x="182" y="202"/>
                  </a:cubicBezTo>
                  <a:cubicBezTo>
                    <a:pt x="0" y="432"/>
                    <a:pt x="38" y="765"/>
                    <a:pt x="267" y="948"/>
                  </a:cubicBezTo>
                  <a:cubicBezTo>
                    <a:pt x="326" y="995"/>
                    <a:pt x="542" y="1162"/>
                    <a:pt x="851" y="1330"/>
                  </a:cubicBezTo>
                  <a:cubicBezTo>
                    <a:pt x="1223" y="1534"/>
                    <a:pt x="1729" y="1741"/>
                    <a:pt x="2248" y="1741"/>
                  </a:cubicBezTo>
                  <a:cubicBezTo>
                    <a:pt x="2569" y="1741"/>
                    <a:pt x="2894" y="1663"/>
                    <a:pt x="3196" y="1456"/>
                  </a:cubicBezTo>
                  <a:cubicBezTo>
                    <a:pt x="3439" y="1289"/>
                    <a:pt x="3499" y="957"/>
                    <a:pt x="3334" y="715"/>
                  </a:cubicBezTo>
                  <a:cubicBezTo>
                    <a:pt x="3231" y="565"/>
                    <a:pt x="3064" y="484"/>
                    <a:pt x="2894" y="484"/>
                  </a:cubicBezTo>
                  <a:cubicBezTo>
                    <a:pt x="2790" y="484"/>
                    <a:pt x="2685" y="514"/>
                    <a:pt x="2593" y="577"/>
                  </a:cubicBezTo>
                  <a:cubicBezTo>
                    <a:pt x="2497" y="644"/>
                    <a:pt x="2378" y="671"/>
                    <a:pt x="2249" y="671"/>
                  </a:cubicBezTo>
                  <a:cubicBezTo>
                    <a:pt x="1796" y="671"/>
                    <a:pt x="1206" y="332"/>
                    <a:pt x="929" y="115"/>
                  </a:cubicBezTo>
                  <a:cubicBezTo>
                    <a:pt x="831" y="38"/>
                    <a:pt x="714" y="0"/>
                    <a:pt x="598" y="0"/>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588;p36">
              <a:extLst>
                <a:ext uri="{FF2B5EF4-FFF2-40B4-BE49-F238E27FC236}">
                  <a16:creationId xmlns:a16="http://schemas.microsoft.com/office/drawing/2014/main" id="{FE29DB21-6CFF-C0B6-E992-B1716F8962EE}"/>
                </a:ext>
              </a:extLst>
            </p:cNvPr>
            <p:cNvSpPr/>
            <p:nvPr/>
          </p:nvSpPr>
          <p:spPr>
            <a:xfrm>
              <a:off x="4603800" y="3032650"/>
              <a:ext cx="98225" cy="111025"/>
            </a:xfrm>
            <a:custGeom>
              <a:avLst/>
              <a:gdLst/>
              <a:ahLst/>
              <a:cxnLst/>
              <a:rect l="l" t="t" r="r" b="b"/>
              <a:pathLst>
                <a:path w="3929" h="4441" extrusionOk="0">
                  <a:moveTo>
                    <a:pt x="2489" y="0"/>
                  </a:moveTo>
                  <a:cubicBezTo>
                    <a:pt x="2282" y="0"/>
                    <a:pt x="2057" y="21"/>
                    <a:pt x="1817" y="72"/>
                  </a:cubicBezTo>
                  <a:cubicBezTo>
                    <a:pt x="1767" y="45"/>
                    <a:pt x="1712" y="33"/>
                    <a:pt x="1652" y="33"/>
                  </a:cubicBezTo>
                  <a:cubicBezTo>
                    <a:pt x="1303" y="33"/>
                    <a:pt x="809" y="470"/>
                    <a:pt x="461" y="1120"/>
                  </a:cubicBezTo>
                  <a:cubicBezTo>
                    <a:pt x="63" y="1863"/>
                    <a:pt x="1" y="2609"/>
                    <a:pt x="314" y="2814"/>
                  </a:cubicBezTo>
                  <a:lnTo>
                    <a:pt x="308" y="2824"/>
                  </a:lnTo>
                  <a:cubicBezTo>
                    <a:pt x="763" y="4036"/>
                    <a:pt x="1703" y="4441"/>
                    <a:pt x="1703" y="4441"/>
                  </a:cubicBezTo>
                  <a:lnTo>
                    <a:pt x="3929" y="378"/>
                  </a:lnTo>
                  <a:cubicBezTo>
                    <a:pt x="3929" y="378"/>
                    <a:pt x="3373" y="0"/>
                    <a:pt x="2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589;p36">
              <a:extLst>
                <a:ext uri="{FF2B5EF4-FFF2-40B4-BE49-F238E27FC236}">
                  <a16:creationId xmlns:a16="http://schemas.microsoft.com/office/drawing/2014/main" id="{959290C5-1C35-5767-CEA2-9FBEE244E429}"/>
                </a:ext>
              </a:extLst>
            </p:cNvPr>
            <p:cNvSpPr/>
            <p:nvPr/>
          </p:nvSpPr>
          <p:spPr>
            <a:xfrm>
              <a:off x="4634850" y="3040650"/>
              <a:ext cx="79750" cy="104700"/>
            </a:xfrm>
            <a:custGeom>
              <a:avLst/>
              <a:gdLst/>
              <a:ahLst/>
              <a:cxnLst/>
              <a:rect l="l" t="t" r="r" b="b"/>
              <a:pathLst>
                <a:path w="3190" h="4188" extrusionOk="0">
                  <a:moveTo>
                    <a:pt x="2444" y="0"/>
                  </a:moveTo>
                  <a:cubicBezTo>
                    <a:pt x="1928" y="0"/>
                    <a:pt x="1199" y="646"/>
                    <a:pt x="684" y="1606"/>
                  </a:cubicBezTo>
                  <a:cubicBezTo>
                    <a:pt x="81" y="2730"/>
                    <a:pt x="1" y="3860"/>
                    <a:pt x="504" y="4130"/>
                  </a:cubicBezTo>
                  <a:cubicBezTo>
                    <a:pt x="577" y="4169"/>
                    <a:pt x="659" y="4188"/>
                    <a:pt x="747" y="4188"/>
                  </a:cubicBezTo>
                  <a:cubicBezTo>
                    <a:pt x="1262" y="4188"/>
                    <a:pt x="1991" y="3543"/>
                    <a:pt x="2506" y="2582"/>
                  </a:cubicBezTo>
                  <a:cubicBezTo>
                    <a:pt x="3109" y="1458"/>
                    <a:pt x="3189" y="328"/>
                    <a:pt x="2687" y="58"/>
                  </a:cubicBezTo>
                  <a:cubicBezTo>
                    <a:pt x="2613" y="19"/>
                    <a:pt x="2531" y="0"/>
                    <a:pt x="2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590;p36">
              <a:extLst>
                <a:ext uri="{FF2B5EF4-FFF2-40B4-BE49-F238E27FC236}">
                  <a16:creationId xmlns:a16="http://schemas.microsoft.com/office/drawing/2014/main" id="{29087733-7F68-7B03-F1BC-A4C05E001F6C}"/>
                </a:ext>
              </a:extLst>
            </p:cNvPr>
            <p:cNvSpPr/>
            <p:nvPr/>
          </p:nvSpPr>
          <p:spPr>
            <a:xfrm>
              <a:off x="4653975" y="3055700"/>
              <a:ext cx="54575" cy="78775"/>
            </a:xfrm>
            <a:custGeom>
              <a:avLst/>
              <a:gdLst/>
              <a:ahLst/>
              <a:cxnLst/>
              <a:rect l="l" t="t" r="r" b="b"/>
              <a:pathLst>
                <a:path w="2183" h="3151" extrusionOk="0">
                  <a:moveTo>
                    <a:pt x="1620" y="0"/>
                  </a:moveTo>
                  <a:cubicBezTo>
                    <a:pt x="1608" y="0"/>
                    <a:pt x="1596" y="1"/>
                    <a:pt x="1584" y="2"/>
                  </a:cubicBezTo>
                  <a:cubicBezTo>
                    <a:pt x="1770" y="339"/>
                    <a:pt x="1662" y="1039"/>
                    <a:pt x="1288" y="1734"/>
                  </a:cubicBezTo>
                  <a:cubicBezTo>
                    <a:pt x="913" y="2436"/>
                    <a:pt x="386" y="2914"/>
                    <a:pt x="1" y="2942"/>
                  </a:cubicBezTo>
                  <a:cubicBezTo>
                    <a:pt x="40" y="3014"/>
                    <a:pt x="93" y="3072"/>
                    <a:pt x="161" y="3107"/>
                  </a:cubicBezTo>
                  <a:cubicBezTo>
                    <a:pt x="217" y="3136"/>
                    <a:pt x="278" y="3151"/>
                    <a:pt x="345" y="3151"/>
                  </a:cubicBezTo>
                  <a:cubicBezTo>
                    <a:pt x="732" y="3151"/>
                    <a:pt x="1279" y="2665"/>
                    <a:pt x="1667" y="1942"/>
                  </a:cubicBezTo>
                  <a:cubicBezTo>
                    <a:pt x="2120" y="1097"/>
                    <a:pt x="2182" y="247"/>
                    <a:pt x="1803" y="44"/>
                  </a:cubicBezTo>
                  <a:cubicBezTo>
                    <a:pt x="1748" y="14"/>
                    <a:pt x="1687" y="0"/>
                    <a:pt x="1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591;p36">
              <a:extLst>
                <a:ext uri="{FF2B5EF4-FFF2-40B4-BE49-F238E27FC236}">
                  <a16:creationId xmlns:a16="http://schemas.microsoft.com/office/drawing/2014/main" id="{543B37BC-4584-E002-E980-0941C8981D28}"/>
                </a:ext>
              </a:extLst>
            </p:cNvPr>
            <p:cNvSpPr/>
            <p:nvPr/>
          </p:nvSpPr>
          <p:spPr>
            <a:xfrm>
              <a:off x="4649375" y="3055725"/>
              <a:ext cx="48875" cy="73525"/>
            </a:xfrm>
            <a:custGeom>
              <a:avLst/>
              <a:gdLst/>
              <a:ahLst/>
              <a:cxnLst/>
              <a:rect l="l" t="t" r="r" b="b"/>
              <a:pathLst>
                <a:path w="1955" h="2941" extrusionOk="0">
                  <a:moveTo>
                    <a:pt x="1768" y="1"/>
                  </a:moveTo>
                  <a:lnTo>
                    <a:pt x="1768" y="1"/>
                  </a:lnTo>
                  <a:cubicBezTo>
                    <a:pt x="1385" y="29"/>
                    <a:pt x="857" y="506"/>
                    <a:pt x="482" y="1206"/>
                  </a:cubicBezTo>
                  <a:lnTo>
                    <a:pt x="482" y="1208"/>
                  </a:lnTo>
                  <a:cubicBezTo>
                    <a:pt x="108" y="1903"/>
                    <a:pt x="0" y="2601"/>
                    <a:pt x="185" y="2941"/>
                  </a:cubicBezTo>
                  <a:cubicBezTo>
                    <a:pt x="570" y="2913"/>
                    <a:pt x="1097" y="2435"/>
                    <a:pt x="1472" y="1733"/>
                  </a:cubicBezTo>
                  <a:cubicBezTo>
                    <a:pt x="1846" y="1038"/>
                    <a:pt x="1954" y="338"/>
                    <a:pt x="1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592;p36">
              <a:extLst>
                <a:ext uri="{FF2B5EF4-FFF2-40B4-BE49-F238E27FC236}">
                  <a16:creationId xmlns:a16="http://schemas.microsoft.com/office/drawing/2014/main" id="{D0E5E29E-D3CE-D0F1-C7C6-C2EADC41C9B5}"/>
                </a:ext>
              </a:extLst>
            </p:cNvPr>
            <p:cNvSpPr/>
            <p:nvPr/>
          </p:nvSpPr>
          <p:spPr>
            <a:xfrm>
              <a:off x="4674425" y="3037025"/>
              <a:ext cx="111900" cy="75200"/>
            </a:xfrm>
            <a:custGeom>
              <a:avLst/>
              <a:gdLst/>
              <a:ahLst/>
              <a:cxnLst/>
              <a:rect l="l" t="t" r="r" b="b"/>
              <a:pathLst>
                <a:path w="4476" h="3008" extrusionOk="0">
                  <a:moveTo>
                    <a:pt x="1924" y="0"/>
                  </a:moveTo>
                  <a:cubicBezTo>
                    <a:pt x="1473" y="0"/>
                    <a:pt x="975" y="91"/>
                    <a:pt x="431" y="273"/>
                  </a:cubicBezTo>
                  <a:cubicBezTo>
                    <a:pt x="151" y="365"/>
                    <a:pt x="1" y="667"/>
                    <a:pt x="95" y="945"/>
                  </a:cubicBezTo>
                  <a:cubicBezTo>
                    <a:pt x="139" y="1079"/>
                    <a:pt x="230" y="1182"/>
                    <a:pt x="343" y="1244"/>
                  </a:cubicBezTo>
                  <a:cubicBezTo>
                    <a:pt x="421" y="1286"/>
                    <a:pt x="509" y="1310"/>
                    <a:pt x="600" y="1310"/>
                  </a:cubicBezTo>
                  <a:cubicBezTo>
                    <a:pt x="655" y="1310"/>
                    <a:pt x="712" y="1301"/>
                    <a:pt x="767" y="1282"/>
                  </a:cubicBezTo>
                  <a:cubicBezTo>
                    <a:pt x="1203" y="1136"/>
                    <a:pt x="1588" y="1063"/>
                    <a:pt x="1919" y="1063"/>
                  </a:cubicBezTo>
                  <a:cubicBezTo>
                    <a:pt x="2255" y="1063"/>
                    <a:pt x="2537" y="1139"/>
                    <a:pt x="2761" y="1289"/>
                  </a:cubicBezTo>
                  <a:cubicBezTo>
                    <a:pt x="3339" y="1680"/>
                    <a:pt x="3397" y="2498"/>
                    <a:pt x="3397" y="2506"/>
                  </a:cubicBezTo>
                  <a:cubicBezTo>
                    <a:pt x="3414" y="2789"/>
                    <a:pt x="3651" y="3008"/>
                    <a:pt x="3931" y="3008"/>
                  </a:cubicBezTo>
                  <a:cubicBezTo>
                    <a:pt x="3940" y="3008"/>
                    <a:pt x="3949" y="3007"/>
                    <a:pt x="3959" y="3007"/>
                  </a:cubicBezTo>
                  <a:cubicBezTo>
                    <a:pt x="4251" y="2990"/>
                    <a:pt x="4475" y="2742"/>
                    <a:pt x="4460" y="2450"/>
                  </a:cubicBezTo>
                  <a:cubicBezTo>
                    <a:pt x="4457" y="2395"/>
                    <a:pt x="4381" y="1107"/>
                    <a:pt x="3366" y="415"/>
                  </a:cubicBezTo>
                  <a:cubicBezTo>
                    <a:pt x="2962" y="138"/>
                    <a:pt x="2479" y="0"/>
                    <a:pt x="1924"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593;p36">
              <a:extLst>
                <a:ext uri="{FF2B5EF4-FFF2-40B4-BE49-F238E27FC236}">
                  <a16:creationId xmlns:a16="http://schemas.microsoft.com/office/drawing/2014/main" id="{93492B1D-B034-E927-5E09-F86AC31DC005}"/>
                </a:ext>
              </a:extLst>
            </p:cNvPr>
            <p:cNvSpPr/>
            <p:nvPr/>
          </p:nvSpPr>
          <p:spPr>
            <a:xfrm>
              <a:off x="4650925" y="3071025"/>
              <a:ext cx="109950" cy="70200"/>
            </a:xfrm>
            <a:custGeom>
              <a:avLst/>
              <a:gdLst/>
              <a:ahLst/>
              <a:cxnLst/>
              <a:rect l="l" t="t" r="r" b="b"/>
              <a:pathLst>
                <a:path w="4398" h="2808" extrusionOk="0">
                  <a:moveTo>
                    <a:pt x="1629" y="0"/>
                  </a:moveTo>
                  <a:cubicBezTo>
                    <a:pt x="1264" y="0"/>
                    <a:pt x="871" y="55"/>
                    <a:pt x="453" y="166"/>
                  </a:cubicBezTo>
                  <a:cubicBezTo>
                    <a:pt x="170" y="241"/>
                    <a:pt x="0" y="532"/>
                    <a:pt x="76" y="817"/>
                  </a:cubicBezTo>
                  <a:cubicBezTo>
                    <a:pt x="114" y="964"/>
                    <a:pt x="211" y="1080"/>
                    <a:pt x="335" y="1147"/>
                  </a:cubicBezTo>
                  <a:cubicBezTo>
                    <a:pt x="412" y="1190"/>
                    <a:pt x="500" y="1213"/>
                    <a:pt x="591" y="1213"/>
                  </a:cubicBezTo>
                  <a:cubicBezTo>
                    <a:pt x="635" y="1213"/>
                    <a:pt x="681" y="1208"/>
                    <a:pt x="726" y="1196"/>
                  </a:cubicBezTo>
                  <a:cubicBezTo>
                    <a:pt x="1054" y="1109"/>
                    <a:pt x="1354" y="1066"/>
                    <a:pt x="1625" y="1066"/>
                  </a:cubicBezTo>
                  <a:cubicBezTo>
                    <a:pt x="1999" y="1066"/>
                    <a:pt x="2318" y="1148"/>
                    <a:pt x="2580" y="1312"/>
                  </a:cubicBezTo>
                  <a:cubicBezTo>
                    <a:pt x="3161" y="1679"/>
                    <a:pt x="3298" y="2362"/>
                    <a:pt x="3299" y="2369"/>
                  </a:cubicBezTo>
                  <a:cubicBezTo>
                    <a:pt x="3344" y="2627"/>
                    <a:pt x="3567" y="2808"/>
                    <a:pt x="3820" y="2808"/>
                  </a:cubicBezTo>
                  <a:cubicBezTo>
                    <a:pt x="3851" y="2808"/>
                    <a:pt x="3883" y="2805"/>
                    <a:pt x="3914" y="2800"/>
                  </a:cubicBezTo>
                  <a:cubicBezTo>
                    <a:pt x="4203" y="2750"/>
                    <a:pt x="4397" y="2472"/>
                    <a:pt x="4347" y="2183"/>
                  </a:cubicBezTo>
                  <a:cubicBezTo>
                    <a:pt x="4340" y="2136"/>
                    <a:pt x="4140" y="1047"/>
                    <a:pt x="3164" y="423"/>
                  </a:cubicBezTo>
                  <a:cubicBezTo>
                    <a:pt x="2726" y="141"/>
                    <a:pt x="2212" y="0"/>
                    <a:pt x="1629"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594;p36">
              <a:extLst>
                <a:ext uri="{FF2B5EF4-FFF2-40B4-BE49-F238E27FC236}">
                  <a16:creationId xmlns:a16="http://schemas.microsoft.com/office/drawing/2014/main" id="{819B7AA3-0321-BB2A-B05B-24F6DD029F30}"/>
                </a:ext>
              </a:extLst>
            </p:cNvPr>
            <p:cNvSpPr/>
            <p:nvPr/>
          </p:nvSpPr>
          <p:spPr>
            <a:xfrm>
              <a:off x="4388650" y="2693825"/>
              <a:ext cx="217350" cy="377150"/>
            </a:xfrm>
            <a:custGeom>
              <a:avLst/>
              <a:gdLst/>
              <a:ahLst/>
              <a:cxnLst/>
              <a:rect l="l" t="t" r="r" b="b"/>
              <a:pathLst>
                <a:path w="8694" h="15086" extrusionOk="0">
                  <a:moveTo>
                    <a:pt x="5539" y="0"/>
                  </a:moveTo>
                  <a:cubicBezTo>
                    <a:pt x="5467" y="0"/>
                    <a:pt x="5394" y="2"/>
                    <a:pt x="5321" y="5"/>
                  </a:cubicBezTo>
                  <a:cubicBezTo>
                    <a:pt x="5202" y="11"/>
                    <a:pt x="5082" y="20"/>
                    <a:pt x="4962" y="35"/>
                  </a:cubicBezTo>
                  <a:cubicBezTo>
                    <a:pt x="4785" y="55"/>
                    <a:pt x="4610" y="85"/>
                    <a:pt x="4434" y="125"/>
                  </a:cubicBezTo>
                  <a:cubicBezTo>
                    <a:pt x="3786" y="272"/>
                    <a:pt x="3178" y="544"/>
                    <a:pt x="2645" y="921"/>
                  </a:cubicBezTo>
                  <a:cubicBezTo>
                    <a:pt x="2559" y="983"/>
                    <a:pt x="2472" y="1047"/>
                    <a:pt x="2390" y="1115"/>
                  </a:cubicBezTo>
                  <a:cubicBezTo>
                    <a:pt x="2066" y="1377"/>
                    <a:pt x="1774" y="1682"/>
                    <a:pt x="1523" y="2023"/>
                  </a:cubicBezTo>
                  <a:cubicBezTo>
                    <a:pt x="1185" y="2482"/>
                    <a:pt x="902" y="2974"/>
                    <a:pt x="679" y="3490"/>
                  </a:cubicBezTo>
                  <a:cubicBezTo>
                    <a:pt x="635" y="3595"/>
                    <a:pt x="591" y="3701"/>
                    <a:pt x="552" y="3807"/>
                  </a:cubicBezTo>
                  <a:cubicBezTo>
                    <a:pt x="161" y="4840"/>
                    <a:pt x="0" y="5956"/>
                    <a:pt x="87" y="7076"/>
                  </a:cubicBezTo>
                  <a:cubicBezTo>
                    <a:pt x="94" y="7188"/>
                    <a:pt x="106" y="7300"/>
                    <a:pt x="120" y="7412"/>
                  </a:cubicBezTo>
                  <a:cubicBezTo>
                    <a:pt x="149" y="7654"/>
                    <a:pt x="191" y="7898"/>
                    <a:pt x="244" y="8139"/>
                  </a:cubicBezTo>
                  <a:cubicBezTo>
                    <a:pt x="443" y="9046"/>
                    <a:pt x="799" y="9884"/>
                    <a:pt x="1292" y="10629"/>
                  </a:cubicBezTo>
                  <a:cubicBezTo>
                    <a:pt x="1360" y="10732"/>
                    <a:pt x="1429" y="10832"/>
                    <a:pt x="1503" y="10929"/>
                  </a:cubicBezTo>
                  <a:cubicBezTo>
                    <a:pt x="2054" y="11679"/>
                    <a:pt x="2753" y="12323"/>
                    <a:pt x="3575" y="12833"/>
                  </a:cubicBezTo>
                  <a:cubicBezTo>
                    <a:pt x="3663" y="12889"/>
                    <a:pt x="3752" y="12942"/>
                    <a:pt x="3843" y="12994"/>
                  </a:cubicBezTo>
                  <a:cubicBezTo>
                    <a:pt x="3881" y="13015"/>
                    <a:pt x="3917" y="13036"/>
                    <a:pt x="3955" y="13056"/>
                  </a:cubicBezTo>
                  <a:lnTo>
                    <a:pt x="7660" y="15085"/>
                  </a:lnTo>
                  <a:cubicBezTo>
                    <a:pt x="7695" y="14793"/>
                    <a:pt x="7809" y="14445"/>
                    <a:pt x="7995" y="14098"/>
                  </a:cubicBezTo>
                  <a:cubicBezTo>
                    <a:pt x="8196" y="13721"/>
                    <a:pt x="8448" y="13413"/>
                    <a:pt x="8693" y="13224"/>
                  </a:cubicBezTo>
                  <a:lnTo>
                    <a:pt x="7960" y="12824"/>
                  </a:lnTo>
                  <a:cubicBezTo>
                    <a:pt x="7948" y="12839"/>
                    <a:pt x="7936" y="12857"/>
                    <a:pt x="7924" y="12874"/>
                  </a:cubicBezTo>
                  <a:cubicBezTo>
                    <a:pt x="7592" y="13330"/>
                    <a:pt x="7074" y="13578"/>
                    <a:pt x="6547" y="13578"/>
                  </a:cubicBezTo>
                  <a:cubicBezTo>
                    <a:pt x="6252" y="13578"/>
                    <a:pt x="5954" y="13500"/>
                    <a:pt x="5685" y="13337"/>
                  </a:cubicBezTo>
                  <a:cubicBezTo>
                    <a:pt x="2247" y="11259"/>
                    <a:pt x="11" y="9592"/>
                    <a:pt x="1429" y="4623"/>
                  </a:cubicBezTo>
                  <a:cubicBezTo>
                    <a:pt x="2251" y="1748"/>
                    <a:pt x="4039" y="1040"/>
                    <a:pt x="5603" y="1040"/>
                  </a:cubicBezTo>
                  <a:cubicBezTo>
                    <a:pt x="7123" y="1040"/>
                    <a:pt x="8430" y="1709"/>
                    <a:pt x="8430" y="1709"/>
                  </a:cubicBezTo>
                  <a:cubicBezTo>
                    <a:pt x="8513" y="1262"/>
                    <a:pt x="8299" y="794"/>
                    <a:pt x="7875" y="570"/>
                  </a:cubicBezTo>
                  <a:cubicBezTo>
                    <a:pt x="7150" y="193"/>
                    <a:pt x="6346" y="0"/>
                    <a:pt x="553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80402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6">
          <a:extLst>
            <a:ext uri="{FF2B5EF4-FFF2-40B4-BE49-F238E27FC236}">
              <a16:creationId xmlns:a16="http://schemas.microsoft.com/office/drawing/2014/main" id="{AB1CDDD4-45D0-3C8A-DD91-FAE8E8A5F94B}"/>
            </a:ext>
          </a:extLst>
        </p:cNvPr>
        <p:cNvGrpSpPr/>
        <p:nvPr/>
      </p:nvGrpSpPr>
      <p:grpSpPr>
        <a:xfrm>
          <a:off x="0" y="0"/>
          <a:ext cx="0" cy="0"/>
          <a:chOff x="0" y="0"/>
          <a:chExt cx="0" cy="0"/>
        </a:xfrm>
      </p:grpSpPr>
      <p:sp>
        <p:nvSpPr>
          <p:cNvPr id="478" name="Google Shape;478;p30">
            <a:extLst>
              <a:ext uri="{FF2B5EF4-FFF2-40B4-BE49-F238E27FC236}">
                <a16:creationId xmlns:a16="http://schemas.microsoft.com/office/drawing/2014/main" id="{5419A9F3-604E-44B8-3C81-EA77B360CEE0}"/>
              </a:ext>
            </a:extLst>
          </p:cNvPr>
          <p:cNvSpPr txBox="1">
            <a:spLocks noGrp="1"/>
          </p:cNvSpPr>
          <p:nvPr>
            <p:ph type="body" idx="1"/>
          </p:nvPr>
        </p:nvSpPr>
        <p:spPr>
          <a:xfrm>
            <a:off x="715050" y="444375"/>
            <a:ext cx="7713900" cy="42547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chemeClr val="bg1"/>
                </a:solidFill>
                <a:latin typeface="+mn-lt"/>
                <a:ea typeface="Golos Text Medium"/>
                <a:cs typeface="Golos Text Medium"/>
                <a:sym typeface="Golos Text Medium"/>
              </a:rPr>
              <a:t>(a) </a:t>
            </a:r>
            <a:r>
              <a:rPr lang="en-US" b="1" dirty="0">
                <a:solidFill>
                  <a:schemeClr val="bg1"/>
                </a:solidFill>
                <a:latin typeface="+mn-lt"/>
              </a:rPr>
              <a:t>Model Loading Failures</a:t>
            </a:r>
            <a:endParaRPr b="1" dirty="0">
              <a:solidFill>
                <a:schemeClr val="bg1"/>
              </a:solidFill>
              <a:latin typeface="+mn-lt"/>
            </a:endParaRPr>
          </a:p>
          <a:p>
            <a:pPr marL="0" lvl="0" indent="0" algn="l" rtl="0">
              <a:spcBef>
                <a:spcPts val="1000"/>
              </a:spcBef>
              <a:spcAft>
                <a:spcPts val="0"/>
              </a:spcAft>
              <a:buNone/>
            </a:pPr>
            <a:r>
              <a:rPr lang="en-US" dirty="0">
                <a:latin typeface="+mn-lt"/>
              </a:rPr>
              <a:t>The project uses multiple pre-trained models from the Hugging Face transformers library (T5, BERT). If any of these models fail to load due to network issues, model incompatibilities, or resource limitations, errors may occur, leading to delays or issues in the model's functionality.</a:t>
            </a:r>
          </a:p>
          <a:p>
            <a:pPr marL="0" lvl="0" indent="0" algn="l" rtl="0">
              <a:spcBef>
                <a:spcPts val="1000"/>
              </a:spcBef>
              <a:spcAft>
                <a:spcPts val="0"/>
              </a:spcAft>
              <a:buNone/>
            </a:pPr>
            <a:r>
              <a:rPr lang="en" b="1" dirty="0">
                <a:solidFill>
                  <a:schemeClr val="bg1"/>
                </a:solidFill>
                <a:latin typeface="+mn-lt"/>
                <a:ea typeface="Golos Text Medium"/>
                <a:cs typeface="Golos Text Medium"/>
                <a:sym typeface="Golos Text Medium"/>
              </a:rPr>
              <a:t>(b) </a:t>
            </a:r>
            <a:r>
              <a:rPr lang="en-US" b="1" dirty="0">
                <a:solidFill>
                  <a:schemeClr val="bg1"/>
                </a:solidFill>
                <a:latin typeface="+mn-lt"/>
              </a:rPr>
              <a:t>Memory Management</a:t>
            </a:r>
          </a:p>
          <a:p>
            <a:pPr marL="0" lvl="0" indent="0" algn="l" rtl="0">
              <a:spcBef>
                <a:spcPts val="1000"/>
              </a:spcBef>
              <a:spcAft>
                <a:spcPts val="0"/>
              </a:spcAft>
              <a:buNone/>
            </a:pPr>
            <a:r>
              <a:rPr lang="en-US" dirty="0">
                <a:latin typeface="+mn-lt"/>
              </a:rPr>
              <a:t>Some of the models, especially BERT and T5, are large and can consume significant GPU/CPU memory. This becomes a challenge when the system does not have sufficient resources available. The larger the model, the higher the demand on hardware resources, which may result in slower processing or model loading failures.</a:t>
            </a:r>
          </a:p>
          <a:p>
            <a:pPr marL="0" lvl="0" indent="0" algn="l" rtl="0">
              <a:spcBef>
                <a:spcPts val="1000"/>
              </a:spcBef>
              <a:spcAft>
                <a:spcPts val="0"/>
              </a:spcAft>
              <a:buNone/>
            </a:pPr>
            <a:r>
              <a:rPr lang="en" b="1" dirty="0">
                <a:solidFill>
                  <a:schemeClr val="bg1"/>
                </a:solidFill>
                <a:latin typeface="+mn-lt"/>
                <a:ea typeface="Golos Text Medium"/>
                <a:cs typeface="Golos Text Medium"/>
                <a:sym typeface="Golos Text Medium"/>
              </a:rPr>
              <a:t>(c) </a:t>
            </a:r>
            <a:r>
              <a:rPr lang="en-US" b="1" dirty="0">
                <a:solidFill>
                  <a:schemeClr val="bg1"/>
                </a:solidFill>
                <a:latin typeface="+mn-lt"/>
              </a:rPr>
              <a:t>Unsupported Inputs for Some Features</a:t>
            </a:r>
            <a:endParaRPr b="1" dirty="0">
              <a:solidFill>
                <a:schemeClr val="bg1"/>
              </a:solidFill>
              <a:latin typeface="+mn-lt"/>
              <a:ea typeface="Golos Text Medium"/>
              <a:cs typeface="Golos Text Medium"/>
              <a:sym typeface="Golos Text Medium"/>
            </a:endParaRPr>
          </a:p>
          <a:p>
            <a:pPr marL="0" lvl="0" indent="0" algn="l" rtl="0">
              <a:spcBef>
                <a:spcPts val="1000"/>
              </a:spcBef>
              <a:spcAft>
                <a:spcPts val="1000"/>
              </a:spcAft>
              <a:buNone/>
            </a:pPr>
            <a:r>
              <a:rPr lang="en-US" dirty="0">
                <a:latin typeface="+mn-lt"/>
              </a:rPr>
              <a:t>Certain features, such as topic extraction or keyword extraction, assume that the input text is in a specific format (plain text). If unsupported content (such as images, tables, or highly unstructured data) is provided as input, these functionalities may not work as expected, impacting the overall accuracy and output of the system.</a:t>
            </a:r>
            <a:endParaRPr dirty="0">
              <a:solidFill>
                <a:schemeClr val="bg1"/>
              </a:solidFill>
              <a:latin typeface="+mn-lt"/>
            </a:endParaRPr>
          </a:p>
        </p:txBody>
      </p:sp>
    </p:spTree>
    <p:extLst>
      <p:ext uri="{BB962C8B-B14F-4D97-AF65-F5344CB8AC3E}">
        <p14:creationId xmlns:p14="http://schemas.microsoft.com/office/powerpoint/2010/main" val="59409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A916B0F9-656B-F9D5-EAC8-E2F9B958D604}"/>
            </a:ext>
          </a:extLst>
        </p:cNvPr>
        <p:cNvGrpSpPr/>
        <p:nvPr/>
      </p:nvGrpSpPr>
      <p:grpSpPr>
        <a:xfrm>
          <a:off x="0" y="0"/>
          <a:ext cx="0" cy="0"/>
          <a:chOff x="0" y="0"/>
          <a:chExt cx="0" cy="0"/>
        </a:xfrm>
      </p:grpSpPr>
      <p:sp>
        <p:nvSpPr>
          <p:cNvPr id="201" name="Google Shape;201;p23">
            <a:extLst>
              <a:ext uri="{FF2B5EF4-FFF2-40B4-BE49-F238E27FC236}">
                <a16:creationId xmlns:a16="http://schemas.microsoft.com/office/drawing/2014/main" id="{FFC8CD75-8AF5-01A0-47B9-D9ACC50D78C1}"/>
              </a:ext>
            </a:extLst>
          </p:cNvPr>
          <p:cNvSpPr txBox="1">
            <a:spLocks noGrp="1"/>
          </p:cNvSpPr>
          <p:nvPr>
            <p:ph type="title"/>
          </p:nvPr>
        </p:nvSpPr>
        <p:spPr>
          <a:xfrm>
            <a:off x="715100" y="2542537"/>
            <a:ext cx="7713900" cy="1071600"/>
          </a:xfrm>
          <a:prstGeom prst="rect">
            <a:avLst/>
          </a:prstGeom>
        </p:spPr>
        <p:txBody>
          <a:bodyPr spcFirstLastPara="1" wrap="square" lIns="91425" tIns="91425" rIns="91425" bIns="91425" anchor="t" anchorCtr="0">
            <a:noAutofit/>
          </a:bodyPr>
          <a:lstStyle/>
          <a:p>
            <a:r>
              <a:rPr lang="en-US" sz="4800" dirty="0">
                <a:solidFill>
                  <a:schemeClr val="bg1"/>
                </a:solidFill>
                <a:latin typeface="+mn-lt"/>
              </a:rPr>
              <a:t>Future Work</a:t>
            </a:r>
            <a:br>
              <a:rPr lang="en-US" sz="4800" dirty="0">
                <a:solidFill>
                  <a:schemeClr val="bg1"/>
                </a:solidFill>
                <a:latin typeface="+mn-lt"/>
              </a:rPr>
            </a:br>
            <a:br>
              <a:rPr lang="en-US" sz="4800" dirty="0">
                <a:solidFill>
                  <a:schemeClr val="bg1"/>
                </a:solidFill>
                <a:latin typeface="+mn-lt"/>
              </a:rPr>
            </a:br>
            <a:endParaRPr dirty="0"/>
          </a:p>
        </p:txBody>
      </p:sp>
      <p:sp>
        <p:nvSpPr>
          <p:cNvPr id="202" name="Google Shape;202;p23">
            <a:extLst>
              <a:ext uri="{FF2B5EF4-FFF2-40B4-BE49-F238E27FC236}">
                <a16:creationId xmlns:a16="http://schemas.microsoft.com/office/drawing/2014/main" id="{62F771B3-EC3D-5983-B160-2C7525DBEA2F}"/>
              </a:ext>
            </a:extLst>
          </p:cNvPr>
          <p:cNvSpPr txBox="1">
            <a:spLocks noGrp="1"/>
          </p:cNvSpPr>
          <p:nvPr>
            <p:ph type="title" idx="2"/>
          </p:nvPr>
        </p:nvSpPr>
        <p:spPr>
          <a:xfrm>
            <a:off x="715100" y="1382334"/>
            <a:ext cx="2035200" cy="10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06</a:t>
            </a:r>
            <a:endParaRPr dirty="0"/>
          </a:p>
        </p:txBody>
      </p:sp>
      <p:grpSp>
        <p:nvGrpSpPr>
          <p:cNvPr id="2" name="Google Shape;529;p36">
            <a:extLst>
              <a:ext uri="{FF2B5EF4-FFF2-40B4-BE49-F238E27FC236}">
                <a16:creationId xmlns:a16="http://schemas.microsoft.com/office/drawing/2014/main" id="{2AD1E068-2307-0D50-E319-42BD86395D5D}"/>
              </a:ext>
            </a:extLst>
          </p:cNvPr>
          <p:cNvGrpSpPr/>
          <p:nvPr/>
        </p:nvGrpSpPr>
        <p:grpSpPr>
          <a:xfrm flipH="1">
            <a:off x="5583962" y="2593416"/>
            <a:ext cx="3706695" cy="2550084"/>
            <a:chOff x="4388650" y="2224200"/>
            <a:chExt cx="1707525" cy="1174775"/>
          </a:xfrm>
        </p:grpSpPr>
        <p:sp>
          <p:nvSpPr>
            <p:cNvPr id="3" name="Google Shape;530;p36">
              <a:extLst>
                <a:ext uri="{FF2B5EF4-FFF2-40B4-BE49-F238E27FC236}">
                  <a16:creationId xmlns:a16="http://schemas.microsoft.com/office/drawing/2014/main" id="{06C4CC2B-317F-54BA-0201-FD0971FC0C9F}"/>
                </a:ext>
              </a:extLst>
            </p:cNvPr>
            <p:cNvSpPr/>
            <p:nvPr/>
          </p:nvSpPr>
          <p:spPr>
            <a:xfrm>
              <a:off x="4422875" y="3236475"/>
              <a:ext cx="284875" cy="162500"/>
            </a:xfrm>
            <a:custGeom>
              <a:avLst/>
              <a:gdLst/>
              <a:ahLst/>
              <a:cxnLst/>
              <a:rect l="l" t="t" r="r" b="b"/>
              <a:pathLst>
                <a:path w="11395" h="6500" extrusionOk="0">
                  <a:moveTo>
                    <a:pt x="440" y="0"/>
                  </a:moveTo>
                  <a:cubicBezTo>
                    <a:pt x="352" y="135"/>
                    <a:pt x="270" y="274"/>
                    <a:pt x="193" y="415"/>
                  </a:cubicBezTo>
                  <a:lnTo>
                    <a:pt x="191" y="415"/>
                  </a:lnTo>
                  <a:cubicBezTo>
                    <a:pt x="1" y="767"/>
                    <a:pt x="2303" y="2396"/>
                    <a:pt x="5337" y="4058"/>
                  </a:cubicBezTo>
                  <a:cubicBezTo>
                    <a:pt x="7981" y="5506"/>
                    <a:pt x="10305" y="6500"/>
                    <a:pt x="10986" y="6500"/>
                  </a:cubicBezTo>
                  <a:cubicBezTo>
                    <a:pt x="11087" y="6500"/>
                    <a:pt x="11151" y="6478"/>
                    <a:pt x="11176" y="6433"/>
                  </a:cubicBezTo>
                  <a:cubicBezTo>
                    <a:pt x="11255" y="6291"/>
                    <a:pt x="11326" y="6147"/>
                    <a:pt x="11394" y="6000"/>
                  </a:cubicBezTo>
                  <a:lnTo>
                    <a:pt x="11394" y="6000"/>
                  </a:lnTo>
                  <a:cubicBezTo>
                    <a:pt x="11360" y="6019"/>
                    <a:pt x="11310" y="6028"/>
                    <a:pt x="11244" y="6028"/>
                  </a:cubicBezTo>
                  <a:cubicBezTo>
                    <a:pt x="10562" y="6028"/>
                    <a:pt x="8237" y="5036"/>
                    <a:pt x="5594" y="3587"/>
                  </a:cubicBezTo>
                  <a:cubicBezTo>
                    <a:pt x="2697" y="2000"/>
                    <a:pt x="464" y="441"/>
                    <a:pt x="4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31;p36">
              <a:extLst>
                <a:ext uri="{FF2B5EF4-FFF2-40B4-BE49-F238E27FC236}">
                  <a16:creationId xmlns:a16="http://schemas.microsoft.com/office/drawing/2014/main" id="{67776FD6-DC3B-3717-0B1B-22CEF438ED4E}"/>
                </a:ext>
              </a:extLst>
            </p:cNvPr>
            <p:cNvSpPr/>
            <p:nvPr/>
          </p:nvSpPr>
          <p:spPr>
            <a:xfrm>
              <a:off x="4433850" y="3137400"/>
              <a:ext cx="302375" cy="249825"/>
            </a:xfrm>
            <a:custGeom>
              <a:avLst/>
              <a:gdLst/>
              <a:ahLst/>
              <a:cxnLst/>
              <a:rect l="l" t="t" r="r" b="b"/>
              <a:pathLst>
                <a:path w="12095" h="9993" extrusionOk="0">
                  <a:moveTo>
                    <a:pt x="4816" y="1"/>
                  </a:moveTo>
                  <a:cubicBezTo>
                    <a:pt x="4816" y="1"/>
                    <a:pt x="3750" y="461"/>
                    <a:pt x="2529" y="1359"/>
                  </a:cubicBezTo>
                  <a:cubicBezTo>
                    <a:pt x="2453" y="1415"/>
                    <a:pt x="2377" y="1473"/>
                    <a:pt x="2300" y="1532"/>
                  </a:cubicBezTo>
                  <a:cubicBezTo>
                    <a:pt x="1488" y="2156"/>
                    <a:pt x="636" y="2970"/>
                    <a:pt x="1" y="3963"/>
                  </a:cubicBezTo>
                  <a:cubicBezTo>
                    <a:pt x="25" y="4404"/>
                    <a:pt x="2258" y="5963"/>
                    <a:pt x="5155" y="7552"/>
                  </a:cubicBezTo>
                  <a:cubicBezTo>
                    <a:pt x="7800" y="9000"/>
                    <a:pt x="10126" y="9993"/>
                    <a:pt x="10806" y="9993"/>
                  </a:cubicBezTo>
                  <a:cubicBezTo>
                    <a:pt x="10871" y="9993"/>
                    <a:pt x="10921" y="9983"/>
                    <a:pt x="10955" y="9964"/>
                  </a:cubicBezTo>
                  <a:cubicBezTo>
                    <a:pt x="11116" y="9616"/>
                    <a:pt x="11249" y="9257"/>
                    <a:pt x="11358" y="8900"/>
                  </a:cubicBezTo>
                  <a:cubicBezTo>
                    <a:pt x="11385" y="8809"/>
                    <a:pt x="11411" y="8718"/>
                    <a:pt x="11435" y="8627"/>
                  </a:cubicBezTo>
                  <a:cubicBezTo>
                    <a:pt x="12094" y="6188"/>
                    <a:pt x="11700" y="3772"/>
                    <a:pt x="11700" y="3772"/>
                  </a:cubicBezTo>
                  <a:lnTo>
                    <a:pt x="48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32;p36">
              <a:extLst>
                <a:ext uri="{FF2B5EF4-FFF2-40B4-BE49-F238E27FC236}">
                  <a16:creationId xmlns:a16="http://schemas.microsoft.com/office/drawing/2014/main" id="{2EB81088-BE23-1D32-CC8E-A082F463FAC7}"/>
                </a:ext>
              </a:extLst>
            </p:cNvPr>
            <p:cNvSpPr/>
            <p:nvPr/>
          </p:nvSpPr>
          <p:spPr>
            <a:xfrm>
              <a:off x="5008550" y="2646000"/>
              <a:ext cx="577200" cy="331650"/>
            </a:xfrm>
            <a:custGeom>
              <a:avLst/>
              <a:gdLst/>
              <a:ahLst/>
              <a:cxnLst/>
              <a:rect l="l" t="t" r="r" b="b"/>
              <a:pathLst>
                <a:path w="23088" h="13266" extrusionOk="0">
                  <a:moveTo>
                    <a:pt x="21874" y="0"/>
                  </a:moveTo>
                  <a:cubicBezTo>
                    <a:pt x="21472" y="0"/>
                    <a:pt x="21087" y="228"/>
                    <a:pt x="20908" y="617"/>
                  </a:cubicBezTo>
                  <a:lnTo>
                    <a:pt x="19853" y="2890"/>
                  </a:lnTo>
                  <a:lnTo>
                    <a:pt x="19244" y="4204"/>
                  </a:lnTo>
                  <a:lnTo>
                    <a:pt x="18984" y="4767"/>
                  </a:lnTo>
                  <a:lnTo>
                    <a:pt x="18851" y="5055"/>
                  </a:lnTo>
                  <a:lnTo>
                    <a:pt x="18411" y="6003"/>
                  </a:lnTo>
                  <a:cubicBezTo>
                    <a:pt x="18074" y="6732"/>
                    <a:pt x="17645" y="7395"/>
                    <a:pt x="17147" y="7983"/>
                  </a:cubicBezTo>
                  <a:cubicBezTo>
                    <a:pt x="17086" y="8057"/>
                    <a:pt x="17021" y="8131"/>
                    <a:pt x="16956" y="8203"/>
                  </a:cubicBezTo>
                  <a:cubicBezTo>
                    <a:pt x="16301" y="8927"/>
                    <a:pt x="15538" y="9528"/>
                    <a:pt x="14703" y="9994"/>
                  </a:cubicBezTo>
                  <a:cubicBezTo>
                    <a:pt x="14622" y="10040"/>
                    <a:pt x="14538" y="10084"/>
                    <a:pt x="14455" y="10126"/>
                  </a:cubicBezTo>
                  <a:cubicBezTo>
                    <a:pt x="13584" y="10579"/>
                    <a:pt x="12642" y="10885"/>
                    <a:pt x="11666" y="11032"/>
                  </a:cubicBezTo>
                  <a:cubicBezTo>
                    <a:pt x="11574" y="11047"/>
                    <a:pt x="11480" y="11059"/>
                    <a:pt x="11385" y="11070"/>
                  </a:cubicBezTo>
                  <a:cubicBezTo>
                    <a:pt x="11043" y="11110"/>
                    <a:pt x="10699" y="11130"/>
                    <a:pt x="10353" y="11130"/>
                  </a:cubicBezTo>
                  <a:cubicBezTo>
                    <a:pt x="9477" y="11130"/>
                    <a:pt x="8591" y="11000"/>
                    <a:pt x="7722" y="10726"/>
                  </a:cubicBezTo>
                  <a:cubicBezTo>
                    <a:pt x="7633" y="10699"/>
                    <a:pt x="7542" y="10668"/>
                    <a:pt x="7452" y="10637"/>
                  </a:cubicBezTo>
                  <a:cubicBezTo>
                    <a:pt x="7380" y="10611"/>
                    <a:pt x="7307" y="10585"/>
                    <a:pt x="7234" y="10556"/>
                  </a:cubicBezTo>
                  <a:lnTo>
                    <a:pt x="1563" y="8402"/>
                  </a:lnTo>
                  <a:cubicBezTo>
                    <a:pt x="1439" y="8355"/>
                    <a:pt x="1312" y="8333"/>
                    <a:pt x="1186" y="8333"/>
                  </a:cubicBezTo>
                  <a:cubicBezTo>
                    <a:pt x="758" y="8333"/>
                    <a:pt x="353" y="8595"/>
                    <a:pt x="191" y="9020"/>
                  </a:cubicBezTo>
                  <a:cubicBezTo>
                    <a:pt x="0" y="9522"/>
                    <a:pt x="214" y="10079"/>
                    <a:pt x="673" y="10331"/>
                  </a:cubicBezTo>
                  <a:cubicBezTo>
                    <a:pt x="715" y="10355"/>
                    <a:pt x="760" y="10375"/>
                    <a:pt x="807" y="10393"/>
                  </a:cubicBezTo>
                  <a:lnTo>
                    <a:pt x="1842" y="10787"/>
                  </a:lnTo>
                  <a:lnTo>
                    <a:pt x="6479" y="12547"/>
                  </a:lnTo>
                  <a:cubicBezTo>
                    <a:pt x="6900" y="12707"/>
                    <a:pt x="7328" y="12841"/>
                    <a:pt x="7761" y="12948"/>
                  </a:cubicBezTo>
                  <a:cubicBezTo>
                    <a:pt x="7895" y="12980"/>
                    <a:pt x="8027" y="13010"/>
                    <a:pt x="8160" y="13037"/>
                  </a:cubicBezTo>
                  <a:cubicBezTo>
                    <a:pt x="8892" y="13189"/>
                    <a:pt x="9636" y="13265"/>
                    <a:pt x="10379" y="13265"/>
                  </a:cubicBezTo>
                  <a:cubicBezTo>
                    <a:pt x="10999" y="13265"/>
                    <a:pt x="11618" y="13213"/>
                    <a:pt x="12231" y="13107"/>
                  </a:cubicBezTo>
                  <a:cubicBezTo>
                    <a:pt x="12346" y="13089"/>
                    <a:pt x="12462" y="13066"/>
                    <a:pt x="12577" y="13042"/>
                  </a:cubicBezTo>
                  <a:cubicBezTo>
                    <a:pt x="13237" y="12907"/>
                    <a:pt x="13887" y="12710"/>
                    <a:pt x="14522" y="12451"/>
                  </a:cubicBezTo>
                  <a:cubicBezTo>
                    <a:pt x="15006" y="12254"/>
                    <a:pt x="15473" y="12024"/>
                    <a:pt x="15918" y="11765"/>
                  </a:cubicBezTo>
                  <a:cubicBezTo>
                    <a:pt x="16008" y="11712"/>
                    <a:pt x="16097" y="11659"/>
                    <a:pt x="16185" y="11603"/>
                  </a:cubicBezTo>
                  <a:cubicBezTo>
                    <a:pt x="17116" y="11026"/>
                    <a:pt x="17951" y="10314"/>
                    <a:pt x="18666" y="9492"/>
                  </a:cubicBezTo>
                  <a:cubicBezTo>
                    <a:pt x="18733" y="9416"/>
                    <a:pt x="18796" y="9339"/>
                    <a:pt x="18860" y="9261"/>
                  </a:cubicBezTo>
                  <a:cubicBezTo>
                    <a:pt x="19447" y="8548"/>
                    <a:pt x="19947" y="7756"/>
                    <a:pt x="20343" y="6900"/>
                  </a:cubicBezTo>
                  <a:lnTo>
                    <a:pt x="20733" y="6056"/>
                  </a:lnTo>
                  <a:lnTo>
                    <a:pt x="20862" y="5782"/>
                  </a:lnTo>
                  <a:lnTo>
                    <a:pt x="21751" y="3864"/>
                  </a:lnTo>
                  <a:lnTo>
                    <a:pt x="22840" y="1512"/>
                  </a:lnTo>
                  <a:cubicBezTo>
                    <a:pt x="23087" y="979"/>
                    <a:pt x="22856" y="346"/>
                    <a:pt x="22321" y="99"/>
                  </a:cubicBezTo>
                  <a:cubicBezTo>
                    <a:pt x="22176" y="32"/>
                    <a:pt x="22024" y="0"/>
                    <a:pt x="21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33;p36">
              <a:extLst>
                <a:ext uri="{FF2B5EF4-FFF2-40B4-BE49-F238E27FC236}">
                  <a16:creationId xmlns:a16="http://schemas.microsoft.com/office/drawing/2014/main" id="{C1DF54EB-0A7A-2C94-F3D1-2CBD85722D16}"/>
                </a:ext>
              </a:extLst>
            </p:cNvPr>
            <p:cNvSpPr/>
            <p:nvPr/>
          </p:nvSpPr>
          <p:spPr>
            <a:xfrm>
              <a:off x="4444500" y="2590075"/>
              <a:ext cx="711075" cy="698300"/>
            </a:xfrm>
            <a:custGeom>
              <a:avLst/>
              <a:gdLst/>
              <a:ahLst/>
              <a:cxnLst/>
              <a:rect l="l" t="t" r="r" b="b"/>
              <a:pathLst>
                <a:path w="28443" h="27932" extrusionOk="0">
                  <a:moveTo>
                    <a:pt x="5556" y="0"/>
                  </a:moveTo>
                  <a:lnTo>
                    <a:pt x="1502" y="12131"/>
                  </a:lnTo>
                  <a:cubicBezTo>
                    <a:pt x="0" y="16623"/>
                    <a:pt x="1321" y="21379"/>
                    <a:pt x="4507" y="24475"/>
                  </a:cubicBezTo>
                  <a:cubicBezTo>
                    <a:pt x="4575" y="24541"/>
                    <a:pt x="4645" y="24608"/>
                    <a:pt x="4714" y="24672"/>
                  </a:cubicBezTo>
                  <a:cubicBezTo>
                    <a:pt x="5905" y="25774"/>
                    <a:pt x="7339" y="26651"/>
                    <a:pt x="8972" y="27209"/>
                  </a:cubicBezTo>
                  <a:cubicBezTo>
                    <a:pt x="9036" y="27230"/>
                    <a:pt x="9099" y="27251"/>
                    <a:pt x="9163" y="27272"/>
                  </a:cubicBezTo>
                  <a:cubicBezTo>
                    <a:pt x="9227" y="27294"/>
                    <a:pt x="9289" y="27315"/>
                    <a:pt x="9352" y="27335"/>
                  </a:cubicBezTo>
                  <a:cubicBezTo>
                    <a:pt x="9548" y="27400"/>
                    <a:pt x="9743" y="27457"/>
                    <a:pt x="9940" y="27512"/>
                  </a:cubicBezTo>
                  <a:cubicBezTo>
                    <a:pt x="10982" y="27795"/>
                    <a:pt x="12033" y="27931"/>
                    <a:pt x="13070" y="27931"/>
                  </a:cubicBezTo>
                  <a:cubicBezTo>
                    <a:pt x="18065" y="27931"/>
                    <a:pt x="22718" y="24773"/>
                    <a:pt x="24387" y="19779"/>
                  </a:cubicBezTo>
                  <a:lnTo>
                    <a:pt x="27146" y="11527"/>
                  </a:lnTo>
                  <a:lnTo>
                    <a:pt x="28442" y="7648"/>
                  </a:lnTo>
                  <a:lnTo>
                    <a:pt x="55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4;p36">
              <a:extLst>
                <a:ext uri="{FF2B5EF4-FFF2-40B4-BE49-F238E27FC236}">
                  <a16:creationId xmlns:a16="http://schemas.microsoft.com/office/drawing/2014/main" id="{084D7172-116E-17C2-C089-633455A0660B}"/>
                </a:ext>
              </a:extLst>
            </p:cNvPr>
            <p:cNvSpPr/>
            <p:nvPr/>
          </p:nvSpPr>
          <p:spPr>
            <a:xfrm>
              <a:off x="4574225" y="2577925"/>
              <a:ext cx="590500" cy="215475"/>
            </a:xfrm>
            <a:custGeom>
              <a:avLst/>
              <a:gdLst/>
              <a:ahLst/>
              <a:cxnLst/>
              <a:rect l="l" t="t" r="r" b="b"/>
              <a:pathLst>
                <a:path w="23620" h="8619" extrusionOk="0">
                  <a:moveTo>
                    <a:pt x="1951" y="0"/>
                  </a:moveTo>
                  <a:cubicBezTo>
                    <a:pt x="1043" y="0"/>
                    <a:pt x="477" y="156"/>
                    <a:pt x="367" y="485"/>
                  </a:cubicBezTo>
                  <a:cubicBezTo>
                    <a:pt x="1" y="1581"/>
                    <a:pt x="4828" y="4181"/>
                    <a:pt x="11148" y="6294"/>
                  </a:cubicBezTo>
                  <a:cubicBezTo>
                    <a:pt x="15570" y="7771"/>
                    <a:pt x="19552" y="8618"/>
                    <a:pt x="21670" y="8618"/>
                  </a:cubicBezTo>
                  <a:cubicBezTo>
                    <a:pt x="22578" y="8618"/>
                    <a:pt x="23143" y="8463"/>
                    <a:pt x="23253" y="8134"/>
                  </a:cubicBezTo>
                  <a:cubicBezTo>
                    <a:pt x="23620" y="7037"/>
                    <a:pt x="18792" y="4436"/>
                    <a:pt x="12473" y="2325"/>
                  </a:cubicBezTo>
                  <a:cubicBezTo>
                    <a:pt x="8050" y="847"/>
                    <a:pt x="4068" y="0"/>
                    <a:pt x="19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35;p36">
              <a:extLst>
                <a:ext uri="{FF2B5EF4-FFF2-40B4-BE49-F238E27FC236}">
                  <a16:creationId xmlns:a16="http://schemas.microsoft.com/office/drawing/2014/main" id="{CF043882-7D51-2300-8BD1-E00DF7920269}"/>
                </a:ext>
              </a:extLst>
            </p:cNvPr>
            <p:cNvSpPr/>
            <p:nvPr/>
          </p:nvSpPr>
          <p:spPr>
            <a:xfrm>
              <a:off x="4590900" y="2586800"/>
              <a:ext cx="557175" cy="197700"/>
            </a:xfrm>
            <a:custGeom>
              <a:avLst/>
              <a:gdLst/>
              <a:ahLst/>
              <a:cxnLst/>
              <a:rect l="l" t="t" r="r" b="b"/>
              <a:pathLst>
                <a:path w="22287" h="7908" extrusionOk="0">
                  <a:moveTo>
                    <a:pt x="1289" y="1"/>
                  </a:moveTo>
                  <a:cubicBezTo>
                    <a:pt x="358" y="1"/>
                    <a:pt x="61" y="168"/>
                    <a:pt x="37" y="242"/>
                  </a:cubicBezTo>
                  <a:cubicBezTo>
                    <a:pt x="0" y="351"/>
                    <a:pt x="329" y="1014"/>
                    <a:pt x="2601" y="2258"/>
                  </a:cubicBezTo>
                  <a:lnTo>
                    <a:pt x="2600" y="2258"/>
                  </a:lnTo>
                  <a:cubicBezTo>
                    <a:pt x="4629" y="3370"/>
                    <a:pt x="7468" y="4557"/>
                    <a:pt x="10593" y="5601"/>
                  </a:cubicBezTo>
                  <a:cubicBezTo>
                    <a:pt x="13631" y="6617"/>
                    <a:pt x="16552" y="7365"/>
                    <a:pt x="18819" y="7711"/>
                  </a:cubicBezTo>
                  <a:cubicBezTo>
                    <a:pt x="19779" y="7857"/>
                    <a:pt x="20485" y="7908"/>
                    <a:pt x="20998" y="7908"/>
                  </a:cubicBezTo>
                  <a:cubicBezTo>
                    <a:pt x="21929" y="7908"/>
                    <a:pt x="22226" y="7740"/>
                    <a:pt x="22250" y="7667"/>
                  </a:cubicBezTo>
                  <a:cubicBezTo>
                    <a:pt x="22286" y="7558"/>
                    <a:pt x="21958" y="6894"/>
                    <a:pt x="19686" y="5649"/>
                  </a:cubicBezTo>
                  <a:cubicBezTo>
                    <a:pt x="17656" y="4537"/>
                    <a:pt x="14817" y="3351"/>
                    <a:pt x="11694" y="2306"/>
                  </a:cubicBezTo>
                  <a:cubicBezTo>
                    <a:pt x="8657" y="1291"/>
                    <a:pt x="5735" y="542"/>
                    <a:pt x="3468" y="198"/>
                  </a:cubicBezTo>
                  <a:cubicBezTo>
                    <a:pt x="2508" y="52"/>
                    <a:pt x="1802" y="1"/>
                    <a:pt x="12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6;p36">
              <a:extLst>
                <a:ext uri="{FF2B5EF4-FFF2-40B4-BE49-F238E27FC236}">
                  <a16:creationId xmlns:a16="http://schemas.microsoft.com/office/drawing/2014/main" id="{E535C38A-B7FE-2081-BBA4-4EFA5E24776E}"/>
                </a:ext>
              </a:extLst>
            </p:cNvPr>
            <p:cNvSpPr/>
            <p:nvPr/>
          </p:nvSpPr>
          <p:spPr>
            <a:xfrm>
              <a:off x="4590825" y="2520000"/>
              <a:ext cx="586625" cy="223800"/>
            </a:xfrm>
            <a:custGeom>
              <a:avLst/>
              <a:gdLst/>
              <a:ahLst/>
              <a:cxnLst/>
              <a:rect l="l" t="t" r="r" b="b"/>
              <a:pathLst>
                <a:path w="23465" h="8952" extrusionOk="0">
                  <a:moveTo>
                    <a:pt x="644" y="1"/>
                  </a:moveTo>
                  <a:cubicBezTo>
                    <a:pt x="608" y="102"/>
                    <a:pt x="571" y="204"/>
                    <a:pt x="538" y="307"/>
                  </a:cubicBezTo>
                  <a:lnTo>
                    <a:pt x="367" y="817"/>
                  </a:lnTo>
                  <a:cubicBezTo>
                    <a:pt x="0" y="1914"/>
                    <a:pt x="4826" y="4513"/>
                    <a:pt x="11147" y="6626"/>
                  </a:cubicBezTo>
                  <a:cubicBezTo>
                    <a:pt x="15570" y="8104"/>
                    <a:pt x="19551" y="8952"/>
                    <a:pt x="21668" y="8952"/>
                  </a:cubicBezTo>
                  <a:cubicBezTo>
                    <a:pt x="22577" y="8952"/>
                    <a:pt x="23142" y="8796"/>
                    <a:pt x="23251" y="8467"/>
                  </a:cubicBezTo>
                  <a:lnTo>
                    <a:pt x="23422" y="7955"/>
                  </a:lnTo>
                  <a:cubicBezTo>
                    <a:pt x="23437" y="7912"/>
                    <a:pt x="23450" y="7871"/>
                    <a:pt x="23465" y="7829"/>
                  </a:cubicBezTo>
                  <a:lnTo>
                    <a:pt x="23465" y="7829"/>
                  </a:lnTo>
                  <a:cubicBezTo>
                    <a:pt x="23188" y="7920"/>
                    <a:pt x="22797" y="7965"/>
                    <a:pt x="22308" y="7965"/>
                  </a:cubicBezTo>
                  <a:cubicBezTo>
                    <a:pt x="20153" y="7965"/>
                    <a:pt x="16101" y="7102"/>
                    <a:pt x="11598" y="5598"/>
                  </a:cubicBezTo>
                  <a:cubicBezTo>
                    <a:pt x="5712" y="3630"/>
                    <a:pt x="1097" y="1246"/>
                    <a:pt x="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7;p36">
              <a:extLst>
                <a:ext uri="{FF2B5EF4-FFF2-40B4-BE49-F238E27FC236}">
                  <a16:creationId xmlns:a16="http://schemas.microsoft.com/office/drawing/2014/main" id="{D37D5B06-FCE1-4F5B-57B7-CB469F22E7C8}"/>
                </a:ext>
              </a:extLst>
            </p:cNvPr>
            <p:cNvSpPr/>
            <p:nvPr/>
          </p:nvSpPr>
          <p:spPr>
            <a:xfrm>
              <a:off x="4606925" y="2321525"/>
              <a:ext cx="621150" cy="397600"/>
            </a:xfrm>
            <a:custGeom>
              <a:avLst/>
              <a:gdLst/>
              <a:ahLst/>
              <a:cxnLst/>
              <a:rect l="l" t="t" r="r" b="b"/>
              <a:pathLst>
                <a:path w="24846" h="15904" extrusionOk="0">
                  <a:moveTo>
                    <a:pt x="11335" y="1"/>
                  </a:moveTo>
                  <a:cubicBezTo>
                    <a:pt x="9445" y="1"/>
                    <a:pt x="7603" y="449"/>
                    <a:pt x="5948" y="1274"/>
                  </a:cubicBezTo>
                  <a:cubicBezTo>
                    <a:pt x="3276" y="2607"/>
                    <a:pt x="1095" y="4929"/>
                    <a:pt x="0" y="7940"/>
                  </a:cubicBezTo>
                  <a:cubicBezTo>
                    <a:pt x="453" y="9185"/>
                    <a:pt x="5068" y="11569"/>
                    <a:pt x="10954" y="13537"/>
                  </a:cubicBezTo>
                  <a:cubicBezTo>
                    <a:pt x="15457" y="15041"/>
                    <a:pt x="19509" y="15904"/>
                    <a:pt x="21664" y="15904"/>
                  </a:cubicBezTo>
                  <a:cubicBezTo>
                    <a:pt x="22153" y="15904"/>
                    <a:pt x="22544" y="15859"/>
                    <a:pt x="22821" y="15768"/>
                  </a:cubicBezTo>
                  <a:cubicBezTo>
                    <a:pt x="24846" y="9483"/>
                    <a:pt x="21439" y="2725"/>
                    <a:pt x="15161" y="627"/>
                  </a:cubicBezTo>
                  <a:cubicBezTo>
                    <a:pt x="13892" y="202"/>
                    <a:pt x="12603" y="1"/>
                    <a:pt x="113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38;p36">
              <a:extLst>
                <a:ext uri="{FF2B5EF4-FFF2-40B4-BE49-F238E27FC236}">
                  <a16:creationId xmlns:a16="http://schemas.microsoft.com/office/drawing/2014/main" id="{3B32263F-B038-F08C-1281-6CF00A2EDA03}"/>
                </a:ext>
              </a:extLst>
            </p:cNvPr>
            <p:cNvSpPr/>
            <p:nvPr/>
          </p:nvSpPr>
          <p:spPr>
            <a:xfrm>
              <a:off x="4719000" y="2826275"/>
              <a:ext cx="401475" cy="462100"/>
            </a:xfrm>
            <a:custGeom>
              <a:avLst/>
              <a:gdLst/>
              <a:ahLst/>
              <a:cxnLst/>
              <a:rect l="l" t="t" r="r" b="b"/>
              <a:pathLst>
                <a:path w="16059" h="18484" extrusionOk="0">
                  <a:moveTo>
                    <a:pt x="11689" y="0"/>
                  </a:moveTo>
                  <a:cubicBezTo>
                    <a:pt x="9277" y="0"/>
                    <a:pt x="6932" y="1498"/>
                    <a:pt x="6117" y="4063"/>
                  </a:cubicBezTo>
                  <a:cubicBezTo>
                    <a:pt x="5037" y="7462"/>
                    <a:pt x="3225" y="12146"/>
                    <a:pt x="585" y="15808"/>
                  </a:cubicBezTo>
                  <a:cubicBezTo>
                    <a:pt x="578" y="15816"/>
                    <a:pt x="573" y="15825"/>
                    <a:pt x="566" y="15833"/>
                  </a:cubicBezTo>
                  <a:cubicBezTo>
                    <a:pt x="1" y="16617"/>
                    <a:pt x="234" y="17632"/>
                    <a:pt x="911" y="18149"/>
                  </a:cubicBezTo>
                  <a:cubicBezTo>
                    <a:pt x="1175" y="18349"/>
                    <a:pt x="1506" y="18474"/>
                    <a:pt x="1882" y="18482"/>
                  </a:cubicBezTo>
                  <a:cubicBezTo>
                    <a:pt x="1950" y="18483"/>
                    <a:pt x="2019" y="18484"/>
                    <a:pt x="2087" y="18484"/>
                  </a:cubicBezTo>
                  <a:cubicBezTo>
                    <a:pt x="7084" y="18484"/>
                    <a:pt x="11738" y="15327"/>
                    <a:pt x="13407" y="10331"/>
                  </a:cubicBezTo>
                  <a:lnTo>
                    <a:pt x="15413" y="4330"/>
                  </a:lnTo>
                  <a:lnTo>
                    <a:pt x="15532" y="3972"/>
                  </a:lnTo>
                  <a:lnTo>
                    <a:pt x="15861" y="2988"/>
                  </a:lnTo>
                  <a:cubicBezTo>
                    <a:pt x="16058" y="2402"/>
                    <a:pt x="15875" y="1756"/>
                    <a:pt x="15402" y="1360"/>
                  </a:cubicBezTo>
                  <a:cubicBezTo>
                    <a:pt x="15098" y="1102"/>
                    <a:pt x="14777" y="885"/>
                    <a:pt x="14445" y="704"/>
                  </a:cubicBezTo>
                  <a:cubicBezTo>
                    <a:pt x="14375" y="666"/>
                    <a:pt x="14304" y="628"/>
                    <a:pt x="14233" y="593"/>
                  </a:cubicBezTo>
                  <a:cubicBezTo>
                    <a:pt x="13421" y="191"/>
                    <a:pt x="12550" y="0"/>
                    <a:pt x="116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39;p36">
              <a:extLst>
                <a:ext uri="{FF2B5EF4-FFF2-40B4-BE49-F238E27FC236}">
                  <a16:creationId xmlns:a16="http://schemas.microsoft.com/office/drawing/2014/main" id="{CF2A1431-4C52-34A5-6597-760DB803C98A}"/>
                </a:ext>
              </a:extLst>
            </p:cNvPr>
            <p:cNvSpPr/>
            <p:nvPr/>
          </p:nvSpPr>
          <p:spPr>
            <a:xfrm>
              <a:off x="4705700" y="2820425"/>
              <a:ext cx="369125" cy="459575"/>
            </a:xfrm>
            <a:custGeom>
              <a:avLst/>
              <a:gdLst/>
              <a:ahLst/>
              <a:cxnLst/>
              <a:rect l="l" t="t" r="r" b="b"/>
              <a:pathLst>
                <a:path w="14765" h="18383" extrusionOk="0">
                  <a:moveTo>
                    <a:pt x="11794" y="1"/>
                  </a:moveTo>
                  <a:cubicBezTo>
                    <a:pt x="9383" y="1"/>
                    <a:pt x="7038" y="1497"/>
                    <a:pt x="6222" y="4063"/>
                  </a:cubicBezTo>
                  <a:lnTo>
                    <a:pt x="6223" y="4063"/>
                  </a:lnTo>
                  <a:cubicBezTo>
                    <a:pt x="5142" y="7463"/>
                    <a:pt x="3330" y="12145"/>
                    <a:pt x="690" y="15808"/>
                  </a:cubicBezTo>
                  <a:cubicBezTo>
                    <a:pt x="684" y="15817"/>
                    <a:pt x="678" y="15824"/>
                    <a:pt x="672" y="15833"/>
                  </a:cubicBezTo>
                  <a:cubicBezTo>
                    <a:pt x="1" y="16765"/>
                    <a:pt x="457" y="18022"/>
                    <a:pt x="1443" y="18383"/>
                  </a:cubicBezTo>
                  <a:cubicBezTo>
                    <a:pt x="766" y="17866"/>
                    <a:pt x="533" y="16851"/>
                    <a:pt x="1098" y="16067"/>
                  </a:cubicBezTo>
                  <a:cubicBezTo>
                    <a:pt x="1104" y="16059"/>
                    <a:pt x="1111" y="16050"/>
                    <a:pt x="1117" y="16041"/>
                  </a:cubicBezTo>
                  <a:cubicBezTo>
                    <a:pt x="3757" y="12378"/>
                    <a:pt x="5568" y="7696"/>
                    <a:pt x="6649" y="4296"/>
                  </a:cubicBezTo>
                  <a:cubicBezTo>
                    <a:pt x="7465" y="1731"/>
                    <a:pt x="9810" y="234"/>
                    <a:pt x="12221" y="234"/>
                  </a:cubicBezTo>
                  <a:cubicBezTo>
                    <a:pt x="13083" y="234"/>
                    <a:pt x="13953" y="425"/>
                    <a:pt x="14765" y="827"/>
                  </a:cubicBezTo>
                  <a:cubicBezTo>
                    <a:pt x="14694" y="785"/>
                    <a:pt x="14622" y="744"/>
                    <a:pt x="14551" y="704"/>
                  </a:cubicBezTo>
                  <a:cubicBezTo>
                    <a:pt x="13679" y="227"/>
                    <a:pt x="12732" y="1"/>
                    <a:pt x="117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0;p36">
              <a:extLst>
                <a:ext uri="{FF2B5EF4-FFF2-40B4-BE49-F238E27FC236}">
                  <a16:creationId xmlns:a16="http://schemas.microsoft.com/office/drawing/2014/main" id="{5FB679E7-FC67-6B05-AC62-FC54641AE265}"/>
                </a:ext>
              </a:extLst>
            </p:cNvPr>
            <p:cNvSpPr/>
            <p:nvPr/>
          </p:nvSpPr>
          <p:spPr>
            <a:xfrm>
              <a:off x="5487750" y="2687725"/>
              <a:ext cx="86000" cy="65025"/>
            </a:xfrm>
            <a:custGeom>
              <a:avLst/>
              <a:gdLst/>
              <a:ahLst/>
              <a:cxnLst/>
              <a:rect l="l" t="t" r="r" b="b"/>
              <a:pathLst>
                <a:path w="3440" h="2601" extrusionOk="0">
                  <a:moveTo>
                    <a:pt x="546" y="1"/>
                  </a:moveTo>
                  <a:lnTo>
                    <a:pt x="83" y="1126"/>
                  </a:lnTo>
                  <a:cubicBezTo>
                    <a:pt x="1" y="1326"/>
                    <a:pt x="129" y="1588"/>
                    <a:pt x="401" y="1838"/>
                  </a:cubicBezTo>
                  <a:cubicBezTo>
                    <a:pt x="613" y="2035"/>
                    <a:pt x="911" y="2223"/>
                    <a:pt x="1264" y="2368"/>
                  </a:cubicBezTo>
                  <a:cubicBezTo>
                    <a:pt x="1642" y="2524"/>
                    <a:pt x="2013" y="2600"/>
                    <a:pt x="2315" y="2600"/>
                  </a:cubicBezTo>
                  <a:cubicBezTo>
                    <a:pt x="2342" y="2600"/>
                    <a:pt x="2369" y="2600"/>
                    <a:pt x="2395" y="2598"/>
                  </a:cubicBezTo>
                  <a:cubicBezTo>
                    <a:pt x="2689" y="2583"/>
                    <a:pt x="2906" y="2489"/>
                    <a:pt x="2976" y="2317"/>
                  </a:cubicBezTo>
                  <a:lnTo>
                    <a:pt x="3439" y="1191"/>
                  </a:lnTo>
                  <a:lnTo>
                    <a:pt x="5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41;p36">
              <a:extLst>
                <a:ext uri="{FF2B5EF4-FFF2-40B4-BE49-F238E27FC236}">
                  <a16:creationId xmlns:a16="http://schemas.microsoft.com/office/drawing/2014/main" id="{D1610361-A25C-7796-FA35-7B082A4E4470}"/>
                </a:ext>
              </a:extLst>
            </p:cNvPr>
            <p:cNvSpPr/>
            <p:nvPr/>
          </p:nvSpPr>
          <p:spPr>
            <a:xfrm>
              <a:off x="5491475" y="2634400"/>
              <a:ext cx="118875" cy="90200"/>
            </a:xfrm>
            <a:custGeom>
              <a:avLst/>
              <a:gdLst/>
              <a:ahLst/>
              <a:cxnLst/>
              <a:rect l="l" t="t" r="r" b="b"/>
              <a:pathLst>
                <a:path w="4755" h="3608" extrusionOk="0">
                  <a:moveTo>
                    <a:pt x="488" y="1"/>
                  </a:moveTo>
                  <a:cubicBezTo>
                    <a:pt x="488" y="1"/>
                    <a:pt x="0" y="902"/>
                    <a:pt x="397" y="2134"/>
                  </a:cubicBezTo>
                  <a:cubicBezTo>
                    <a:pt x="250" y="2491"/>
                    <a:pt x="779" y="3047"/>
                    <a:pt x="1577" y="3376"/>
                  </a:cubicBezTo>
                  <a:cubicBezTo>
                    <a:pt x="1955" y="3530"/>
                    <a:pt x="2325" y="3607"/>
                    <a:pt x="2626" y="3607"/>
                  </a:cubicBezTo>
                  <a:cubicBezTo>
                    <a:pt x="2947" y="3607"/>
                    <a:pt x="3189" y="3520"/>
                    <a:pt x="3278" y="3348"/>
                  </a:cubicBezTo>
                  <a:lnTo>
                    <a:pt x="3290" y="3354"/>
                  </a:lnTo>
                  <a:cubicBezTo>
                    <a:pt x="4449" y="2779"/>
                    <a:pt x="4755" y="1802"/>
                    <a:pt x="4755" y="1802"/>
                  </a:cubicBezTo>
                  <a:lnTo>
                    <a:pt x="4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42;p36">
              <a:extLst>
                <a:ext uri="{FF2B5EF4-FFF2-40B4-BE49-F238E27FC236}">
                  <a16:creationId xmlns:a16="http://schemas.microsoft.com/office/drawing/2014/main" id="{01ADE4A8-1D7D-8293-DF01-99D2B7B81D62}"/>
                </a:ext>
              </a:extLst>
            </p:cNvPr>
            <p:cNvSpPr/>
            <p:nvPr/>
          </p:nvSpPr>
          <p:spPr>
            <a:xfrm>
              <a:off x="5498250" y="2623925"/>
              <a:ext cx="117675" cy="64950"/>
            </a:xfrm>
            <a:custGeom>
              <a:avLst/>
              <a:gdLst/>
              <a:ahLst/>
              <a:cxnLst/>
              <a:rect l="l" t="t" r="r" b="b"/>
              <a:pathLst>
                <a:path w="4707" h="2598" extrusionOk="0">
                  <a:moveTo>
                    <a:pt x="1198" y="1"/>
                  </a:moveTo>
                  <a:cubicBezTo>
                    <a:pt x="701" y="1"/>
                    <a:pt x="331" y="142"/>
                    <a:pt x="217" y="420"/>
                  </a:cubicBezTo>
                  <a:cubicBezTo>
                    <a:pt x="0" y="947"/>
                    <a:pt x="780" y="1769"/>
                    <a:pt x="1960" y="2254"/>
                  </a:cubicBezTo>
                  <a:cubicBezTo>
                    <a:pt x="2517" y="2484"/>
                    <a:pt x="3064" y="2597"/>
                    <a:pt x="3509" y="2597"/>
                  </a:cubicBezTo>
                  <a:cubicBezTo>
                    <a:pt x="4006" y="2597"/>
                    <a:pt x="4375" y="2456"/>
                    <a:pt x="4490" y="2178"/>
                  </a:cubicBezTo>
                  <a:cubicBezTo>
                    <a:pt x="4707" y="1650"/>
                    <a:pt x="3926" y="829"/>
                    <a:pt x="2746" y="343"/>
                  </a:cubicBezTo>
                  <a:cubicBezTo>
                    <a:pt x="2189" y="114"/>
                    <a:pt x="1642" y="1"/>
                    <a:pt x="1198" y="1"/>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3;p36">
              <a:extLst>
                <a:ext uri="{FF2B5EF4-FFF2-40B4-BE49-F238E27FC236}">
                  <a16:creationId xmlns:a16="http://schemas.microsoft.com/office/drawing/2014/main" id="{CB00730F-F573-BFEF-6196-8BFEFA12736A}"/>
                </a:ext>
              </a:extLst>
            </p:cNvPr>
            <p:cNvSpPr/>
            <p:nvPr/>
          </p:nvSpPr>
          <p:spPr>
            <a:xfrm>
              <a:off x="4786400" y="2462150"/>
              <a:ext cx="360800" cy="211625"/>
            </a:xfrm>
            <a:custGeom>
              <a:avLst/>
              <a:gdLst/>
              <a:ahLst/>
              <a:cxnLst/>
              <a:rect l="l" t="t" r="r" b="b"/>
              <a:pathLst>
                <a:path w="14432" h="8465" extrusionOk="0">
                  <a:moveTo>
                    <a:pt x="2547" y="0"/>
                  </a:moveTo>
                  <a:cubicBezTo>
                    <a:pt x="1724" y="0"/>
                    <a:pt x="984" y="572"/>
                    <a:pt x="804" y="1409"/>
                  </a:cubicBezTo>
                  <a:lnTo>
                    <a:pt x="210" y="4152"/>
                  </a:lnTo>
                  <a:cubicBezTo>
                    <a:pt x="1" y="5117"/>
                    <a:pt x="614" y="6068"/>
                    <a:pt x="1578" y="6276"/>
                  </a:cubicBezTo>
                  <a:lnTo>
                    <a:pt x="11505" y="8424"/>
                  </a:lnTo>
                  <a:cubicBezTo>
                    <a:pt x="11633" y="8451"/>
                    <a:pt x="11760" y="8465"/>
                    <a:pt x="11885" y="8465"/>
                  </a:cubicBezTo>
                  <a:cubicBezTo>
                    <a:pt x="12708" y="8465"/>
                    <a:pt x="13447" y="7893"/>
                    <a:pt x="13629" y="7056"/>
                  </a:cubicBezTo>
                  <a:lnTo>
                    <a:pt x="14222" y="4313"/>
                  </a:lnTo>
                  <a:cubicBezTo>
                    <a:pt x="14431" y="3348"/>
                    <a:pt x="13818" y="2397"/>
                    <a:pt x="12855" y="2189"/>
                  </a:cubicBezTo>
                  <a:lnTo>
                    <a:pt x="2927" y="41"/>
                  </a:lnTo>
                  <a:cubicBezTo>
                    <a:pt x="2800" y="14"/>
                    <a:pt x="2672" y="0"/>
                    <a:pt x="2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44;p36">
              <a:extLst>
                <a:ext uri="{FF2B5EF4-FFF2-40B4-BE49-F238E27FC236}">
                  <a16:creationId xmlns:a16="http://schemas.microsoft.com/office/drawing/2014/main" id="{FF97FE41-E943-C72E-10D4-FD9C3D61B993}"/>
                </a:ext>
              </a:extLst>
            </p:cNvPr>
            <p:cNvSpPr/>
            <p:nvPr/>
          </p:nvSpPr>
          <p:spPr>
            <a:xfrm>
              <a:off x="4841500" y="2474075"/>
              <a:ext cx="360800" cy="211625"/>
            </a:xfrm>
            <a:custGeom>
              <a:avLst/>
              <a:gdLst/>
              <a:ahLst/>
              <a:cxnLst/>
              <a:rect l="l" t="t" r="r" b="b"/>
              <a:pathLst>
                <a:path w="14432" h="8465" extrusionOk="0">
                  <a:moveTo>
                    <a:pt x="2547" y="1"/>
                  </a:moveTo>
                  <a:cubicBezTo>
                    <a:pt x="1724" y="1"/>
                    <a:pt x="985" y="572"/>
                    <a:pt x="803" y="1409"/>
                  </a:cubicBezTo>
                  <a:lnTo>
                    <a:pt x="210" y="4152"/>
                  </a:lnTo>
                  <a:cubicBezTo>
                    <a:pt x="1" y="5117"/>
                    <a:pt x="614" y="6067"/>
                    <a:pt x="1578" y="6276"/>
                  </a:cubicBezTo>
                  <a:lnTo>
                    <a:pt x="11505" y="8424"/>
                  </a:lnTo>
                  <a:cubicBezTo>
                    <a:pt x="11632" y="8451"/>
                    <a:pt x="11759" y="8465"/>
                    <a:pt x="11884" y="8465"/>
                  </a:cubicBezTo>
                  <a:cubicBezTo>
                    <a:pt x="12707" y="8465"/>
                    <a:pt x="13447" y="7892"/>
                    <a:pt x="13629" y="7056"/>
                  </a:cubicBezTo>
                  <a:lnTo>
                    <a:pt x="14222" y="4313"/>
                  </a:lnTo>
                  <a:cubicBezTo>
                    <a:pt x="14431" y="3348"/>
                    <a:pt x="13818" y="2397"/>
                    <a:pt x="12855" y="2189"/>
                  </a:cubicBezTo>
                  <a:lnTo>
                    <a:pt x="2927" y="41"/>
                  </a:lnTo>
                  <a:cubicBezTo>
                    <a:pt x="2799" y="14"/>
                    <a:pt x="2672" y="1"/>
                    <a:pt x="2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45;p36">
              <a:extLst>
                <a:ext uri="{FF2B5EF4-FFF2-40B4-BE49-F238E27FC236}">
                  <a16:creationId xmlns:a16="http://schemas.microsoft.com/office/drawing/2014/main" id="{3D27F7C3-3654-05DD-7541-C273F2B7410F}"/>
                </a:ext>
              </a:extLst>
            </p:cNvPr>
            <p:cNvSpPr/>
            <p:nvPr/>
          </p:nvSpPr>
          <p:spPr>
            <a:xfrm>
              <a:off x="4852100" y="2482925"/>
              <a:ext cx="339600" cy="193900"/>
            </a:xfrm>
            <a:custGeom>
              <a:avLst/>
              <a:gdLst/>
              <a:ahLst/>
              <a:cxnLst/>
              <a:rect l="l" t="t" r="r" b="b"/>
              <a:pathLst>
                <a:path w="13584" h="7756" extrusionOk="0">
                  <a:moveTo>
                    <a:pt x="2125" y="0"/>
                  </a:moveTo>
                  <a:cubicBezTo>
                    <a:pt x="1466" y="0"/>
                    <a:pt x="871" y="460"/>
                    <a:pt x="726" y="1129"/>
                  </a:cubicBezTo>
                  <a:lnTo>
                    <a:pt x="133" y="3874"/>
                  </a:lnTo>
                  <a:cubicBezTo>
                    <a:pt x="1" y="4485"/>
                    <a:pt x="275" y="5106"/>
                    <a:pt x="816" y="5416"/>
                  </a:cubicBezTo>
                  <a:cubicBezTo>
                    <a:pt x="944" y="5490"/>
                    <a:pt x="1082" y="5543"/>
                    <a:pt x="1229" y="5575"/>
                  </a:cubicBezTo>
                  <a:lnTo>
                    <a:pt x="11155" y="7723"/>
                  </a:lnTo>
                  <a:cubicBezTo>
                    <a:pt x="11257" y="7745"/>
                    <a:pt x="11358" y="7755"/>
                    <a:pt x="11459" y="7755"/>
                  </a:cubicBezTo>
                  <a:cubicBezTo>
                    <a:pt x="12118" y="7755"/>
                    <a:pt x="12713" y="7297"/>
                    <a:pt x="12858" y="6626"/>
                  </a:cubicBezTo>
                  <a:lnTo>
                    <a:pt x="13451" y="3883"/>
                  </a:lnTo>
                  <a:cubicBezTo>
                    <a:pt x="13583" y="3271"/>
                    <a:pt x="13309" y="2652"/>
                    <a:pt x="12767" y="2340"/>
                  </a:cubicBezTo>
                  <a:cubicBezTo>
                    <a:pt x="12640" y="2266"/>
                    <a:pt x="12500" y="2212"/>
                    <a:pt x="12355" y="2181"/>
                  </a:cubicBezTo>
                  <a:lnTo>
                    <a:pt x="2427" y="33"/>
                  </a:lnTo>
                  <a:cubicBezTo>
                    <a:pt x="2326" y="11"/>
                    <a:pt x="2225" y="0"/>
                    <a:pt x="2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46;p36">
              <a:extLst>
                <a:ext uri="{FF2B5EF4-FFF2-40B4-BE49-F238E27FC236}">
                  <a16:creationId xmlns:a16="http://schemas.microsoft.com/office/drawing/2014/main" id="{F2B2BAB6-8A38-F904-AD47-67C61B7D9681}"/>
                </a:ext>
              </a:extLst>
            </p:cNvPr>
            <p:cNvSpPr/>
            <p:nvPr/>
          </p:nvSpPr>
          <p:spPr>
            <a:xfrm>
              <a:off x="5110550" y="2563175"/>
              <a:ext cx="51225" cy="89100"/>
            </a:xfrm>
            <a:custGeom>
              <a:avLst/>
              <a:gdLst/>
              <a:ahLst/>
              <a:cxnLst/>
              <a:rect l="l" t="t" r="r" b="b"/>
              <a:pathLst>
                <a:path w="2049" h="3564" extrusionOk="0">
                  <a:moveTo>
                    <a:pt x="1252" y="1"/>
                  </a:moveTo>
                  <a:cubicBezTo>
                    <a:pt x="916" y="1"/>
                    <a:pt x="615" y="234"/>
                    <a:pt x="540" y="575"/>
                  </a:cubicBezTo>
                  <a:lnTo>
                    <a:pt x="86" y="2680"/>
                  </a:lnTo>
                  <a:cubicBezTo>
                    <a:pt x="1" y="3074"/>
                    <a:pt x="249" y="3462"/>
                    <a:pt x="643" y="3547"/>
                  </a:cubicBezTo>
                  <a:cubicBezTo>
                    <a:pt x="695" y="3558"/>
                    <a:pt x="746" y="3563"/>
                    <a:pt x="797" y="3563"/>
                  </a:cubicBezTo>
                  <a:cubicBezTo>
                    <a:pt x="1132" y="3563"/>
                    <a:pt x="1434" y="3330"/>
                    <a:pt x="1508" y="2988"/>
                  </a:cubicBezTo>
                  <a:lnTo>
                    <a:pt x="1964" y="882"/>
                  </a:lnTo>
                  <a:cubicBezTo>
                    <a:pt x="2049" y="490"/>
                    <a:pt x="1799" y="102"/>
                    <a:pt x="1406" y="17"/>
                  </a:cubicBezTo>
                  <a:cubicBezTo>
                    <a:pt x="1355" y="6"/>
                    <a:pt x="1303" y="1"/>
                    <a:pt x="12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47;p36">
              <a:extLst>
                <a:ext uri="{FF2B5EF4-FFF2-40B4-BE49-F238E27FC236}">
                  <a16:creationId xmlns:a16="http://schemas.microsoft.com/office/drawing/2014/main" id="{0A2933AF-C387-C2A7-F43D-A38FDB2AA198}"/>
                </a:ext>
              </a:extLst>
            </p:cNvPr>
            <p:cNvSpPr/>
            <p:nvPr/>
          </p:nvSpPr>
          <p:spPr>
            <a:xfrm>
              <a:off x="4967900" y="2531650"/>
              <a:ext cx="51275" cy="89075"/>
            </a:xfrm>
            <a:custGeom>
              <a:avLst/>
              <a:gdLst/>
              <a:ahLst/>
              <a:cxnLst/>
              <a:rect l="l" t="t" r="r" b="b"/>
              <a:pathLst>
                <a:path w="2051" h="3563" extrusionOk="0">
                  <a:moveTo>
                    <a:pt x="1253" y="0"/>
                  </a:moveTo>
                  <a:cubicBezTo>
                    <a:pt x="917" y="0"/>
                    <a:pt x="615" y="233"/>
                    <a:pt x="542" y="574"/>
                  </a:cubicBezTo>
                  <a:lnTo>
                    <a:pt x="87" y="2679"/>
                  </a:lnTo>
                  <a:cubicBezTo>
                    <a:pt x="1" y="3073"/>
                    <a:pt x="251" y="3461"/>
                    <a:pt x="645" y="3546"/>
                  </a:cubicBezTo>
                  <a:cubicBezTo>
                    <a:pt x="696" y="3557"/>
                    <a:pt x="748" y="3562"/>
                    <a:pt x="799" y="3562"/>
                  </a:cubicBezTo>
                  <a:cubicBezTo>
                    <a:pt x="1134" y="3562"/>
                    <a:pt x="1436" y="3329"/>
                    <a:pt x="1509" y="2988"/>
                  </a:cubicBezTo>
                  <a:lnTo>
                    <a:pt x="1965" y="883"/>
                  </a:lnTo>
                  <a:cubicBezTo>
                    <a:pt x="2050" y="489"/>
                    <a:pt x="1800" y="101"/>
                    <a:pt x="1408" y="17"/>
                  </a:cubicBezTo>
                  <a:cubicBezTo>
                    <a:pt x="1356" y="5"/>
                    <a:pt x="1304"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48;p36">
              <a:extLst>
                <a:ext uri="{FF2B5EF4-FFF2-40B4-BE49-F238E27FC236}">
                  <a16:creationId xmlns:a16="http://schemas.microsoft.com/office/drawing/2014/main" id="{F84D8C57-48E0-060B-03DF-625AA098EC22}"/>
                </a:ext>
              </a:extLst>
            </p:cNvPr>
            <p:cNvSpPr/>
            <p:nvPr/>
          </p:nvSpPr>
          <p:spPr>
            <a:xfrm>
              <a:off x="5563000" y="2623925"/>
              <a:ext cx="144650" cy="69950"/>
            </a:xfrm>
            <a:custGeom>
              <a:avLst/>
              <a:gdLst/>
              <a:ahLst/>
              <a:cxnLst/>
              <a:rect l="l" t="t" r="r" b="b"/>
              <a:pathLst>
                <a:path w="5786" h="2798" extrusionOk="0">
                  <a:moveTo>
                    <a:pt x="5180" y="1"/>
                  </a:moveTo>
                  <a:cubicBezTo>
                    <a:pt x="4976" y="1"/>
                    <a:pt x="4781" y="119"/>
                    <a:pt x="4693" y="318"/>
                  </a:cubicBezTo>
                  <a:cubicBezTo>
                    <a:pt x="4307" y="1189"/>
                    <a:pt x="3451" y="1732"/>
                    <a:pt x="2525" y="1732"/>
                  </a:cubicBezTo>
                  <a:cubicBezTo>
                    <a:pt x="2390" y="1732"/>
                    <a:pt x="2252" y="1721"/>
                    <a:pt x="2115" y="1697"/>
                  </a:cubicBezTo>
                  <a:lnTo>
                    <a:pt x="662" y="1444"/>
                  </a:lnTo>
                  <a:cubicBezTo>
                    <a:pt x="632" y="1439"/>
                    <a:pt x="601" y="1436"/>
                    <a:pt x="571" y="1436"/>
                  </a:cubicBezTo>
                  <a:cubicBezTo>
                    <a:pt x="317" y="1436"/>
                    <a:pt x="92" y="1618"/>
                    <a:pt x="47" y="1877"/>
                  </a:cubicBezTo>
                  <a:cubicBezTo>
                    <a:pt x="0" y="2141"/>
                    <a:pt x="158" y="2394"/>
                    <a:pt x="405" y="2474"/>
                  </a:cubicBezTo>
                  <a:cubicBezTo>
                    <a:pt x="429" y="2483"/>
                    <a:pt x="453" y="2489"/>
                    <a:pt x="479" y="2493"/>
                  </a:cubicBezTo>
                  <a:lnTo>
                    <a:pt x="1932" y="2746"/>
                  </a:lnTo>
                  <a:cubicBezTo>
                    <a:pt x="2131" y="2781"/>
                    <a:pt x="2329" y="2798"/>
                    <a:pt x="2525" y="2798"/>
                  </a:cubicBezTo>
                  <a:cubicBezTo>
                    <a:pt x="3868" y="2798"/>
                    <a:pt x="5108" y="2011"/>
                    <a:pt x="5667" y="749"/>
                  </a:cubicBezTo>
                  <a:cubicBezTo>
                    <a:pt x="5785" y="479"/>
                    <a:pt x="5664" y="165"/>
                    <a:pt x="5394" y="46"/>
                  </a:cubicBezTo>
                  <a:cubicBezTo>
                    <a:pt x="5325" y="15"/>
                    <a:pt x="5252" y="1"/>
                    <a:pt x="5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49;p36">
              <a:extLst>
                <a:ext uri="{FF2B5EF4-FFF2-40B4-BE49-F238E27FC236}">
                  <a16:creationId xmlns:a16="http://schemas.microsoft.com/office/drawing/2014/main" id="{4A35F18E-00A0-8F75-61A3-96547348EF3E}"/>
                </a:ext>
              </a:extLst>
            </p:cNvPr>
            <p:cNvSpPr/>
            <p:nvPr/>
          </p:nvSpPr>
          <p:spPr>
            <a:xfrm>
              <a:off x="5560725" y="2556250"/>
              <a:ext cx="98475" cy="106000"/>
            </a:xfrm>
            <a:custGeom>
              <a:avLst/>
              <a:gdLst/>
              <a:ahLst/>
              <a:cxnLst/>
              <a:rect l="l" t="t" r="r" b="b"/>
              <a:pathLst>
                <a:path w="3939" h="4240" extrusionOk="0">
                  <a:moveTo>
                    <a:pt x="3307" y="1"/>
                  </a:moveTo>
                  <a:cubicBezTo>
                    <a:pt x="3296" y="1"/>
                    <a:pt x="3285" y="1"/>
                    <a:pt x="3274" y="2"/>
                  </a:cubicBezTo>
                  <a:cubicBezTo>
                    <a:pt x="2980" y="20"/>
                    <a:pt x="2757" y="273"/>
                    <a:pt x="2777" y="567"/>
                  </a:cubicBezTo>
                  <a:cubicBezTo>
                    <a:pt x="2847" y="1658"/>
                    <a:pt x="2167" y="2650"/>
                    <a:pt x="1126" y="2980"/>
                  </a:cubicBezTo>
                  <a:lnTo>
                    <a:pt x="435" y="3200"/>
                  </a:lnTo>
                  <a:cubicBezTo>
                    <a:pt x="155" y="3289"/>
                    <a:pt x="1" y="3587"/>
                    <a:pt x="88" y="3868"/>
                  </a:cubicBezTo>
                  <a:cubicBezTo>
                    <a:pt x="148" y="4051"/>
                    <a:pt x="296" y="4181"/>
                    <a:pt x="472" y="4224"/>
                  </a:cubicBezTo>
                  <a:cubicBezTo>
                    <a:pt x="513" y="4234"/>
                    <a:pt x="555" y="4239"/>
                    <a:pt x="598" y="4239"/>
                  </a:cubicBezTo>
                  <a:cubicBezTo>
                    <a:pt x="651" y="4239"/>
                    <a:pt x="705" y="4231"/>
                    <a:pt x="758" y="4214"/>
                  </a:cubicBezTo>
                  <a:lnTo>
                    <a:pt x="1447" y="3995"/>
                  </a:lnTo>
                  <a:cubicBezTo>
                    <a:pt x="2956" y="3516"/>
                    <a:pt x="3939" y="2079"/>
                    <a:pt x="3839" y="499"/>
                  </a:cubicBezTo>
                  <a:cubicBezTo>
                    <a:pt x="3821" y="218"/>
                    <a:pt x="3587" y="1"/>
                    <a:pt x="3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50;p36">
              <a:extLst>
                <a:ext uri="{FF2B5EF4-FFF2-40B4-BE49-F238E27FC236}">
                  <a16:creationId xmlns:a16="http://schemas.microsoft.com/office/drawing/2014/main" id="{625EABC9-1A94-0CF9-245C-055641DD9D5F}"/>
                </a:ext>
              </a:extLst>
            </p:cNvPr>
            <p:cNvSpPr/>
            <p:nvPr/>
          </p:nvSpPr>
          <p:spPr>
            <a:xfrm>
              <a:off x="4873700" y="2352750"/>
              <a:ext cx="192300" cy="110800"/>
            </a:xfrm>
            <a:custGeom>
              <a:avLst/>
              <a:gdLst/>
              <a:ahLst/>
              <a:cxnLst/>
              <a:rect l="l" t="t" r="r" b="b"/>
              <a:pathLst>
                <a:path w="7692" h="4432" extrusionOk="0">
                  <a:moveTo>
                    <a:pt x="2638" y="0"/>
                  </a:moveTo>
                  <a:cubicBezTo>
                    <a:pt x="1529" y="0"/>
                    <a:pt x="620" y="328"/>
                    <a:pt x="229" y="900"/>
                  </a:cubicBezTo>
                  <a:cubicBezTo>
                    <a:pt x="150" y="1015"/>
                    <a:pt x="93" y="1141"/>
                    <a:pt x="58" y="1274"/>
                  </a:cubicBezTo>
                  <a:lnTo>
                    <a:pt x="58" y="1276"/>
                  </a:lnTo>
                  <a:cubicBezTo>
                    <a:pt x="0" y="1498"/>
                    <a:pt x="11" y="1729"/>
                    <a:pt x="84" y="1960"/>
                  </a:cubicBezTo>
                  <a:cubicBezTo>
                    <a:pt x="368" y="2881"/>
                    <a:pt x="1598" y="3807"/>
                    <a:pt x="3219" y="4220"/>
                  </a:cubicBezTo>
                  <a:cubicBezTo>
                    <a:pt x="3777" y="4364"/>
                    <a:pt x="4324" y="4431"/>
                    <a:pt x="4829" y="4431"/>
                  </a:cubicBezTo>
                  <a:cubicBezTo>
                    <a:pt x="6161" y="4431"/>
                    <a:pt x="7203" y="3960"/>
                    <a:pt x="7409" y="3157"/>
                  </a:cubicBezTo>
                  <a:cubicBezTo>
                    <a:pt x="7692" y="2048"/>
                    <a:pt x="6277" y="731"/>
                    <a:pt x="4246" y="211"/>
                  </a:cubicBezTo>
                  <a:cubicBezTo>
                    <a:pt x="3688" y="68"/>
                    <a:pt x="3142" y="0"/>
                    <a:pt x="26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51;p36">
              <a:extLst>
                <a:ext uri="{FF2B5EF4-FFF2-40B4-BE49-F238E27FC236}">
                  <a16:creationId xmlns:a16="http://schemas.microsoft.com/office/drawing/2014/main" id="{1964AD66-8B68-682C-5D74-3C20EDE10BEB}"/>
                </a:ext>
              </a:extLst>
            </p:cNvPr>
            <p:cNvSpPr/>
            <p:nvPr/>
          </p:nvSpPr>
          <p:spPr>
            <a:xfrm>
              <a:off x="4873700" y="2375275"/>
              <a:ext cx="16175" cy="26500"/>
            </a:xfrm>
            <a:custGeom>
              <a:avLst/>
              <a:gdLst/>
              <a:ahLst/>
              <a:cxnLst/>
              <a:rect l="l" t="t" r="r" b="b"/>
              <a:pathLst>
                <a:path w="647" h="1060" extrusionOk="0">
                  <a:moveTo>
                    <a:pt x="227" y="1"/>
                  </a:moveTo>
                  <a:cubicBezTo>
                    <a:pt x="149" y="114"/>
                    <a:pt x="91" y="240"/>
                    <a:pt x="58" y="375"/>
                  </a:cubicBezTo>
                  <a:cubicBezTo>
                    <a:pt x="0" y="597"/>
                    <a:pt x="11" y="828"/>
                    <a:pt x="84" y="1059"/>
                  </a:cubicBezTo>
                  <a:cubicBezTo>
                    <a:pt x="330" y="1020"/>
                    <a:pt x="529" y="875"/>
                    <a:pt x="583" y="661"/>
                  </a:cubicBezTo>
                  <a:cubicBezTo>
                    <a:pt x="647" y="413"/>
                    <a:pt x="496" y="149"/>
                    <a:pt x="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52;p36">
              <a:extLst>
                <a:ext uri="{FF2B5EF4-FFF2-40B4-BE49-F238E27FC236}">
                  <a16:creationId xmlns:a16="http://schemas.microsoft.com/office/drawing/2014/main" id="{C3FE615D-352E-2079-F0C4-75D4DC97D0D4}"/>
                </a:ext>
              </a:extLst>
            </p:cNvPr>
            <p:cNvSpPr/>
            <p:nvPr/>
          </p:nvSpPr>
          <p:spPr>
            <a:xfrm>
              <a:off x="4801900" y="2507750"/>
              <a:ext cx="50225" cy="71325"/>
            </a:xfrm>
            <a:custGeom>
              <a:avLst/>
              <a:gdLst/>
              <a:ahLst/>
              <a:cxnLst/>
              <a:rect l="l" t="t" r="r" b="b"/>
              <a:pathLst>
                <a:path w="2009" h="2853" extrusionOk="0">
                  <a:moveTo>
                    <a:pt x="1036" y="0"/>
                  </a:moveTo>
                  <a:cubicBezTo>
                    <a:pt x="887" y="0"/>
                    <a:pt x="753" y="104"/>
                    <a:pt x="720" y="255"/>
                  </a:cubicBezTo>
                  <a:lnTo>
                    <a:pt x="271" y="2327"/>
                  </a:lnTo>
                  <a:cubicBezTo>
                    <a:pt x="234" y="2501"/>
                    <a:pt x="0" y="2598"/>
                    <a:pt x="176" y="2636"/>
                  </a:cubicBezTo>
                  <a:lnTo>
                    <a:pt x="1139" y="2845"/>
                  </a:lnTo>
                  <a:cubicBezTo>
                    <a:pt x="1162" y="2850"/>
                    <a:pt x="1186" y="2852"/>
                    <a:pt x="1208" y="2852"/>
                  </a:cubicBezTo>
                  <a:cubicBezTo>
                    <a:pt x="1357" y="2852"/>
                    <a:pt x="1491" y="2749"/>
                    <a:pt x="1524" y="2596"/>
                  </a:cubicBezTo>
                  <a:lnTo>
                    <a:pt x="1971" y="526"/>
                  </a:lnTo>
                  <a:cubicBezTo>
                    <a:pt x="2009" y="352"/>
                    <a:pt x="1898" y="179"/>
                    <a:pt x="1724" y="141"/>
                  </a:cubicBezTo>
                  <a:lnTo>
                    <a:pt x="1105" y="8"/>
                  </a:lnTo>
                  <a:cubicBezTo>
                    <a:pt x="1081" y="3"/>
                    <a:pt x="1058" y="0"/>
                    <a:pt x="103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53;p36">
              <a:extLst>
                <a:ext uri="{FF2B5EF4-FFF2-40B4-BE49-F238E27FC236}">
                  <a16:creationId xmlns:a16="http://schemas.microsoft.com/office/drawing/2014/main" id="{F547E63F-665A-E2CC-867D-38C2415EA0AD}"/>
                </a:ext>
              </a:extLst>
            </p:cNvPr>
            <p:cNvSpPr/>
            <p:nvPr/>
          </p:nvSpPr>
          <p:spPr>
            <a:xfrm>
              <a:off x="4799725" y="2506000"/>
              <a:ext cx="39675" cy="70200"/>
            </a:xfrm>
            <a:custGeom>
              <a:avLst/>
              <a:gdLst/>
              <a:ahLst/>
              <a:cxnLst/>
              <a:rect l="l" t="t" r="r" b="b"/>
              <a:pathLst>
                <a:path w="1587" h="2808" extrusionOk="0">
                  <a:moveTo>
                    <a:pt x="802" y="1"/>
                  </a:moveTo>
                  <a:cubicBezTo>
                    <a:pt x="653" y="1"/>
                    <a:pt x="519" y="104"/>
                    <a:pt x="487" y="255"/>
                  </a:cubicBezTo>
                  <a:lnTo>
                    <a:pt x="39" y="2327"/>
                  </a:lnTo>
                  <a:cubicBezTo>
                    <a:pt x="1" y="2501"/>
                    <a:pt x="112" y="2674"/>
                    <a:pt x="286" y="2712"/>
                  </a:cubicBezTo>
                  <a:lnTo>
                    <a:pt x="717" y="2800"/>
                  </a:lnTo>
                  <a:cubicBezTo>
                    <a:pt x="741" y="2805"/>
                    <a:pt x="764" y="2807"/>
                    <a:pt x="786" y="2807"/>
                  </a:cubicBezTo>
                  <a:cubicBezTo>
                    <a:pt x="935" y="2807"/>
                    <a:pt x="1069" y="2704"/>
                    <a:pt x="1102" y="2551"/>
                  </a:cubicBezTo>
                  <a:lnTo>
                    <a:pt x="1549" y="481"/>
                  </a:lnTo>
                  <a:cubicBezTo>
                    <a:pt x="1587" y="306"/>
                    <a:pt x="1476" y="134"/>
                    <a:pt x="1302" y="96"/>
                  </a:cubicBezTo>
                  <a:lnTo>
                    <a:pt x="870" y="8"/>
                  </a:lnTo>
                  <a:cubicBezTo>
                    <a:pt x="847" y="3"/>
                    <a:pt x="824" y="1"/>
                    <a:pt x="8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54;p36">
              <a:extLst>
                <a:ext uri="{FF2B5EF4-FFF2-40B4-BE49-F238E27FC236}">
                  <a16:creationId xmlns:a16="http://schemas.microsoft.com/office/drawing/2014/main" id="{642B5A22-429F-AB8B-B26E-7E723AE42E1E}"/>
                </a:ext>
              </a:extLst>
            </p:cNvPr>
            <p:cNvSpPr/>
            <p:nvPr/>
          </p:nvSpPr>
          <p:spPr>
            <a:xfrm>
              <a:off x="4812500" y="2313275"/>
              <a:ext cx="60150" cy="225100"/>
            </a:xfrm>
            <a:custGeom>
              <a:avLst/>
              <a:gdLst/>
              <a:ahLst/>
              <a:cxnLst/>
              <a:rect l="l" t="t" r="r" b="b"/>
              <a:pathLst>
                <a:path w="2406" h="9004" extrusionOk="0">
                  <a:moveTo>
                    <a:pt x="2107" y="1"/>
                  </a:moveTo>
                  <a:cubicBezTo>
                    <a:pt x="1980" y="1"/>
                    <a:pt x="1867" y="89"/>
                    <a:pt x="1839" y="216"/>
                  </a:cubicBezTo>
                  <a:lnTo>
                    <a:pt x="32" y="8671"/>
                  </a:lnTo>
                  <a:cubicBezTo>
                    <a:pt x="0" y="8818"/>
                    <a:pt x="94" y="8965"/>
                    <a:pt x="243" y="8997"/>
                  </a:cubicBezTo>
                  <a:cubicBezTo>
                    <a:pt x="262" y="9001"/>
                    <a:pt x="281" y="9003"/>
                    <a:pt x="300" y="9003"/>
                  </a:cubicBezTo>
                  <a:cubicBezTo>
                    <a:pt x="426" y="9003"/>
                    <a:pt x="539" y="8915"/>
                    <a:pt x="567" y="8786"/>
                  </a:cubicBezTo>
                  <a:lnTo>
                    <a:pt x="2374" y="331"/>
                  </a:lnTo>
                  <a:cubicBezTo>
                    <a:pt x="2406" y="184"/>
                    <a:pt x="2312" y="39"/>
                    <a:pt x="2165" y="7"/>
                  </a:cubicBezTo>
                  <a:cubicBezTo>
                    <a:pt x="2145" y="3"/>
                    <a:pt x="2126" y="1"/>
                    <a:pt x="2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55;p36">
              <a:extLst>
                <a:ext uri="{FF2B5EF4-FFF2-40B4-BE49-F238E27FC236}">
                  <a16:creationId xmlns:a16="http://schemas.microsoft.com/office/drawing/2014/main" id="{96B63DE9-E7BB-108D-0A3E-FC8CC8E21CB6}"/>
                </a:ext>
              </a:extLst>
            </p:cNvPr>
            <p:cNvSpPr/>
            <p:nvPr/>
          </p:nvSpPr>
          <p:spPr>
            <a:xfrm>
              <a:off x="5479800" y="2765175"/>
              <a:ext cx="50275" cy="32250"/>
            </a:xfrm>
            <a:custGeom>
              <a:avLst/>
              <a:gdLst/>
              <a:ahLst/>
              <a:cxnLst/>
              <a:rect l="l" t="t" r="r" b="b"/>
              <a:pathLst>
                <a:path w="2011" h="1290" extrusionOk="0">
                  <a:moveTo>
                    <a:pt x="134" y="0"/>
                  </a:moveTo>
                  <a:lnTo>
                    <a:pt x="1" y="288"/>
                  </a:lnTo>
                  <a:cubicBezTo>
                    <a:pt x="272" y="609"/>
                    <a:pt x="558" y="832"/>
                    <a:pt x="834" y="983"/>
                  </a:cubicBezTo>
                  <a:cubicBezTo>
                    <a:pt x="1228" y="1198"/>
                    <a:pt x="1602" y="1271"/>
                    <a:pt x="1883" y="1289"/>
                  </a:cubicBezTo>
                  <a:lnTo>
                    <a:pt x="2011" y="1015"/>
                  </a:lnTo>
                  <a:lnTo>
                    <a:pt x="2011" y="1015"/>
                  </a:lnTo>
                  <a:cubicBezTo>
                    <a:pt x="2008" y="1015"/>
                    <a:pt x="2006" y="1015"/>
                    <a:pt x="2004" y="1015"/>
                  </a:cubicBezTo>
                  <a:cubicBezTo>
                    <a:pt x="1583" y="1015"/>
                    <a:pt x="809" y="877"/>
                    <a:pt x="13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56;p36">
              <a:extLst>
                <a:ext uri="{FF2B5EF4-FFF2-40B4-BE49-F238E27FC236}">
                  <a16:creationId xmlns:a16="http://schemas.microsoft.com/office/drawing/2014/main" id="{30D6CAA0-63E7-7000-8C92-EA9A59B273C7}"/>
                </a:ext>
              </a:extLst>
            </p:cNvPr>
            <p:cNvSpPr/>
            <p:nvPr/>
          </p:nvSpPr>
          <p:spPr>
            <a:xfrm>
              <a:off x="5432425" y="2845550"/>
              <a:ext cx="47625" cy="37750"/>
            </a:xfrm>
            <a:custGeom>
              <a:avLst/>
              <a:gdLst/>
              <a:ahLst/>
              <a:cxnLst/>
              <a:rect l="l" t="t" r="r" b="b"/>
              <a:pathLst>
                <a:path w="1905" h="1510" extrusionOk="0">
                  <a:moveTo>
                    <a:pt x="192" y="1"/>
                  </a:moveTo>
                  <a:cubicBezTo>
                    <a:pt x="129" y="75"/>
                    <a:pt x="66" y="149"/>
                    <a:pt x="1" y="221"/>
                  </a:cubicBezTo>
                  <a:cubicBezTo>
                    <a:pt x="352" y="726"/>
                    <a:pt x="773" y="1054"/>
                    <a:pt x="1163" y="1267"/>
                  </a:cubicBezTo>
                  <a:cubicBezTo>
                    <a:pt x="1358" y="1375"/>
                    <a:pt x="1546" y="1452"/>
                    <a:pt x="1711" y="1510"/>
                  </a:cubicBezTo>
                  <a:cubicBezTo>
                    <a:pt x="1778" y="1434"/>
                    <a:pt x="1841" y="1357"/>
                    <a:pt x="1905" y="1279"/>
                  </a:cubicBezTo>
                  <a:cubicBezTo>
                    <a:pt x="1440" y="1143"/>
                    <a:pt x="723" y="811"/>
                    <a:pt x="192"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57;p36">
              <a:extLst>
                <a:ext uri="{FF2B5EF4-FFF2-40B4-BE49-F238E27FC236}">
                  <a16:creationId xmlns:a16="http://schemas.microsoft.com/office/drawing/2014/main" id="{E12F1705-18DA-6D92-E46A-7F5838523EA9}"/>
                </a:ext>
              </a:extLst>
            </p:cNvPr>
            <p:cNvSpPr/>
            <p:nvPr/>
          </p:nvSpPr>
          <p:spPr>
            <a:xfrm>
              <a:off x="5369900" y="2895850"/>
              <a:ext cx="43275" cy="44300"/>
            </a:xfrm>
            <a:custGeom>
              <a:avLst/>
              <a:gdLst/>
              <a:ahLst/>
              <a:cxnLst/>
              <a:rect l="l" t="t" r="r" b="b"/>
              <a:pathLst>
                <a:path w="1731" h="1772" extrusionOk="0">
                  <a:moveTo>
                    <a:pt x="249" y="0"/>
                  </a:moveTo>
                  <a:cubicBezTo>
                    <a:pt x="168" y="46"/>
                    <a:pt x="84" y="90"/>
                    <a:pt x="1" y="132"/>
                  </a:cubicBezTo>
                  <a:cubicBezTo>
                    <a:pt x="342" y="940"/>
                    <a:pt x="948" y="1456"/>
                    <a:pt x="1464" y="1771"/>
                  </a:cubicBezTo>
                  <a:cubicBezTo>
                    <a:pt x="1554" y="1718"/>
                    <a:pt x="1643" y="1665"/>
                    <a:pt x="1731" y="1609"/>
                  </a:cubicBezTo>
                  <a:cubicBezTo>
                    <a:pt x="1223" y="1330"/>
                    <a:pt x="587" y="835"/>
                    <a:pt x="24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58;p36">
              <a:extLst>
                <a:ext uri="{FF2B5EF4-FFF2-40B4-BE49-F238E27FC236}">
                  <a16:creationId xmlns:a16="http://schemas.microsoft.com/office/drawing/2014/main" id="{16211FAF-191A-D2CD-E4EE-37FE3560ECB7}"/>
                </a:ext>
              </a:extLst>
            </p:cNvPr>
            <p:cNvSpPr/>
            <p:nvPr/>
          </p:nvSpPr>
          <p:spPr>
            <a:xfrm>
              <a:off x="5292900" y="2921750"/>
              <a:ext cx="30075" cy="51950"/>
            </a:xfrm>
            <a:custGeom>
              <a:avLst/>
              <a:gdLst/>
              <a:ahLst/>
              <a:cxnLst/>
              <a:rect l="l" t="t" r="r" b="b"/>
              <a:pathLst>
                <a:path w="1203" h="2078" extrusionOk="0">
                  <a:moveTo>
                    <a:pt x="294" y="0"/>
                  </a:moveTo>
                  <a:cubicBezTo>
                    <a:pt x="200" y="16"/>
                    <a:pt x="105" y="28"/>
                    <a:pt x="11" y="40"/>
                  </a:cubicBezTo>
                  <a:cubicBezTo>
                    <a:pt x="0" y="1050"/>
                    <a:pt x="468" y="1706"/>
                    <a:pt x="857" y="2077"/>
                  </a:cubicBezTo>
                  <a:cubicBezTo>
                    <a:pt x="972" y="2057"/>
                    <a:pt x="1088" y="2036"/>
                    <a:pt x="1203" y="2012"/>
                  </a:cubicBezTo>
                  <a:cubicBezTo>
                    <a:pt x="839" y="1724"/>
                    <a:pt x="264" y="1096"/>
                    <a:pt x="29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559;p36">
              <a:extLst>
                <a:ext uri="{FF2B5EF4-FFF2-40B4-BE49-F238E27FC236}">
                  <a16:creationId xmlns:a16="http://schemas.microsoft.com/office/drawing/2014/main" id="{265C3926-3FEA-BC3F-982C-1C56C4E9D99D}"/>
                </a:ext>
              </a:extLst>
            </p:cNvPr>
            <p:cNvSpPr/>
            <p:nvPr/>
          </p:nvSpPr>
          <p:spPr>
            <a:xfrm>
              <a:off x="5185875" y="2911900"/>
              <a:ext cx="26675" cy="60050"/>
            </a:xfrm>
            <a:custGeom>
              <a:avLst/>
              <a:gdLst/>
              <a:ahLst/>
              <a:cxnLst/>
              <a:rect l="l" t="t" r="r" b="b"/>
              <a:pathLst>
                <a:path w="1067" h="2402" extrusionOk="0">
                  <a:moveTo>
                    <a:pt x="359" y="1"/>
                  </a:moveTo>
                  <a:lnTo>
                    <a:pt x="359" y="1"/>
                  </a:lnTo>
                  <a:cubicBezTo>
                    <a:pt x="0" y="912"/>
                    <a:pt x="299" y="1732"/>
                    <a:pt x="668" y="2311"/>
                  </a:cubicBezTo>
                  <a:cubicBezTo>
                    <a:pt x="800" y="2344"/>
                    <a:pt x="934" y="2374"/>
                    <a:pt x="1067" y="2401"/>
                  </a:cubicBezTo>
                  <a:cubicBezTo>
                    <a:pt x="665" y="1880"/>
                    <a:pt x="246" y="1043"/>
                    <a:pt x="631" y="90"/>
                  </a:cubicBezTo>
                  <a:cubicBezTo>
                    <a:pt x="540" y="63"/>
                    <a:pt x="450" y="32"/>
                    <a:pt x="35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560;p36">
              <a:extLst>
                <a:ext uri="{FF2B5EF4-FFF2-40B4-BE49-F238E27FC236}">
                  <a16:creationId xmlns:a16="http://schemas.microsoft.com/office/drawing/2014/main" id="{DC382EB5-4B67-1A4A-5594-62FE819B9379}"/>
                </a:ext>
              </a:extLst>
            </p:cNvPr>
            <p:cNvSpPr/>
            <p:nvPr/>
          </p:nvSpPr>
          <p:spPr>
            <a:xfrm>
              <a:off x="4491350" y="3171375"/>
              <a:ext cx="228400" cy="188525"/>
            </a:xfrm>
            <a:custGeom>
              <a:avLst/>
              <a:gdLst/>
              <a:ahLst/>
              <a:cxnLst/>
              <a:rect l="l" t="t" r="r" b="b"/>
              <a:pathLst>
                <a:path w="9136" h="7541" extrusionOk="0">
                  <a:moveTo>
                    <a:pt x="229" y="0"/>
                  </a:moveTo>
                  <a:cubicBezTo>
                    <a:pt x="153" y="56"/>
                    <a:pt x="77" y="114"/>
                    <a:pt x="0" y="173"/>
                  </a:cubicBezTo>
                  <a:cubicBezTo>
                    <a:pt x="652" y="1229"/>
                    <a:pt x="1609" y="1856"/>
                    <a:pt x="1972" y="2068"/>
                  </a:cubicBezTo>
                  <a:cubicBezTo>
                    <a:pt x="1721" y="2419"/>
                    <a:pt x="1468" y="2810"/>
                    <a:pt x="1224" y="3243"/>
                  </a:cubicBezTo>
                  <a:lnTo>
                    <a:pt x="1165" y="3349"/>
                  </a:lnTo>
                  <a:lnTo>
                    <a:pt x="1260" y="3424"/>
                  </a:lnTo>
                  <a:cubicBezTo>
                    <a:pt x="2589" y="4481"/>
                    <a:pt x="3825" y="5275"/>
                    <a:pt x="4914" y="5871"/>
                  </a:cubicBezTo>
                  <a:cubicBezTo>
                    <a:pt x="6909" y="6964"/>
                    <a:pt x="8405" y="7391"/>
                    <a:pt x="9058" y="7541"/>
                  </a:cubicBezTo>
                  <a:cubicBezTo>
                    <a:pt x="9085" y="7450"/>
                    <a:pt x="9111" y="7359"/>
                    <a:pt x="9135" y="7268"/>
                  </a:cubicBezTo>
                  <a:cubicBezTo>
                    <a:pt x="8187" y="7053"/>
                    <a:pt x="5235" y="6196"/>
                    <a:pt x="1532" y="3278"/>
                  </a:cubicBezTo>
                  <a:cubicBezTo>
                    <a:pt x="1962" y="2528"/>
                    <a:pt x="2425" y="1907"/>
                    <a:pt x="2842" y="1420"/>
                  </a:cubicBezTo>
                  <a:cubicBezTo>
                    <a:pt x="2771" y="1356"/>
                    <a:pt x="2701" y="1289"/>
                    <a:pt x="2633" y="1223"/>
                  </a:cubicBezTo>
                  <a:cubicBezTo>
                    <a:pt x="2475" y="1408"/>
                    <a:pt x="2309" y="1612"/>
                    <a:pt x="2140" y="1838"/>
                  </a:cubicBezTo>
                  <a:cubicBezTo>
                    <a:pt x="1824" y="1653"/>
                    <a:pt x="859" y="1033"/>
                    <a:pt x="2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561;p36">
              <a:extLst>
                <a:ext uri="{FF2B5EF4-FFF2-40B4-BE49-F238E27FC236}">
                  <a16:creationId xmlns:a16="http://schemas.microsoft.com/office/drawing/2014/main" id="{9FDE6ACF-002A-1DAD-23E3-09B1B50A7DC8}"/>
                </a:ext>
              </a:extLst>
            </p:cNvPr>
            <p:cNvSpPr/>
            <p:nvPr/>
          </p:nvSpPr>
          <p:spPr>
            <a:xfrm>
              <a:off x="5269600" y="2224200"/>
              <a:ext cx="826575" cy="449875"/>
            </a:xfrm>
            <a:custGeom>
              <a:avLst/>
              <a:gdLst/>
              <a:ahLst/>
              <a:cxnLst/>
              <a:rect l="l" t="t" r="r" b="b"/>
              <a:pathLst>
                <a:path w="33063" h="17995" extrusionOk="0">
                  <a:moveTo>
                    <a:pt x="0" y="0"/>
                  </a:moveTo>
                  <a:lnTo>
                    <a:pt x="0" y="17995"/>
                  </a:lnTo>
                  <a:lnTo>
                    <a:pt x="2533" y="15262"/>
                  </a:lnTo>
                  <a:lnTo>
                    <a:pt x="33062" y="15262"/>
                  </a:lnTo>
                  <a:lnTo>
                    <a:pt x="330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562;p36">
              <a:extLst>
                <a:ext uri="{FF2B5EF4-FFF2-40B4-BE49-F238E27FC236}">
                  <a16:creationId xmlns:a16="http://schemas.microsoft.com/office/drawing/2014/main" id="{5BBDE0E4-802C-D135-0B10-9B1BA99522FF}"/>
                </a:ext>
              </a:extLst>
            </p:cNvPr>
            <p:cNvSpPr/>
            <p:nvPr/>
          </p:nvSpPr>
          <p:spPr>
            <a:xfrm>
              <a:off x="5851600" y="2306750"/>
              <a:ext cx="215675" cy="196525"/>
            </a:xfrm>
            <a:custGeom>
              <a:avLst/>
              <a:gdLst/>
              <a:ahLst/>
              <a:cxnLst/>
              <a:rect l="l" t="t" r="r" b="b"/>
              <a:pathLst>
                <a:path w="8627" h="7861" extrusionOk="0">
                  <a:moveTo>
                    <a:pt x="4313" y="0"/>
                  </a:moveTo>
                  <a:cubicBezTo>
                    <a:pt x="3307" y="0"/>
                    <a:pt x="2302" y="384"/>
                    <a:pt x="1534" y="1151"/>
                  </a:cubicBezTo>
                  <a:cubicBezTo>
                    <a:pt x="0" y="2687"/>
                    <a:pt x="0" y="5174"/>
                    <a:pt x="1534" y="6709"/>
                  </a:cubicBezTo>
                  <a:cubicBezTo>
                    <a:pt x="2302" y="7477"/>
                    <a:pt x="3307" y="7861"/>
                    <a:pt x="4313" y="7861"/>
                  </a:cubicBezTo>
                  <a:cubicBezTo>
                    <a:pt x="5319" y="7861"/>
                    <a:pt x="6325" y="7477"/>
                    <a:pt x="7092" y="6709"/>
                  </a:cubicBezTo>
                  <a:cubicBezTo>
                    <a:pt x="8626" y="5174"/>
                    <a:pt x="8626" y="2687"/>
                    <a:pt x="7092" y="1151"/>
                  </a:cubicBezTo>
                  <a:cubicBezTo>
                    <a:pt x="6325" y="384"/>
                    <a:pt x="5319" y="0"/>
                    <a:pt x="43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563;p36">
              <a:extLst>
                <a:ext uri="{FF2B5EF4-FFF2-40B4-BE49-F238E27FC236}">
                  <a16:creationId xmlns:a16="http://schemas.microsoft.com/office/drawing/2014/main" id="{55ABD0C6-F56E-E38C-5078-CC1DE03280F9}"/>
                </a:ext>
              </a:extLst>
            </p:cNvPr>
            <p:cNvSpPr/>
            <p:nvPr/>
          </p:nvSpPr>
          <p:spPr>
            <a:xfrm>
              <a:off x="5312100" y="2329950"/>
              <a:ext cx="496750" cy="16000"/>
            </a:xfrm>
            <a:custGeom>
              <a:avLst/>
              <a:gdLst/>
              <a:ahLst/>
              <a:cxnLst/>
              <a:rect l="l" t="t" r="r" b="b"/>
              <a:pathLst>
                <a:path w="19870" h="640" extrusionOk="0">
                  <a:moveTo>
                    <a:pt x="320" y="1"/>
                  </a:moveTo>
                  <a:cubicBezTo>
                    <a:pt x="142" y="1"/>
                    <a:pt x="0" y="143"/>
                    <a:pt x="0" y="320"/>
                  </a:cubicBezTo>
                  <a:cubicBezTo>
                    <a:pt x="0" y="496"/>
                    <a:pt x="142" y="640"/>
                    <a:pt x="320" y="640"/>
                  </a:cubicBezTo>
                  <a:lnTo>
                    <a:pt x="19550" y="640"/>
                  </a:lnTo>
                  <a:cubicBezTo>
                    <a:pt x="19728" y="640"/>
                    <a:pt x="19870" y="496"/>
                    <a:pt x="19870" y="320"/>
                  </a:cubicBezTo>
                  <a:cubicBezTo>
                    <a:pt x="19870" y="143"/>
                    <a:pt x="19728" y="1"/>
                    <a:pt x="195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564;p36">
              <a:extLst>
                <a:ext uri="{FF2B5EF4-FFF2-40B4-BE49-F238E27FC236}">
                  <a16:creationId xmlns:a16="http://schemas.microsoft.com/office/drawing/2014/main" id="{7FD16F18-345C-E530-CAE8-2E761E84A8D0}"/>
                </a:ext>
              </a:extLst>
            </p:cNvPr>
            <p:cNvSpPr/>
            <p:nvPr/>
          </p:nvSpPr>
          <p:spPr>
            <a:xfrm>
              <a:off x="5623275" y="2389025"/>
              <a:ext cx="185575" cy="16000"/>
            </a:xfrm>
            <a:custGeom>
              <a:avLst/>
              <a:gdLst/>
              <a:ahLst/>
              <a:cxnLst/>
              <a:rect l="l" t="t" r="r" b="b"/>
              <a:pathLst>
                <a:path w="7423" h="640" extrusionOk="0">
                  <a:moveTo>
                    <a:pt x="320" y="1"/>
                  </a:moveTo>
                  <a:cubicBezTo>
                    <a:pt x="143" y="1"/>
                    <a:pt x="1" y="143"/>
                    <a:pt x="1" y="320"/>
                  </a:cubicBezTo>
                  <a:cubicBezTo>
                    <a:pt x="1" y="497"/>
                    <a:pt x="143" y="640"/>
                    <a:pt x="320" y="640"/>
                  </a:cubicBezTo>
                  <a:lnTo>
                    <a:pt x="7103" y="640"/>
                  </a:lnTo>
                  <a:cubicBezTo>
                    <a:pt x="7281" y="640"/>
                    <a:pt x="7423" y="497"/>
                    <a:pt x="7423" y="320"/>
                  </a:cubicBezTo>
                  <a:cubicBezTo>
                    <a:pt x="7423" y="143"/>
                    <a:pt x="7281" y="1"/>
                    <a:pt x="7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565;p36">
              <a:extLst>
                <a:ext uri="{FF2B5EF4-FFF2-40B4-BE49-F238E27FC236}">
                  <a16:creationId xmlns:a16="http://schemas.microsoft.com/office/drawing/2014/main" id="{46AD979A-69DA-283C-2289-E05B7011BE69}"/>
                </a:ext>
              </a:extLst>
            </p:cNvPr>
            <p:cNvSpPr/>
            <p:nvPr/>
          </p:nvSpPr>
          <p:spPr>
            <a:xfrm>
              <a:off x="5308075" y="2389025"/>
              <a:ext cx="288225" cy="16000"/>
            </a:xfrm>
            <a:custGeom>
              <a:avLst/>
              <a:gdLst/>
              <a:ahLst/>
              <a:cxnLst/>
              <a:rect l="l" t="t" r="r" b="b"/>
              <a:pathLst>
                <a:path w="11529" h="640" extrusionOk="0">
                  <a:moveTo>
                    <a:pt x="320" y="1"/>
                  </a:moveTo>
                  <a:cubicBezTo>
                    <a:pt x="144" y="1"/>
                    <a:pt x="0" y="143"/>
                    <a:pt x="0" y="320"/>
                  </a:cubicBezTo>
                  <a:cubicBezTo>
                    <a:pt x="0" y="496"/>
                    <a:pt x="144" y="640"/>
                    <a:pt x="320" y="640"/>
                  </a:cubicBezTo>
                  <a:lnTo>
                    <a:pt x="11209" y="640"/>
                  </a:lnTo>
                  <a:cubicBezTo>
                    <a:pt x="11387" y="640"/>
                    <a:pt x="11529" y="496"/>
                    <a:pt x="11529" y="320"/>
                  </a:cubicBezTo>
                  <a:cubicBezTo>
                    <a:pt x="11529" y="143"/>
                    <a:pt x="11387" y="1"/>
                    <a:pt x="11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566;p36">
              <a:extLst>
                <a:ext uri="{FF2B5EF4-FFF2-40B4-BE49-F238E27FC236}">
                  <a16:creationId xmlns:a16="http://schemas.microsoft.com/office/drawing/2014/main" id="{BB9F4ED3-B8F1-9BD4-B901-74859E06B168}"/>
                </a:ext>
              </a:extLst>
            </p:cNvPr>
            <p:cNvSpPr/>
            <p:nvPr/>
          </p:nvSpPr>
          <p:spPr>
            <a:xfrm>
              <a:off x="5312100" y="2448100"/>
              <a:ext cx="496750" cy="16000"/>
            </a:xfrm>
            <a:custGeom>
              <a:avLst/>
              <a:gdLst/>
              <a:ahLst/>
              <a:cxnLst/>
              <a:rect l="l" t="t" r="r" b="b"/>
              <a:pathLst>
                <a:path w="19870" h="640" extrusionOk="0">
                  <a:moveTo>
                    <a:pt x="320" y="0"/>
                  </a:moveTo>
                  <a:cubicBezTo>
                    <a:pt x="142" y="0"/>
                    <a:pt x="0" y="144"/>
                    <a:pt x="0" y="320"/>
                  </a:cubicBezTo>
                  <a:cubicBezTo>
                    <a:pt x="0" y="497"/>
                    <a:pt x="142" y="640"/>
                    <a:pt x="320" y="640"/>
                  </a:cubicBezTo>
                  <a:lnTo>
                    <a:pt x="19550" y="640"/>
                  </a:lnTo>
                  <a:cubicBezTo>
                    <a:pt x="19728" y="640"/>
                    <a:pt x="19870" y="497"/>
                    <a:pt x="19870" y="320"/>
                  </a:cubicBezTo>
                  <a:cubicBezTo>
                    <a:pt x="19870" y="144"/>
                    <a:pt x="19728" y="0"/>
                    <a:pt x="19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567;p36">
              <a:extLst>
                <a:ext uri="{FF2B5EF4-FFF2-40B4-BE49-F238E27FC236}">
                  <a16:creationId xmlns:a16="http://schemas.microsoft.com/office/drawing/2014/main" id="{F0690AAF-102F-EFDB-700E-7FDB24C136C6}"/>
                </a:ext>
              </a:extLst>
            </p:cNvPr>
            <p:cNvSpPr/>
            <p:nvPr/>
          </p:nvSpPr>
          <p:spPr>
            <a:xfrm>
              <a:off x="5657100" y="2507200"/>
              <a:ext cx="151750" cy="16025"/>
            </a:xfrm>
            <a:custGeom>
              <a:avLst/>
              <a:gdLst/>
              <a:ahLst/>
              <a:cxnLst/>
              <a:rect l="l" t="t" r="r" b="b"/>
              <a:pathLst>
                <a:path w="6070" h="641" extrusionOk="0">
                  <a:moveTo>
                    <a:pt x="320" y="1"/>
                  </a:moveTo>
                  <a:cubicBezTo>
                    <a:pt x="143" y="1"/>
                    <a:pt x="1" y="143"/>
                    <a:pt x="1" y="321"/>
                  </a:cubicBezTo>
                  <a:cubicBezTo>
                    <a:pt x="1" y="496"/>
                    <a:pt x="143" y="640"/>
                    <a:pt x="320" y="640"/>
                  </a:cubicBezTo>
                  <a:lnTo>
                    <a:pt x="5750" y="640"/>
                  </a:lnTo>
                  <a:cubicBezTo>
                    <a:pt x="5928" y="640"/>
                    <a:pt x="6070" y="496"/>
                    <a:pt x="6070" y="321"/>
                  </a:cubicBezTo>
                  <a:cubicBezTo>
                    <a:pt x="6070" y="143"/>
                    <a:pt x="5928" y="1"/>
                    <a:pt x="57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568;p36">
              <a:extLst>
                <a:ext uri="{FF2B5EF4-FFF2-40B4-BE49-F238E27FC236}">
                  <a16:creationId xmlns:a16="http://schemas.microsoft.com/office/drawing/2014/main" id="{93C7B8EE-EDAA-5B7C-6B1D-7E87DC285683}"/>
                </a:ext>
              </a:extLst>
            </p:cNvPr>
            <p:cNvSpPr/>
            <p:nvPr/>
          </p:nvSpPr>
          <p:spPr>
            <a:xfrm>
              <a:off x="5429550" y="2507200"/>
              <a:ext cx="201875" cy="16025"/>
            </a:xfrm>
            <a:custGeom>
              <a:avLst/>
              <a:gdLst/>
              <a:ahLst/>
              <a:cxnLst/>
              <a:rect l="l" t="t" r="r" b="b"/>
              <a:pathLst>
                <a:path w="8075" h="641" extrusionOk="0">
                  <a:moveTo>
                    <a:pt x="320" y="1"/>
                  </a:moveTo>
                  <a:cubicBezTo>
                    <a:pt x="145" y="1"/>
                    <a:pt x="1" y="143"/>
                    <a:pt x="1" y="321"/>
                  </a:cubicBezTo>
                  <a:cubicBezTo>
                    <a:pt x="1" y="496"/>
                    <a:pt x="145" y="640"/>
                    <a:pt x="320" y="640"/>
                  </a:cubicBezTo>
                  <a:lnTo>
                    <a:pt x="7754" y="640"/>
                  </a:lnTo>
                  <a:cubicBezTo>
                    <a:pt x="7932" y="640"/>
                    <a:pt x="8074" y="496"/>
                    <a:pt x="8074" y="321"/>
                  </a:cubicBezTo>
                  <a:cubicBezTo>
                    <a:pt x="8074" y="143"/>
                    <a:pt x="7932" y="1"/>
                    <a:pt x="77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569;p36">
              <a:extLst>
                <a:ext uri="{FF2B5EF4-FFF2-40B4-BE49-F238E27FC236}">
                  <a16:creationId xmlns:a16="http://schemas.microsoft.com/office/drawing/2014/main" id="{8A53A11D-5614-7CE4-E796-22128848F4D2}"/>
                </a:ext>
              </a:extLst>
            </p:cNvPr>
            <p:cNvSpPr/>
            <p:nvPr/>
          </p:nvSpPr>
          <p:spPr>
            <a:xfrm>
              <a:off x="5493200" y="2531950"/>
              <a:ext cx="70325" cy="122725"/>
            </a:xfrm>
            <a:custGeom>
              <a:avLst/>
              <a:gdLst/>
              <a:ahLst/>
              <a:cxnLst/>
              <a:rect l="l" t="t" r="r" b="b"/>
              <a:pathLst>
                <a:path w="2813" h="4909" extrusionOk="0">
                  <a:moveTo>
                    <a:pt x="2207" y="1"/>
                  </a:moveTo>
                  <a:cubicBezTo>
                    <a:pt x="2100" y="1"/>
                    <a:pt x="1992" y="33"/>
                    <a:pt x="1899" y="100"/>
                  </a:cubicBezTo>
                  <a:cubicBezTo>
                    <a:pt x="832" y="859"/>
                    <a:pt x="237" y="1719"/>
                    <a:pt x="134" y="2655"/>
                  </a:cubicBezTo>
                  <a:cubicBezTo>
                    <a:pt x="1" y="3850"/>
                    <a:pt x="743" y="4696"/>
                    <a:pt x="775" y="4730"/>
                  </a:cubicBezTo>
                  <a:cubicBezTo>
                    <a:pt x="816" y="4777"/>
                    <a:pt x="864" y="4815"/>
                    <a:pt x="916" y="4843"/>
                  </a:cubicBezTo>
                  <a:cubicBezTo>
                    <a:pt x="995" y="4886"/>
                    <a:pt x="1084" y="4908"/>
                    <a:pt x="1172" y="4908"/>
                  </a:cubicBezTo>
                  <a:cubicBezTo>
                    <a:pt x="1298" y="4908"/>
                    <a:pt x="1425" y="4864"/>
                    <a:pt x="1526" y="4773"/>
                  </a:cubicBezTo>
                  <a:cubicBezTo>
                    <a:pt x="1744" y="4577"/>
                    <a:pt x="1764" y="4243"/>
                    <a:pt x="1570" y="4023"/>
                  </a:cubicBezTo>
                  <a:cubicBezTo>
                    <a:pt x="1555" y="4006"/>
                    <a:pt x="1108" y="3472"/>
                    <a:pt x="1193" y="2760"/>
                  </a:cubicBezTo>
                  <a:cubicBezTo>
                    <a:pt x="1267" y="2142"/>
                    <a:pt x="1712" y="1539"/>
                    <a:pt x="2515" y="968"/>
                  </a:cubicBezTo>
                  <a:cubicBezTo>
                    <a:pt x="2756" y="797"/>
                    <a:pt x="2812" y="465"/>
                    <a:pt x="2641" y="226"/>
                  </a:cubicBezTo>
                  <a:cubicBezTo>
                    <a:pt x="2538" y="79"/>
                    <a:pt x="2374" y="1"/>
                    <a:pt x="220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570;p36">
              <a:extLst>
                <a:ext uri="{FF2B5EF4-FFF2-40B4-BE49-F238E27FC236}">
                  <a16:creationId xmlns:a16="http://schemas.microsoft.com/office/drawing/2014/main" id="{02EC8723-5854-B71E-CDD0-AEE1994B3CB4}"/>
                </a:ext>
              </a:extLst>
            </p:cNvPr>
            <p:cNvSpPr/>
            <p:nvPr/>
          </p:nvSpPr>
          <p:spPr>
            <a:xfrm>
              <a:off x="5503650" y="2630150"/>
              <a:ext cx="104675" cy="57775"/>
            </a:xfrm>
            <a:custGeom>
              <a:avLst/>
              <a:gdLst/>
              <a:ahLst/>
              <a:cxnLst/>
              <a:rect l="l" t="t" r="r" b="b"/>
              <a:pathLst>
                <a:path w="4187" h="2311" extrusionOk="0">
                  <a:moveTo>
                    <a:pt x="1065" y="1"/>
                  </a:moveTo>
                  <a:cubicBezTo>
                    <a:pt x="624" y="1"/>
                    <a:pt x="296" y="126"/>
                    <a:pt x="193" y="374"/>
                  </a:cubicBezTo>
                  <a:cubicBezTo>
                    <a:pt x="1" y="843"/>
                    <a:pt x="695" y="1573"/>
                    <a:pt x="1744" y="2005"/>
                  </a:cubicBezTo>
                  <a:cubicBezTo>
                    <a:pt x="2240" y="2209"/>
                    <a:pt x="2726" y="2310"/>
                    <a:pt x="3122" y="2310"/>
                  </a:cubicBezTo>
                  <a:cubicBezTo>
                    <a:pt x="3563" y="2310"/>
                    <a:pt x="3891" y="2185"/>
                    <a:pt x="3994" y="1937"/>
                  </a:cubicBezTo>
                  <a:cubicBezTo>
                    <a:pt x="4186" y="1467"/>
                    <a:pt x="3492" y="737"/>
                    <a:pt x="2443" y="306"/>
                  </a:cubicBezTo>
                  <a:cubicBezTo>
                    <a:pt x="1947" y="102"/>
                    <a:pt x="1461" y="1"/>
                    <a:pt x="10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571;p36">
              <a:extLst>
                <a:ext uri="{FF2B5EF4-FFF2-40B4-BE49-F238E27FC236}">
                  <a16:creationId xmlns:a16="http://schemas.microsoft.com/office/drawing/2014/main" id="{7D500F27-93CB-11F5-4C0F-46755EDC6EDD}"/>
                </a:ext>
              </a:extLst>
            </p:cNvPr>
            <p:cNvSpPr/>
            <p:nvPr/>
          </p:nvSpPr>
          <p:spPr>
            <a:xfrm>
              <a:off x="5527175" y="2641900"/>
              <a:ext cx="59900" cy="34300"/>
            </a:xfrm>
            <a:custGeom>
              <a:avLst/>
              <a:gdLst/>
              <a:ahLst/>
              <a:cxnLst/>
              <a:rect l="l" t="t" r="r" b="b"/>
              <a:pathLst>
                <a:path w="2396" h="1372" extrusionOk="0">
                  <a:moveTo>
                    <a:pt x="542" y="0"/>
                  </a:moveTo>
                  <a:cubicBezTo>
                    <a:pt x="280" y="0"/>
                    <a:pt x="85" y="75"/>
                    <a:pt x="25" y="222"/>
                  </a:cubicBezTo>
                  <a:cubicBezTo>
                    <a:pt x="4" y="270"/>
                    <a:pt x="1" y="323"/>
                    <a:pt x="11" y="381"/>
                  </a:cubicBezTo>
                  <a:cubicBezTo>
                    <a:pt x="61" y="646"/>
                    <a:pt x="431" y="979"/>
                    <a:pt x="946" y="1190"/>
                  </a:cubicBezTo>
                  <a:cubicBezTo>
                    <a:pt x="1240" y="1311"/>
                    <a:pt x="1529" y="1371"/>
                    <a:pt x="1764" y="1371"/>
                  </a:cubicBezTo>
                  <a:cubicBezTo>
                    <a:pt x="1907" y="1371"/>
                    <a:pt x="2030" y="1349"/>
                    <a:pt x="2123" y="1305"/>
                  </a:cubicBezTo>
                  <a:cubicBezTo>
                    <a:pt x="2198" y="1269"/>
                    <a:pt x="2253" y="1217"/>
                    <a:pt x="2280" y="1150"/>
                  </a:cubicBezTo>
                  <a:cubicBezTo>
                    <a:pt x="2395" y="872"/>
                    <a:pt x="1983" y="437"/>
                    <a:pt x="1361" y="181"/>
                  </a:cubicBezTo>
                  <a:cubicBezTo>
                    <a:pt x="1066" y="60"/>
                    <a:pt x="777" y="0"/>
                    <a:pt x="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572;p36">
              <a:extLst>
                <a:ext uri="{FF2B5EF4-FFF2-40B4-BE49-F238E27FC236}">
                  <a16:creationId xmlns:a16="http://schemas.microsoft.com/office/drawing/2014/main" id="{90A98DE1-6169-6188-717F-0197B073E985}"/>
                </a:ext>
              </a:extLst>
            </p:cNvPr>
            <p:cNvSpPr/>
            <p:nvPr/>
          </p:nvSpPr>
          <p:spPr>
            <a:xfrm>
              <a:off x="5527450" y="2649750"/>
              <a:ext cx="52800" cy="26450"/>
            </a:xfrm>
            <a:custGeom>
              <a:avLst/>
              <a:gdLst/>
              <a:ahLst/>
              <a:cxnLst/>
              <a:rect l="l" t="t" r="r" b="b"/>
              <a:pathLst>
                <a:path w="2112" h="1058" extrusionOk="0">
                  <a:moveTo>
                    <a:pt x="357" y="1"/>
                  </a:moveTo>
                  <a:cubicBezTo>
                    <a:pt x="215" y="1"/>
                    <a:pt x="92" y="23"/>
                    <a:pt x="0" y="67"/>
                  </a:cubicBezTo>
                  <a:cubicBezTo>
                    <a:pt x="50" y="332"/>
                    <a:pt x="420" y="665"/>
                    <a:pt x="935" y="876"/>
                  </a:cubicBezTo>
                  <a:cubicBezTo>
                    <a:pt x="1229" y="997"/>
                    <a:pt x="1518" y="1057"/>
                    <a:pt x="1753" y="1057"/>
                  </a:cubicBezTo>
                  <a:cubicBezTo>
                    <a:pt x="1896" y="1057"/>
                    <a:pt x="2019" y="1035"/>
                    <a:pt x="2112" y="991"/>
                  </a:cubicBezTo>
                  <a:cubicBezTo>
                    <a:pt x="2062" y="724"/>
                    <a:pt x="1691" y="393"/>
                    <a:pt x="1177" y="182"/>
                  </a:cubicBezTo>
                  <a:cubicBezTo>
                    <a:pt x="881" y="61"/>
                    <a:pt x="592" y="1"/>
                    <a:pt x="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573;p36">
              <a:extLst>
                <a:ext uri="{FF2B5EF4-FFF2-40B4-BE49-F238E27FC236}">
                  <a16:creationId xmlns:a16="http://schemas.microsoft.com/office/drawing/2014/main" id="{30C39D60-0FB1-B4A4-F552-AF7AE21C1D16}"/>
                </a:ext>
              </a:extLst>
            </p:cNvPr>
            <p:cNvSpPr/>
            <p:nvPr/>
          </p:nvSpPr>
          <p:spPr>
            <a:xfrm>
              <a:off x="5104300" y="2733650"/>
              <a:ext cx="443350" cy="244000"/>
            </a:xfrm>
            <a:custGeom>
              <a:avLst/>
              <a:gdLst/>
              <a:ahLst/>
              <a:cxnLst/>
              <a:rect l="l" t="t" r="r" b="b"/>
              <a:pathLst>
                <a:path w="17734" h="9760" extrusionOk="0">
                  <a:moveTo>
                    <a:pt x="15739" y="1"/>
                  </a:moveTo>
                  <a:lnTo>
                    <a:pt x="15416" y="698"/>
                  </a:lnTo>
                  <a:cubicBezTo>
                    <a:pt x="15477" y="798"/>
                    <a:pt x="15631" y="958"/>
                    <a:pt x="16025" y="1146"/>
                  </a:cubicBezTo>
                  <a:cubicBezTo>
                    <a:pt x="16588" y="1416"/>
                    <a:pt x="16802" y="2108"/>
                    <a:pt x="16494" y="2650"/>
                  </a:cubicBezTo>
                  <a:cubicBezTo>
                    <a:pt x="15065" y="5155"/>
                    <a:pt x="11958" y="9266"/>
                    <a:pt x="6459" y="9266"/>
                  </a:cubicBezTo>
                  <a:cubicBezTo>
                    <a:pt x="4623" y="9266"/>
                    <a:pt x="2519" y="8808"/>
                    <a:pt x="122" y="7677"/>
                  </a:cubicBezTo>
                  <a:lnTo>
                    <a:pt x="120" y="7677"/>
                  </a:lnTo>
                  <a:lnTo>
                    <a:pt x="1" y="8035"/>
                  </a:lnTo>
                  <a:lnTo>
                    <a:pt x="2649" y="9041"/>
                  </a:lnTo>
                  <a:cubicBezTo>
                    <a:pt x="3070" y="9201"/>
                    <a:pt x="3498" y="9335"/>
                    <a:pt x="3931" y="9441"/>
                  </a:cubicBezTo>
                  <a:cubicBezTo>
                    <a:pt x="4065" y="9474"/>
                    <a:pt x="4197" y="9504"/>
                    <a:pt x="4330" y="9531"/>
                  </a:cubicBezTo>
                  <a:cubicBezTo>
                    <a:pt x="5062" y="9683"/>
                    <a:pt x="5806" y="9759"/>
                    <a:pt x="6549" y="9759"/>
                  </a:cubicBezTo>
                  <a:cubicBezTo>
                    <a:pt x="7169" y="9759"/>
                    <a:pt x="7788" y="9707"/>
                    <a:pt x="8401" y="9601"/>
                  </a:cubicBezTo>
                  <a:cubicBezTo>
                    <a:pt x="8516" y="9581"/>
                    <a:pt x="8632" y="9560"/>
                    <a:pt x="8747" y="9536"/>
                  </a:cubicBezTo>
                  <a:cubicBezTo>
                    <a:pt x="9407" y="9401"/>
                    <a:pt x="10057" y="9204"/>
                    <a:pt x="10692" y="8945"/>
                  </a:cubicBezTo>
                  <a:cubicBezTo>
                    <a:pt x="11176" y="8748"/>
                    <a:pt x="11643" y="8518"/>
                    <a:pt x="12088" y="8258"/>
                  </a:cubicBezTo>
                  <a:cubicBezTo>
                    <a:pt x="12178" y="8206"/>
                    <a:pt x="12267" y="8153"/>
                    <a:pt x="12355" y="8097"/>
                  </a:cubicBezTo>
                  <a:cubicBezTo>
                    <a:pt x="13286" y="7520"/>
                    <a:pt x="14121" y="6806"/>
                    <a:pt x="14836" y="5984"/>
                  </a:cubicBezTo>
                  <a:cubicBezTo>
                    <a:pt x="14903" y="5910"/>
                    <a:pt x="14966" y="5833"/>
                    <a:pt x="15030" y="5755"/>
                  </a:cubicBezTo>
                  <a:cubicBezTo>
                    <a:pt x="15617" y="5042"/>
                    <a:pt x="16117" y="4250"/>
                    <a:pt x="16513" y="3392"/>
                  </a:cubicBezTo>
                  <a:lnTo>
                    <a:pt x="16903" y="2550"/>
                  </a:lnTo>
                  <a:lnTo>
                    <a:pt x="17032" y="2276"/>
                  </a:lnTo>
                  <a:lnTo>
                    <a:pt x="17733" y="761"/>
                  </a:lnTo>
                  <a:lnTo>
                    <a:pt x="17733" y="761"/>
                  </a:lnTo>
                  <a:cubicBezTo>
                    <a:pt x="17707" y="763"/>
                    <a:pt x="17680" y="763"/>
                    <a:pt x="17653" y="763"/>
                  </a:cubicBezTo>
                  <a:cubicBezTo>
                    <a:pt x="17351" y="763"/>
                    <a:pt x="16980" y="687"/>
                    <a:pt x="16602" y="531"/>
                  </a:cubicBezTo>
                  <a:cubicBezTo>
                    <a:pt x="16249" y="386"/>
                    <a:pt x="15951" y="198"/>
                    <a:pt x="1573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574;p36">
              <a:extLst>
                <a:ext uri="{FF2B5EF4-FFF2-40B4-BE49-F238E27FC236}">
                  <a16:creationId xmlns:a16="http://schemas.microsoft.com/office/drawing/2014/main" id="{AC1B05A8-A48D-32AC-D6DF-1E3EDDA4DF93}"/>
                </a:ext>
              </a:extLst>
            </p:cNvPr>
            <p:cNvSpPr/>
            <p:nvPr/>
          </p:nvSpPr>
          <p:spPr>
            <a:xfrm>
              <a:off x="4549275" y="2667375"/>
              <a:ext cx="142750" cy="163300"/>
            </a:xfrm>
            <a:custGeom>
              <a:avLst/>
              <a:gdLst/>
              <a:ahLst/>
              <a:cxnLst/>
              <a:rect l="l" t="t" r="r" b="b"/>
              <a:pathLst>
                <a:path w="5710" h="6532" extrusionOk="0">
                  <a:moveTo>
                    <a:pt x="3284" y="0"/>
                  </a:moveTo>
                  <a:cubicBezTo>
                    <a:pt x="2143" y="0"/>
                    <a:pt x="978" y="1045"/>
                    <a:pt x="523" y="2573"/>
                  </a:cubicBezTo>
                  <a:cubicBezTo>
                    <a:pt x="1" y="4335"/>
                    <a:pt x="620" y="6074"/>
                    <a:pt x="1908" y="6457"/>
                  </a:cubicBezTo>
                  <a:cubicBezTo>
                    <a:pt x="2078" y="6507"/>
                    <a:pt x="2251" y="6532"/>
                    <a:pt x="2425" y="6532"/>
                  </a:cubicBezTo>
                  <a:cubicBezTo>
                    <a:pt x="3567" y="6532"/>
                    <a:pt x="4732" y="5488"/>
                    <a:pt x="5187" y="3959"/>
                  </a:cubicBezTo>
                  <a:cubicBezTo>
                    <a:pt x="5710" y="2197"/>
                    <a:pt x="5092" y="459"/>
                    <a:pt x="3803" y="75"/>
                  </a:cubicBezTo>
                  <a:cubicBezTo>
                    <a:pt x="3632" y="25"/>
                    <a:pt x="3458" y="0"/>
                    <a:pt x="3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575;p36">
              <a:extLst>
                <a:ext uri="{FF2B5EF4-FFF2-40B4-BE49-F238E27FC236}">
                  <a16:creationId xmlns:a16="http://schemas.microsoft.com/office/drawing/2014/main" id="{E669F41E-7F08-1FCA-0D56-A539A09F55C3}"/>
                </a:ext>
              </a:extLst>
            </p:cNvPr>
            <p:cNvSpPr/>
            <p:nvPr/>
          </p:nvSpPr>
          <p:spPr>
            <a:xfrm>
              <a:off x="4539175" y="2681025"/>
              <a:ext cx="125200" cy="130775"/>
            </a:xfrm>
            <a:custGeom>
              <a:avLst/>
              <a:gdLst/>
              <a:ahLst/>
              <a:cxnLst/>
              <a:rect l="l" t="t" r="r" b="b"/>
              <a:pathLst>
                <a:path w="5008" h="5231" extrusionOk="0">
                  <a:moveTo>
                    <a:pt x="2952" y="0"/>
                  </a:moveTo>
                  <a:cubicBezTo>
                    <a:pt x="1968" y="0"/>
                    <a:pt x="770" y="643"/>
                    <a:pt x="420" y="1821"/>
                  </a:cubicBezTo>
                  <a:cubicBezTo>
                    <a:pt x="0" y="3228"/>
                    <a:pt x="951" y="4867"/>
                    <a:pt x="1981" y="5173"/>
                  </a:cubicBezTo>
                  <a:cubicBezTo>
                    <a:pt x="2111" y="5212"/>
                    <a:pt x="2242" y="5230"/>
                    <a:pt x="2374" y="5230"/>
                  </a:cubicBezTo>
                  <a:cubicBezTo>
                    <a:pt x="3290" y="5230"/>
                    <a:pt x="4223" y="4340"/>
                    <a:pt x="4588" y="3110"/>
                  </a:cubicBezTo>
                  <a:cubicBezTo>
                    <a:pt x="5008" y="1701"/>
                    <a:pt x="4525" y="381"/>
                    <a:pt x="3496" y="75"/>
                  </a:cubicBezTo>
                  <a:cubicBezTo>
                    <a:pt x="3328" y="25"/>
                    <a:pt x="3144" y="0"/>
                    <a:pt x="2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576;p36">
              <a:extLst>
                <a:ext uri="{FF2B5EF4-FFF2-40B4-BE49-F238E27FC236}">
                  <a16:creationId xmlns:a16="http://schemas.microsoft.com/office/drawing/2014/main" id="{5AD85626-8CA5-1C78-BC95-96DA8ED1CE20}"/>
                </a:ext>
              </a:extLst>
            </p:cNvPr>
            <p:cNvSpPr/>
            <p:nvPr/>
          </p:nvSpPr>
          <p:spPr>
            <a:xfrm>
              <a:off x="4558700" y="2709425"/>
              <a:ext cx="52075" cy="56600"/>
            </a:xfrm>
            <a:custGeom>
              <a:avLst/>
              <a:gdLst/>
              <a:ahLst/>
              <a:cxnLst/>
              <a:rect l="l" t="t" r="r" b="b"/>
              <a:pathLst>
                <a:path w="2083" h="2264" extrusionOk="0">
                  <a:moveTo>
                    <a:pt x="1336" y="0"/>
                  </a:moveTo>
                  <a:cubicBezTo>
                    <a:pt x="980" y="0"/>
                    <a:pt x="572" y="282"/>
                    <a:pt x="322" y="738"/>
                  </a:cubicBezTo>
                  <a:cubicBezTo>
                    <a:pt x="1" y="1324"/>
                    <a:pt x="63" y="1976"/>
                    <a:pt x="460" y="2192"/>
                  </a:cubicBezTo>
                  <a:cubicBezTo>
                    <a:pt x="548" y="2241"/>
                    <a:pt x="646" y="2264"/>
                    <a:pt x="747" y="2264"/>
                  </a:cubicBezTo>
                  <a:cubicBezTo>
                    <a:pt x="1104" y="2264"/>
                    <a:pt x="1511" y="1982"/>
                    <a:pt x="1761" y="1526"/>
                  </a:cubicBezTo>
                  <a:cubicBezTo>
                    <a:pt x="2082" y="940"/>
                    <a:pt x="2020" y="288"/>
                    <a:pt x="1623" y="72"/>
                  </a:cubicBezTo>
                  <a:cubicBezTo>
                    <a:pt x="1535" y="23"/>
                    <a:pt x="1438" y="0"/>
                    <a:pt x="13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577;p36">
              <a:extLst>
                <a:ext uri="{FF2B5EF4-FFF2-40B4-BE49-F238E27FC236}">
                  <a16:creationId xmlns:a16="http://schemas.microsoft.com/office/drawing/2014/main" id="{24241030-A600-2878-7C2A-87F5761FCDCA}"/>
                </a:ext>
              </a:extLst>
            </p:cNvPr>
            <p:cNvSpPr/>
            <p:nvPr/>
          </p:nvSpPr>
          <p:spPr>
            <a:xfrm>
              <a:off x="4570225" y="2711200"/>
              <a:ext cx="53825" cy="62125"/>
            </a:xfrm>
            <a:custGeom>
              <a:avLst/>
              <a:gdLst/>
              <a:ahLst/>
              <a:cxnLst/>
              <a:rect l="l" t="t" r="r" b="b"/>
              <a:pathLst>
                <a:path w="2153" h="2485" extrusionOk="0">
                  <a:moveTo>
                    <a:pt x="1162" y="1"/>
                  </a:moveTo>
                  <a:lnTo>
                    <a:pt x="1163" y="1"/>
                  </a:lnTo>
                  <a:lnTo>
                    <a:pt x="1163" y="1"/>
                  </a:lnTo>
                  <a:cubicBezTo>
                    <a:pt x="1163" y="1"/>
                    <a:pt x="1162" y="1"/>
                    <a:pt x="1162" y="1"/>
                  </a:cubicBezTo>
                  <a:close/>
                  <a:moveTo>
                    <a:pt x="1163" y="1"/>
                  </a:moveTo>
                  <a:lnTo>
                    <a:pt x="1163" y="1"/>
                  </a:lnTo>
                  <a:cubicBezTo>
                    <a:pt x="1559" y="218"/>
                    <a:pt x="1621" y="869"/>
                    <a:pt x="1300" y="1455"/>
                  </a:cubicBezTo>
                  <a:cubicBezTo>
                    <a:pt x="1050" y="1911"/>
                    <a:pt x="642" y="2193"/>
                    <a:pt x="286" y="2193"/>
                  </a:cubicBezTo>
                  <a:cubicBezTo>
                    <a:pt x="185" y="2193"/>
                    <a:pt x="88" y="2171"/>
                    <a:pt x="0" y="2123"/>
                  </a:cubicBezTo>
                  <a:lnTo>
                    <a:pt x="0" y="2123"/>
                  </a:lnTo>
                  <a:lnTo>
                    <a:pt x="530" y="2414"/>
                  </a:lnTo>
                  <a:cubicBezTo>
                    <a:pt x="619" y="2462"/>
                    <a:pt x="716" y="2485"/>
                    <a:pt x="817" y="2485"/>
                  </a:cubicBezTo>
                  <a:cubicBezTo>
                    <a:pt x="1174" y="2485"/>
                    <a:pt x="1582" y="2202"/>
                    <a:pt x="1832" y="1747"/>
                  </a:cubicBezTo>
                  <a:cubicBezTo>
                    <a:pt x="2153" y="1161"/>
                    <a:pt x="2091" y="510"/>
                    <a:pt x="1694" y="292"/>
                  </a:cubicBez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578;p36">
              <a:extLst>
                <a:ext uri="{FF2B5EF4-FFF2-40B4-BE49-F238E27FC236}">
                  <a16:creationId xmlns:a16="http://schemas.microsoft.com/office/drawing/2014/main" id="{12D83269-B940-FB9C-22C9-6659C272D93E}"/>
                </a:ext>
              </a:extLst>
            </p:cNvPr>
            <p:cNvSpPr/>
            <p:nvPr/>
          </p:nvSpPr>
          <p:spPr>
            <a:xfrm>
              <a:off x="4388650" y="2693800"/>
              <a:ext cx="248175" cy="388675"/>
            </a:xfrm>
            <a:custGeom>
              <a:avLst/>
              <a:gdLst/>
              <a:ahLst/>
              <a:cxnLst/>
              <a:rect l="l" t="t" r="r" b="b"/>
              <a:pathLst>
                <a:path w="9927" h="15547" extrusionOk="0">
                  <a:moveTo>
                    <a:pt x="5545" y="1"/>
                  </a:moveTo>
                  <a:cubicBezTo>
                    <a:pt x="5470" y="1"/>
                    <a:pt x="5395" y="3"/>
                    <a:pt x="5320" y="6"/>
                  </a:cubicBezTo>
                  <a:cubicBezTo>
                    <a:pt x="5202" y="11"/>
                    <a:pt x="5082" y="21"/>
                    <a:pt x="4962" y="35"/>
                  </a:cubicBezTo>
                  <a:cubicBezTo>
                    <a:pt x="4785" y="56"/>
                    <a:pt x="4610" y="85"/>
                    <a:pt x="4434" y="126"/>
                  </a:cubicBezTo>
                  <a:cubicBezTo>
                    <a:pt x="3786" y="271"/>
                    <a:pt x="3178" y="544"/>
                    <a:pt x="2645" y="921"/>
                  </a:cubicBezTo>
                  <a:cubicBezTo>
                    <a:pt x="2559" y="983"/>
                    <a:pt x="2472" y="1048"/>
                    <a:pt x="2390" y="1116"/>
                  </a:cubicBezTo>
                  <a:cubicBezTo>
                    <a:pt x="2066" y="1378"/>
                    <a:pt x="1774" y="1681"/>
                    <a:pt x="1523" y="2022"/>
                  </a:cubicBezTo>
                  <a:cubicBezTo>
                    <a:pt x="1185" y="2481"/>
                    <a:pt x="902" y="2975"/>
                    <a:pt x="679" y="3490"/>
                  </a:cubicBezTo>
                  <a:lnTo>
                    <a:pt x="679" y="3491"/>
                  </a:lnTo>
                  <a:cubicBezTo>
                    <a:pt x="635" y="3596"/>
                    <a:pt x="591" y="3702"/>
                    <a:pt x="552" y="3808"/>
                  </a:cubicBezTo>
                  <a:cubicBezTo>
                    <a:pt x="161" y="4841"/>
                    <a:pt x="0" y="5957"/>
                    <a:pt x="87" y="7077"/>
                  </a:cubicBezTo>
                  <a:cubicBezTo>
                    <a:pt x="94" y="7189"/>
                    <a:pt x="106" y="7301"/>
                    <a:pt x="120" y="7413"/>
                  </a:cubicBezTo>
                  <a:cubicBezTo>
                    <a:pt x="149" y="7655"/>
                    <a:pt x="191" y="7899"/>
                    <a:pt x="244" y="8140"/>
                  </a:cubicBezTo>
                  <a:cubicBezTo>
                    <a:pt x="443" y="9047"/>
                    <a:pt x="799" y="9885"/>
                    <a:pt x="1292" y="10630"/>
                  </a:cubicBezTo>
                  <a:cubicBezTo>
                    <a:pt x="1360" y="10733"/>
                    <a:pt x="1429" y="10833"/>
                    <a:pt x="1503" y="10930"/>
                  </a:cubicBezTo>
                  <a:cubicBezTo>
                    <a:pt x="2054" y="11680"/>
                    <a:pt x="2753" y="12324"/>
                    <a:pt x="3575" y="12834"/>
                  </a:cubicBezTo>
                  <a:cubicBezTo>
                    <a:pt x="3663" y="12890"/>
                    <a:pt x="3752" y="12943"/>
                    <a:pt x="3843" y="12995"/>
                  </a:cubicBezTo>
                  <a:cubicBezTo>
                    <a:pt x="3881" y="13016"/>
                    <a:pt x="3917" y="13037"/>
                    <a:pt x="3955" y="13057"/>
                  </a:cubicBezTo>
                  <a:lnTo>
                    <a:pt x="8260" y="15415"/>
                  </a:lnTo>
                  <a:cubicBezTo>
                    <a:pt x="8422" y="15504"/>
                    <a:pt x="8596" y="15547"/>
                    <a:pt x="8768" y="15547"/>
                  </a:cubicBezTo>
                  <a:cubicBezTo>
                    <a:pt x="8798" y="15547"/>
                    <a:pt x="8829" y="15545"/>
                    <a:pt x="8860" y="15542"/>
                  </a:cubicBezTo>
                  <a:cubicBezTo>
                    <a:pt x="9204" y="15514"/>
                    <a:pt x="9528" y="15318"/>
                    <a:pt x="9705" y="14994"/>
                  </a:cubicBezTo>
                  <a:cubicBezTo>
                    <a:pt x="9926" y="14590"/>
                    <a:pt x="9860" y="14108"/>
                    <a:pt x="9573" y="13781"/>
                  </a:cubicBezTo>
                  <a:cubicBezTo>
                    <a:pt x="9493" y="13690"/>
                    <a:pt x="9396" y="13610"/>
                    <a:pt x="9282" y="13549"/>
                  </a:cubicBezTo>
                  <a:lnTo>
                    <a:pt x="4978" y="11191"/>
                  </a:lnTo>
                  <a:cubicBezTo>
                    <a:pt x="4967" y="11185"/>
                    <a:pt x="4956" y="11178"/>
                    <a:pt x="4946" y="11171"/>
                  </a:cubicBezTo>
                  <a:cubicBezTo>
                    <a:pt x="4853" y="11121"/>
                    <a:pt x="4766" y="11069"/>
                    <a:pt x="4681" y="11015"/>
                  </a:cubicBezTo>
                  <a:cubicBezTo>
                    <a:pt x="3995" y="10585"/>
                    <a:pt x="3431" y="10024"/>
                    <a:pt x="3015" y="9370"/>
                  </a:cubicBezTo>
                  <a:cubicBezTo>
                    <a:pt x="2965" y="9290"/>
                    <a:pt x="2916" y="9209"/>
                    <a:pt x="2871" y="9128"/>
                  </a:cubicBezTo>
                  <a:cubicBezTo>
                    <a:pt x="2621" y="8682"/>
                    <a:pt x="2436" y="8198"/>
                    <a:pt x="2322" y="7683"/>
                  </a:cubicBezTo>
                  <a:cubicBezTo>
                    <a:pt x="2274" y="7463"/>
                    <a:pt x="2241" y="7242"/>
                    <a:pt x="2219" y="7021"/>
                  </a:cubicBezTo>
                  <a:cubicBezTo>
                    <a:pt x="2210" y="6924"/>
                    <a:pt x="2204" y="6827"/>
                    <a:pt x="2201" y="6730"/>
                  </a:cubicBezTo>
                  <a:cubicBezTo>
                    <a:pt x="2169" y="5921"/>
                    <a:pt x="2315" y="5111"/>
                    <a:pt x="2622" y="4374"/>
                  </a:cubicBezTo>
                  <a:cubicBezTo>
                    <a:pt x="2660" y="4285"/>
                    <a:pt x="2700" y="4197"/>
                    <a:pt x="2740" y="4109"/>
                  </a:cubicBezTo>
                  <a:cubicBezTo>
                    <a:pt x="2880" y="3822"/>
                    <a:pt x="3045" y="3546"/>
                    <a:pt x="3236" y="3288"/>
                  </a:cubicBezTo>
                  <a:cubicBezTo>
                    <a:pt x="3449" y="2999"/>
                    <a:pt x="3707" y="2761"/>
                    <a:pt x="3993" y="2576"/>
                  </a:cubicBezTo>
                  <a:cubicBezTo>
                    <a:pt x="4070" y="2528"/>
                    <a:pt x="4149" y="2483"/>
                    <a:pt x="4229" y="2442"/>
                  </a:cubicBezTo>
                  <a:cubicBezTo>
                    <a:pt x="4632" y="2234"/>
                    <a:pt x="5077" y="2126"/>
                    <a:pt x="5530" y="2126"/>
                  </a:cubicBezTo>
                  <a:cubicBezTo>
                    <a:pt x="5588" y="2126"/>
                    <a:pt x="5647" y="2127"/>
                    <a:pt x="5706" y="2131"/>
                  </a:cubicBezTo>
                  <a:cubicBezTo>
                    <a:pt x="5797" y="2136"/>
                    <a:pt x="5889" y="2145"/>
                    <a:pt x="5980" y="2160"/>
                  </a:cubicBezTo>
                  <a:cubicBezTo>
                    <a:pt x="6291" y="2207"/>
                    <a:pt x="6598" y="2307"/>
                    <a:pt x="6892" y="2460"/>
                  </a:cubicBezTo>
                  <a:cubicBezTo>
                    <a:pt x="7049" y="2542"/>
                    <a:pt x="7217" y="2580"/>
                    <a:pt x="7383" y="2580"/>
                  </a:cubicBezTo>
                  <a:cubicBezTo>
                    <a:pt x="7767" y="2580"/>
                    <a:pt x="8138" y="2372"/>
                    <a:pt x="8328" y="2007"/>
                  </a:cubicBezTo>
                  <a:cubicBezTo>
                    <a:pt x="8378" y="1911"/>
                    <a:pt x="8411" y="1810"/>
                    <a:pt x="8430" y="1710"/>
                  </a:cubicBezTo>
                  <a:cubicBezTo>
                    <a:pt x="8513" y="1262"/>
                    <a:pt x="8299" y="794"/>
                    <a:pt x="7875" y="571"/>
                  </a:cubicBezTo>
                  <a:cubicBezTo>
                    <a:pt x="7152" y="194"/>
                    <a:pt x="6351" y="1"/>
                    <a:pt x="5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579;p36">
              <a:extLst>
                <a:ext uri="{FF2B5EF4-FFF2-40B4-BE49-F238E27FC236}">
                  <a16:creationId xmlns:a16="http://schemas.microsoft.com/office/drawing/2014/main" id="{4B043A05-0198-3620-C0E3-5CB87869257A}"/>
                </a:ext>
              </a:extLst>
            </p:cNvPr>
            <p:cNvSpPr/>
            <p:nvPr/>
          </p:nvSpPr>
          <p:spPr>
            <a:xfrm>
              <a:off x="4536375" y="3004175"/>
              <a:ext cx="39600" cy="46225"/>
            </a:xfrm>
            <a:custGeom>
              <a:avLst/>
              <a:gdLst/>
              <a:ahLst/>
              <a:cxnLst/>
              <a:rect l="l" t="t" r="r" b="b"/>
              <a:pathLst>
                <a:path w="1584" h="1849" extrusionOk="0">
                  <a:moveTo>
                    <a:pt x="1306" y="1"/>
                  </a:moveTo>
                  <a:cubicBezTo>
                    <a:pt x="888" y="283"/>
                    <a:pt x="311" y="813"/>
                    <a:pt x="0" y="1713"/>
                  </a:cubicBezTo>
                  <a:lnTo>
                    <a:pt x="249" y="1849"/>
                  </a:lnTo>
                  <a:cubicBezTo>
                    <a:pt x="561" y="884"/>
                    <a:pt x="1197" y="380"/>
                    <a:pt x="1583" y="152"/>
                  </a:cubicBezTo>
                  <a:lnTo>
                    <a:pt x="1306" y="1"/>
                  </a:ln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580;p36">
              <a:extLst>
                <a:ext uri="{FF2B5EF4-FFF2-40B4-BE49-F238E27FC236}">
                  <a16:creationId xmlns:a16="http://schemas.microsoft.com/office/drawing/2014/main" id="{46A31BFA-B7CB-AF7F-0E12-E2EBA008D639}"/>
                </a:ext>
              </a:extLst>
            </p:cNvPr>
            <p:cNvSpPr/>
            <p:nvPr/>
          </p:nvSpPr>
          <p:spPr>
            <a:xfrm>
              <a:off x="4478025" y="2969150"/>
              <a:ext cx="34275" cy="49525"/>
            </a:xfrm>
            <a:custGeom>
              <a:avLst/>
              <a:gdLst/>
              <a:ahLst/>
              <a:cxnLst/>
              <a:rect l="l" t="t" r="r" b="b"/>
              <a:pathLst>
                <a:path w="1371" h="1981" extrusionOk="0">
                  <a:moveTo>
                    <a:pt x="1106" y="1"/>
                  </a:moveTo>
                  <a:cubicBezTo>
                    <a:pt x="624" y="327"/>
                    <a:pt x="114" y="885"/>
                    <a:pt x="0" y="1820"/>
                  </a:cubicBezTo>
                  <a:cubicBezTo>
                    <a:pt x="88" y="1876"/>
                    <a:pt x="177" y="1929"/>
                    <a:pt x="268" y="1981"/>
                  </a:cubicBezTo>
                  <a:cubicBezTo>
                    <a:pt x="345" y="985"/>
                    <a:pt x="894" y="443"/>
                    <a:pt x="1371" y="157"/>
                  </a:cubicBezTo>
                  <a:cubicBezTo>
                    <a:pt x="1280" y="107"/>
                    <a:pt x="1191" y="55"/>
                    <a:pt x="1106"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581;p36">
              <a:extLst>
                <a:ext uri="{FF2B5EF4-FFF2-40B4-BE49-F238E27FC236}">
                  <a16:creationId xmlns:a16="http://schemas.microsoft.com/office/drawing/2014/main" id="{1C15F432-926F-3B4D-DF94-BC9418A0CEEB}"/>
                </a:ext>
              </a:extLst>
            </p:cNvPr>
            <p:cNvSpPr/>
            <p:nvPr/>
          </p:nvSpPr>
          <p:spPr>
            <a:xfrm>
              <a:off x="4420950" y="2921975"/>
              <a:ext cx="43075" cy="45100"/>
            </a:xfrm>
            <a:custGeom>
              <a:avLst/>
              <a:gdLst/>
              <a:ahLst/>
              <a:cxnLst/>
              <a:rect l="l" t="t" r="r" b="b"/>
              <a:pathLst>
                <a:path w="1723" h="1804" extrusionOk="0">
                  <a:moveTo>
                    <a:pt x="1579" y="1"/>
                  </a:moveTo>
                  <a:cubicBezTo>
                    <a:pt x="1005" y="190"/>
                    <a:pt x="303" y="603"/>
                    <a:pt x="0" y="1503"/>
                  </a:cubicBezTo>
                  <a:cubicBezTo>
                    <a:pt x="67" y="1606"/>
                    <a:pt x="137" y="1705"/>
                    <a:pt x="211" y="1803"/>
                  </a:cubicBezTo>
                  <a:cubicBezTo>
                    <a:pt x="443" y="818"/>
                    <a:pt x="1162" y="411"/>
                    <a:pt x="1723" y="243"/>
                  </a:cubicBezTo>
                  <a:cubicBezTo>
                    <a:pt x="1673" y="163"/>
                    <a:pt x="1626" y="82"/>
                    <a:pt x="157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582;p36">
              <a:extLst>
                <a:ext uri="{FF2B5EF4-FFF2-40B4-BE49-F238E27FC236}">
                  <a16:creationId xmlns:a16="http://schemas.microsoft.com/office/drawing/2014/main" id="{56DF77C0-8035-8982-FC86-CE8113CA67CB}"/>
                </a:ext>
              </a:extLst>
            </p:cNvPr>
            <p:cNvSpPr/>
            <p:nvPr/>
          </p:nvSpPr>
          <p:spPr>
            <a:xfrm>
              <a:off x="4390800" y="2860925"/>
              <a:ext cx="53375" cy="18200"/>
            </a:xfrm>
            <a:custGeom>
              <a:avLst/>
              <a:gdLst/>
              <a:ahLst/>
              <a:cxnLst/>
              <a:rect l="l" t="t" r="r" b="b"/>
              <a:pathLst>
                <a:path w="2135" h="728" extrusionOk="0">
                  <a:moveTo>
                    <a:pt x="1480" y="1"/>
                  </a:moveTo>
                  <a:cubicBezTo>
                    <a:pt x="1005" y="1"/>
                    <a:pt x="505" y="80"/>
                    <a:pt x="99" y="327"/>
                  </a:cubicBezTo>
                  <a:cubicBezTo>
                    <a:pt x="66" y="346"/>
                    <a:pt x="32" y="367"/>
                    <a:pt x="1" y="392"/>
                  </a:cubicBezTo>
                  <a:cubicBezTo>
                    <a:pt x="8" y="504"/>
                    <a:pt x="20" y="616"/>
                    <a:pt x="34" y="728"/>
                  </a:cubicBezTo>
                  <a:cubicBezTo>
                    <a:pt x="99" y="669"/>
                    <a:pt x="169" y="614"/>
                    <a:pt x="246" y="569"/>
                  </a:cubicBezTo>
                  <a:cubicBezTo>
                    <a:pt x="597" y="356"/>
                    <a:pt x="1039" y="287"/>
                    <a:pt x="1469" y="287"/>
                  </a:cubicBezTo>
                  <a:cubicBezTo>
                    <a:pt x="1700" y="287"/>
                    <a:pt x="1928" y="307"/>
                    <a:pt x="2135" y="336"/>
                  </a:cubicBezTo>
                  <a:cubicBezTo>
                    <a:pt x="2126" y="239"/>
                    <a:pt x="2118" y="142"/>
                    <a:pt x="2115" y="43"/>
                  </a:cubicBezTo>
                  <a:cubicBezTo>
                    <a:pt x="1917" y="18"/>
                    <a:pt x="1701" y="1"/>
                    <a:pt x="1480"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583;p36">
              <a:extLst>
                <a:ext uri="{FF2B5EF4-FFF2-40B4-BE49-F238E27FC236}">
                  <a16:creationId xmlns:a16="http://schemas.microsoft.com/office/drawing/2014/main" id="{F4D16DCB-0A73-14DA-BB49-0E9D58D14864}"/>
                </a:ext>
              </a:extLst>
            </p:cNvPr>
            <p:cNvSpPr/>
            <p:nvPr/>
          </p:nvSpPr>
          <p:spPr>
            <a:xfrm>
              <a:off x="4402425" y="2780550"/>
              <a:ext cx="54775" cy="22625"/>
            </a:xfrm>
            <a:custGeom>
              <a:avLst/>
              <a:gdLst/>
              <a:ahLst/>
              <a:cxnLst/>
              <a:rect l="l" t="t" r="r" b="b"/>
              <a:pathLst>
                <a:path w="2191" h="905" extrusionOk="0">
                  <a:moveTo>
                    <a:pt x="404" y="1"/>
                  </a:moveTo>
                  <a:cubicBezTo>
                    <a:pt x="386" y="1"/>
                    <a:pt x="368" y="1"/>
                    <a:pt x="351" y="2"/>
                  </a:cubicBezTo>
                  <a:cubicBezTo>
                    <a:pt x="275" y="3"/>
                    <a:pt x="201" y="11"/>
                    <a:pt x="129" y="21"/>
                  </a:cubicBezTo>
                  <a:lnTo>
                    <a:pt x="128" y="21"/>
                  </a:lnTo>
                  <a:cubicBezTo>
                    <a:pt x="84" y="126"/>
                    <a:pt x="40" y="232"/>
                    <a:pt x="1" y="338"/>
                  </a:cubicBezTo>
                  <a:cubicBezTo>
                    <a:pt x="114" y="306"/>
                    <a:pt x="234" y="289"/>
                    <a:pt x="358" y="286"/>
                  </a:cubicBezTo>
                  <a:cubicBezTo>
                    <a:pt x="373" y="286"/>
                    <a:pt x="388" y="286"/>
                    <a:pt x="404" y="286"/>
                  </a:cubicBezTo>
                  <a:cubicBezTo>
                    <a:pt x="997" y="286"/>
                    <a:pt x="1612" y="599"/>
                    <a:pt x="2071" y="904"/>
                  </a:cubicBezTo>
                  <a:cubicBezTo>
                    <a:pt x="2109" y="815"/>
                    <a:pt x="2149" y="727"/>
                    <a:pt x="2191" y="641"/>
                  </a:cubicBezTo>
                  <a:cubicBezTo>
                    <a:pt x="1703" y="319"/>
                    <a:pt x="1054" y="1"/>
                    <a:pt x="404"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584;p36">
              <a:extLst>
                <a:ext uri="{FF2B5EF4-FFF2-40B4-BE49-F238E27FC236}">
                  <a16:creationId xmlns:a16="http://schemas.microsoft.com/office/drawing/2014/main" id="{B94A4CD9-FD91-9315-1669-C45FF2F75AD8}"/>
                </a:ext>
              </a:extLst>
            </p:cNvPr>
            <p:cNvSpPr/>
            <p:nvPr/>
          </p:nvSpPr>
          <p:spPr>
            <a:xfrm>
              <a:off x="4448400" y="2716850"/>
              <a:ext cx="46000" cy="41400"/>
            </a:xfrm>
            <a:custGeom>
              <a:avLst/>
              <a:gdLst/>
              <a:ahLst/>
              <a:cxnLst/>
              <a:rect l="l" t="t" r="r" b="b"/>
              <a:pathLst>
                <a:path w="1840" h="1656" extrusionOk="0">
                  <a:moveTo>
                    <a:pt x="255" y="0"/>
                  </a:moveTo>
                  <a:cubicBezTo>
                    <a:pt x="169" y="62"/>
                    <a:pt x="82" y="126"/>
                    <a:pt x="0" y="194"/>
                  </a:cubicBezTo>
                  <a:cubicBezTo>
                    <a:pt x="840" y="546"/>
                    <a:pt x="1324" y="1135"/>
                    <a:pt x="1603" y="1656"/>
                  </a:cubicBezTo>
                  <a:cubicBezTo>
                    <a:pt x="1680" y="1607"/>
                    <a:pt x="1759" y="1561"/>
                    <a:pt x="1839" y="1520"/>
                  </a:cubicBezTo>
                  <a:cubicBezTo>
                    <a:pt x="1550" y="985"/>
                    <a:pt x="1064" y="385"/>
                    <a:pt x="255"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585;p36">
              <a:extLst>
                <a:ext uri="{FF2B5EF4-FFF2-40B4-BE49-F238E27FC236}">
                  <a16:creationId xmlns:a16="http://schemas.microsoft.com/office/drawing/2014/main" id="{858D28BE-F987-3BA8-81BE-CABDC9B4250E}"/>
                </a:ext>
              </a:extLst>
            </p:cNvPr>
            <p:cNvSpPr/>
            <p:nvPr/>
          </p:nvSpPr>
          <p:spPr>
            <a:xfrm>
              <a:off x="4512700" y="2693975"/>
              <a:ext cx="25925" cy="53825"/>
            </a:xfrm>
            <a:custGeom>
              <a:avLst/>
              <a:gdLst/>
              <a:ahLst/>
              <a:cxnLst/>
              <a:rect l="l" t="t" r="r" b="b"/>
              <a:pathLst>
                <a:path w="1037" h="2153" extrusionOk="0">
                  <a:moveTo>
                    <a:pt x="359" y="0"/>
                  </a:moveTo>
                  <a:cubicBezTo>
                    <a:pt x="240" y="5"/>
                    <a:pt x="120" y="14"/>
                    <a:pt x="0" y="29"/>
                  </a:cubicBezTo>
                  <a:cubicBezTo>
                    <a:pt x="647" y="655"/>
                    <a:pt x="765" y="1506"/>
                    <a:pt x="744" y="2124"/>
                  </a:cubicBezTo>
                  <a:cubicBezTo>
                    <a:pt x="837" y="2129"/>
                    <a:pt x="927" y="2139"/>
                    <a:pt x="1018" y="2153"/>
                  </a:cubicBezTo>
                  <a:cubicBezTo>
                    <a:pt x="1037" y="1529"/>
                    <a:pt x="931" y="676"/>
                    <a:pt x="35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586;p36">
              <a:extLst>
                <a:ext uri="{FF2B5EF4-FFF2-40B4-BE49-F238E27FC236}">
                  <a16:creationId xmlns:a16="http://schemas.microsoft.com/office/drawing/2014/main" id="{26657FCB-97F0-9351-20BF-EF2D445A650D}"/>
                </a:ext>
              </a:extLst>
            </p:cNvPr>
            <p:cNvSpPr/>
            <p:nvPr/>
          </p:nvSpPr>
          <p:spPr>
            <a:xfrm>
              <a:off x="4579075" y="3019075"/>
              <a:ext cx="70150" cy="84325"/>
            </a:xfrm>
            <a:custGeom>
              <a:avLst/>
              <a:gdLst/>
              <a:ahLst/>
              <a:cxnLst/>
              <a:rect l="l" t="t" r="r" b="b"/>
              <a:pathLst>
                <a:path w="2806" h="3373" extrusionOk="0">
                  <a:moveTo>
                    <a:pt x="1568" y="0"/>
                  </a:moveTo>
                  <a:cubicBezTo>
                    <a:pt x="1422" y="0"/>
                    <a:pt x="1251" y="77"/>
                    <a:pt x="1076" y="214"/>
                  </a:cubicBezTo>
                  <a:cubicBezTo>
                    <a:pt x="832" y="403"/>
                    <a:pt x="579" y="711"/>
                    <a:pt x="378" y="1088"/>
                  </a:cubicBezTo>
                  <a:cubicBezTo>
                    <a:pt x="192" y="1435"/>
                    <a:pt x="78" y="1783"/>
                    <a:pt x="43" y="2075"/>
                  </a:cubicBezTo>
                  <a:cubicBezTo>
                    <a:pt x="1" y="2425"/>
                    <a:pt x="69" y="2698"/>
                    <a:pt x="255" y="2796"/>
                  </a:cubicBezTo>
                  <a:lnTo>
                    <a:pt x="1328" y="3372"/>
                  </a:lnTo>
                  <a:lnTo>
                    <a:pt x="2806" y="615"/>
                  </a:lnTo>
                  <a:lnTo>
                    <a:pt x="1732" y="40"/>
                  </a:lnTo>
                  <a:cubicBezTo>
                    <a:pt x="1683" y="13"/>
                    <a:pt x="1627" y="0"/>
                    <a:pt x="15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587;p36">
              <a:extLst>
                <a:ext uri="{FF2B5EF4-FFF2-40B4-BE49-F238E27FC236}">
                  <a16:creationId xmlns:a16="http://schemas.microsoft.com/office/drawing/2014/main" id="{FA8461F6-89CA-6A36-A828-A00FB16CC29E}"/>
                </a:ext>
              </a:extLst>
            </p:cNvPr>
            <p:cNvSpPr/>
            <p:nvPr/>
          </p:nvSpPr>
          <p:spPr>
            <a:xfrm>
              <a:off x="4648500" y="3125450"/>
              <a:ext cx="87500" cy="43550"/>
            </a:xfrm>
            <a:custGeom>
              <a:avLst/>
              <a:gdLst/>
              <a:ahLst/>
              <a:cxnLst/>
              <a:rect l="l" t="t" r="r" b="b"/>
              <a:pathLst>
                <a:path w="3500" h="1742" extrusionOk="0">
                  <a:moveTo>
                    <a:pt x="598" y="0"/>
                  </a:moveTo>
                  <a:cubicBezTo>
                    <a:pt x="442" y="0"/>
                    <a:pt x="287" y="69"/>
                    <a:pt x="182" y="202"/>
                  </a:cubicBezTo>
                  <a:cubicBezTo>
                    <a:pt x="0" y="432"/>
                    <a:pt x="38" y="765"/>
                    <a:pt x="267" y="948"/>
                  </a:cubicBezTo>
                  <a:cubicBezTo>
                    <a:pt x="326" y="995"/>
                    <a:pt x="542" y="1162"/>
                    <a:pt x="851" y="1330"/>
                  </a:cubicBezTo>
                  <a:cubicBezTo>
                    <a:pt x="1223" y="1534"/>
                    <a:pt x="1729" y="1741"/>
                    <a:pt x="2248" y="1741"/>
                  </a:cubicBezTo>
                  <a:cubicBezTo>
                    <a:pt x="2569" y="1741"/>
                    <a:pt x="2894" y="1663"/>
                    <a:pt x="3196" y="1456"/>
                  </a:cubicBezTo>
                  <a:cubicBezTo>
                    <a:pt x="3439" y="1289"/>
                    <a:pt x="3499" y="957"/>
                    <a:pt x="3334" y="715"/>
                  </a:cubicBezTo>
                  <a:cubicBezTo>
                    <a:pt x="3231" y="565"/>
                    <a:pt x="3064" y="484"/>
                    <a:pt x="2894" y="484"/>
                  </a:cubicBezTo>
                  <a:cubicBezTo>
                    <a:pt x="2790" y="484"/>
                    <a:pt x="2685" y="514"/>
                    <a:pt x="2593" y="577"/>
                  </a:cubicBezTo>
                  <a:cubicBezTo>
                    <a:pt x="2497" y="644"/>
                    <a:pt x="2378" y="671"/>
                    <a:pt x="2249" y="671"/>
                  </a:cubicBezTo>
                  <a:cubicBezTo>
                    <a:pt x="1796" y="671"/>
                    <a:pt x="1206" y="332"/>
                    <a:pt x="929" y="115"/>
                  </a:cubicBezTo>
                  <a:cubicBezTo>
                    <a:pt x="831" y="38"/>
                    <a:pt x="714" y="0"/>
                    <a:pt x="598" y="0"/>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588;p36">
              <a:extLst>
                <a:ext uri="{FF2B5EF4-FFF2-40B4-BE49-F238E27FC236}">
                  <a16:creationId xmlns:a16="http://schemas.microsoft.com/office/drawing/2014/main" id="{0677E6BE-FC45-6867-8BC3-85B8CC904618}"/>
                </a:ext>
              </a:extLst>
            </p:cNvPr>
            <p:cNvSpPr/>
            <p:nvPr/>
          </p:nvSpPr>
          <p:spPr>
            <a:xfrm>
              <a:off x="4603800" y="3032650"/>
              <a:ext cx="98225" cy="111025"/>
            </a:xfrm>
            <a:custGeom>
              <a:avLst/>
              <a:gdLst/>
              <a:ahLst/>
              <a:cxnLst/>
              <a:rect l="l" t="t" r="r" b="b"/>
              <a:pathLst>
                <a:path w="3929" h="4441" extrusionOk="0">
                  <a:moveTo>
                    <a:pt x="2489" y="0"/>
                  </a:moveTo>
                  <a:cubicBezTo>
                    <a:pt x="2282" y="0"/>
                    <a:pt x="2057" y="21"/>
                    <a:pt x="1817" y="72"/>
                  </a:cubicBezTo>
                  <a:cubicBezTo>
                    <a:pt x="1767" y="45"/>
                    <a:pt x="1712" y="33"/>
                    <a:pt x="1652" y="33"/>
                  </a:cubicBezTo>
                  <a:cubicBezTo>
                    <a:pt x="1303" y="33"/>
                    <a:pt x="809" y="470"/>
                    <a:pt x="461" y="1120"/>
                  </a:cubicBezTo>
                  <a:cubicBezTo>
                    <a:pt x="63" y="1863"/>
                    <a:pt x="1" y="2609"/>
                    <a:pt x="314" y="2814"/>
                  </a:cubicBezTo>
                  <a:lnTo>
                    <a:pt x="308" y="2824"/>
                  </a:lnTo>
                  <a:cubicBezTo>
                    <a:pt x="763" y="4036"/>
                    <a:pt x="1703" y="4441"/>
                    <a:pt x="1703" y="4441"/>
                  </a:cubicBezTo>
                  <a:lnTo>
                    <a:pt x="3929" y="378"/>
                  </a:lnTo>
                  <a:cubicBezTo>
                    <a:pt x="3929" y="378"/>
                    <a:pt x="3373" y="0"/>
                    <a:pt x="2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589;p36">
              <a:extLst>
                <a:ext uri="{FF2B5EF4-FFF2-40B4-BE49-F238E27FC236}">
                  <a16:creationId xmlns:a16="http://schemas.microsoft.com/office/drawing/2014/main" id="{8557EC84-5549-9FB8-7A81-D4381865405D}"/>
                </a:ext>
              </a:extLst>
            </p:cNvPr>
            <p:cNvSpPr/>
            <p:nvPr/>
          </p:nvSpPr>
          <p:spPr>
            <a:xfrm>
              <a:off x="4634850" y="3040650"/>
              <a:ext cx="79750" cy="104700"/>
            </a:xfrm>
            <a:custGeom>
              <a:avLst/>
              <a:gdLst/>
              <a:ahLst/>
              <a:cxnLst/>
              <a:rect l="l" t="t" r="r" b="b"/>
              <a:pathLst>
                <a:path w="3190" h="4188" extrusionOk="0">
                  <a:moveTo>
                    <a:pt x="2444" y="0"/>
                  </a:moveTo>
                  <a:cubicBezTo>
                    <a:pt x="1928" y="0"/>
                    <a:pt x="1199" y="646"/>
                    <a:pt x="684" y="1606"/>
                  </a:cubicBezTo>
                  <a:cubicBezTo>
                    <a:pt x="81" y="2730"/>
                    <a:pt x="1" y="3860"/>
                    <a:pt x="504" y="4130"/>
                  </a:cubicBezTo>
                  <a:cubicBezTo>
                    <a:pt x="577" y="4169"/>
                    <a:pt x="659" y="4188"/>
                    <a:pt x="747" y="4188"/>
                  </a:cubicBezTo>
                  <a:cubicBezTo>
                    <a:pt x="1262" y="4188"/>
                    <a:pt x="1991" y="3543"/>
                    <a:pt x="2506" y="2582"/>
                  </a:cubicBezTo>
                  <a:cubicBezTo>
                    <a:pt x="3109" y="1458"/>
                    <a:pt x="3189" y="328"/>
                    <a:pt x="2687" y="58"/>
                  </a:cubicBezTo>
                  <a:cubicBezTo>
                    <a:pt x="2613" y="19"/>
                    <a:pt x="2531" y="0"/>
                    <a:pt x="2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590;p36">
              <a:extLst>
                <a:ext uri="{FF2B5EF4-FFF2-40B4-BE49-F238E27FC236}">
                  <a16:creationId xmlns:a16="http://schemas.microsoft.com/office/drawing/2014/main" id="{FEF1406C-CE30-9BC0-253C-391612DFC33E}"/>
                </a:ext>
              </a:extLst>
            </p:cNvPr>
            <p:cNvSpPr/>
            <p:nvPr/>
          </p:nvSpPr>
          <p:spPr>
            <a:xfrm>
              <a:off x="4653975" y="3055700"/>
              <a:ext cx="54575" cy="78775"/>
            </a:xfrm>
            <a:custGeom>
              <a:avLst/>
              <a:gdLst/>
              <a:ahLst/>
              <a:cxnLst/>
              <a:rect l="l" t="t" r="r" b="b"/>
              <a:pathLst>
                <a:path w="2183" h="3151" extrusionOk="0">
                  <a:moveTo>
                    <a:pt x="1620" y="0"/>
                  </a:moveTo>
                  <a:cubicBezTo>
                    <a:pt x="1608" y="0"/>
                    <a:pt x="1596" y="1"/>
                    <a:pt x="1584" y="2"/>
                  </a:cubicBezTo>
                  <a:cubicBezTo>
                    <a:pt x="1770" y="339"/>
                    <a:pt x="1662" y="1039"/>
                    <a:pt x="1288" y="1734"/>
                  </a:cubicBezTo>
                  <a:cubicBezTo>
                    <a:pt x="913" y="2436"/>
                    <a:pt x="386" y="2914"/>
                    <a:pt x="1" y="2942"/>
                  </a:cubicBezTo>
                  <a:cubicBezTo>
                    <a:pt x="40" y="3014"/>
                    <a:pt x="93" y="3072"/>
                    <a:pt x="161" y="3107"/>
                  </a:cubicBezTo>
                  <a:cubicBezTo>
                    <a:pt x="217" y="3136"/>
                    <a:pt x="278" y="3151"/>
                    <a:pt x="345" y="3151"/>
                  </a:cubicBezTo>
                  <a:cubicBezTo>
                    <a:pt x="732" y="3151"/>
                    <a:pt x="1279" y="2665"/>
                    <a:pt x="1667" y="1942"/>
                  </a:cubicBezTo>
                  <a:cubicBezTo>
                    <a:pt x="2120" y="1097"/>
                    <a:pt x="2182" y="247"/>
                    <a:pt x="1803" y="44"/>
                  </a:cubicBezTo>
                  <a:cubicBezTo>
                    <a:pt x="1748" y="14"/>
                    <a:pt x="1687" y="0"/>
                    <a:pt x="1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591;p36">
              <a:extLst>
                <a:ext uri="{FF2B5EF4-FFF2-40B4-BE49-F238E27FC236}">
                  <a16:creationId xmlns:a16="http://schemas.microsoft.com/office/drawing/2014/main" id="{BB58275F-1762-A184-4F42-43B35E6430D9}"/>
                </a:ext>
              </a:extLst>
            </p:cNvPr>
            <p:cNvSpPr/>
            <p:nvPr/>
          </p:nvSpPr>
          <p:spPr>
            <a:xfrm>
              <a:off x="4649375" y="3055725"/>
              <a:ext cx="48875" cy="73525"/>
            </a:xfrm>
            <a:custGeom>
              <a:avLst/>
              <a:gdLst/>
              <a:ahLst/>
              <a:cxnLst/>
              <a:rect l="l" t="t" r="r" b="b"/>
              <a:pathLst>
                <a:path w="1955" h="2941" extrusionOk="0">
                  <a:moveTo>
                    <a:pt x="1768" y="1"/>
                  </a:moveTo>
                  <a:lnTo>
                    <a:pt x="1768" y="1"/>
                  </a:lnTo>
                  <a:cubicBezTo>
                    <a:pt x="1385" y="29"/>
                    <a:pt x="857" y="506"/>
                    <a:pt x="482" y="1206"/>
                  </a:cubicBezTo>
                  <a:lnTo>
                    <a:pt x="482" y="1208"/>
                  </a:lnTo>
                  <a:cubicBezTo>
                    <a:pt x="108" y="1903"/>
                    <a:pt x="0" y="2601"/>
                    <a:pt x="185" y="2941"/>
                  </a:cubicBezTo>
                  <a:cubicBezTo>
                    <a:pt x="570" y="2913"/>
                    <a:pt x="1097" y="2435"/>
                    <a:pt x="1472" y="1733"/>
                  </a:cubicBezTo>
                  <a:cubicBezTo>
                    <a:pt x="1846" y="1038"/>
                    <a:pt x="1954" y="338"/>
                    <a:pt x="1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592;p36">
              <a:extLst>
                <a:ext uri="{FF2B5EF4-FFF2-40B4-BE49-F238E27FC236}">
                  <a16:creationId xmlns:a16="http://schemas.microsoft.com/office/drawing/2014/main" id="{30E6BBB3-9DF4-FA86-EAC1-026C07ACCA52}"/>
                </a:ext>
              </a:extLst>
            </p:cNvPr>
            <p:cNvSpPr/>
            <p:nvPr/>
          </p:nvSpPr>
          <p:spPr>
            <a:xfrm>
              <a:off x="4674425" y="3037025"/>
              <a:ext cx="111900" cy="75200"/>
            </a:xfrm>
            <a:custGeom>
              <a:avLst/>
              <a:gdLst/>
              <a:ahLst/>
              <a:cxnLst/>
              <a:rect l="l" t="t" r="r" b="b"/>
              <a:pathLst>
                <a:path w="4476" h="3008" extrusionOk="0">
                  <a:moveTo>
                    <a:pt x="1924" y="0"/>
                  </a:moveTo>
                  <a:cubicBezTo>
                    <a:pt x="1473" y="0"/>
                    <a:pt x="975" y="91"/>
                    <a:pt x="431" y="273"/>
                  </a:cubicBezTo>
                  <a:cubicBezTo>
                    <a:pt x="151" y="365"/>
                    <a:pt x="1" y="667"/>
                    <a:pt x="95" y="945"/>
                  </a:cubicBezTo>
                  <a:cubicBezTo>
                    <a:pt x="139" y="1079"/>
                    <a:pt x="230" y="1182"/>
                    <a:pt x="343" y="1244"/>
                  </a:cubicBezTo>
                  <a:cubicBezTo>
                    <a:pt x="421" y="1286"/>
                    <a:pt x="509" y="1310"/>
                    <a:pt x="600" y="1310"/>
                  </a:cubicBezTo>
                  <a:cubicBezTo>
                    <a:pt x="655" y="1310"/>
                    <a:pt x="712" y="1301"/>
                    <a:pt x="767" y="1282"/>
                  </a:cubicBezTo>
                  <a:cubicBezTo>
                    <a:pt x="1203" y="1136"/>
                    <a:pt x="1588" y="1063"/>
                    <a:pt x="1919" y="1063"/>
                  </a:cubicBezTo>
                  <a:cubicBezTo>
                    <a:pt x="2255" y="1063"/>
                    <a:pt x="2537" y="1139"/>
                    <a:pt x="2761" y="1289"/>
                  </a:cubicBezTo>
                  <a:cubicBezTo>
                    <a:pt x="3339" y="1680"/>
                    <a:pt x="3397" y="2498"/>
                    <a:pt x="3397" y="2506"/>
                  </a:cubicBezTo>
                  <a:cubicBezTo>
                    <a:pt x="3414" y="2789"/>
                    <a:pt x="3651" y="3008"/>
                    <a:pt x="3931" y="3008"/>
                  </a:cubicBezTo>
                  <a:cubicBezTo>
                    <a:pt x="3940" y="3008"/>
                    <a:pt x="3949" y="3007"/>
                    <a:pt x="3959" y="3007"/>
                  </a:cubicBezTo>
                  <a:cubicBezTo>
                    <a:pt x="4251" y="2990"/>
                    <a:pt x="4475" y="2742"/>
                    <a:pt x="4460" y="2450"/>
                  </a:cubicBezTo>
                  <a:cubicBezTo>
                    <a:pt x="4457" y="2395"/>
                    <a:pt x="4381" y="1107"/>
                    <a:pt x="3366" y="415"/>
                  </a:cubicBezTo>
                  <a:cubicBezTo>
                    <a:pt x="2962" y="138"/>
                    <a:pt x="2479" y="0"/>
                    <a:pt x="1924"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593;p36">
              <a:extLst>
                <a:ext uri="{FF2B5EF4-FFF2-40B4-BE49-F238E27FC236}">
                  <a16:creationId xmlns:a16="http://schemas.microsoft.com/office/drawing/2014/main" id="{58454F9A-F307-55A4-037D-BD3188073313}"/>
                </a:ext>
              </a:extLst>
            </p:cNvPr>
            <p:cNvSpPr/>
            <p:nvPr/>
          </p:nvSpPr>
          <p:spPr>
            <a:xfrm>
              <a:off x="4650925" y="3071025"/>
              <a:ext cx="109950" cy="70200"/>
            </a:xfrm>
            <a:custGeom>
              <a:avLst/>
              <a:gdLst/>
              <a:ahLst/>
              <a:cxnLst/>
              <a:rect l="l" t="t" r="r" b="b"/>
              <a:pathLst>
                <a:path w="4398" h="2808" extrusionOk="0">
                  <a:moveTo>
                    <a:pt x="1629" y="0"/>
                  </a:moveTo>
                  <a:cubicBezTo>
                    <a:pt x="1264" y="0"/>
                    <a:pt x="871" y="55"/>
                    <a:pt x="453" y="166"/>
                  </a:cubicBezTo>
                  <a:cubicBezTo>
                    <a:pt x="170" y="241"/>
                    <a:pt x="0" y="532"/>
                    <a:pt x="76" y="817"/>
                  </a:cubicBezTo>
                  <a:cubicBezTo>
                    <a:pt x="114" y="964"/>
                    <a:pt x="211" y="1080"/>
                    <a:pt x="335" y="1147"/>
                  </a:cubicBezTo>
                  <a:cubicBezTo>
                    <a:pt x="412" y="1190"/>
                    <a:pt x="500" y="1213"/>
                    <a:pt x="591" y="1213"/>
                  </a:cubicBezTo>
                  <a:cubicBezTo>
                    <a:pt x="635" y="1213"/>
                    <a:pt x="681" y="1208"/>
                    <a:pt x="726" y="1196"/>
                  </a:cubicBezTo>
                  <a:cubicBezTo>
                    <a:pt x="1054" y="1109"/>
                    <a:pt x="1354" y="1066"/>
                    <a:pt x="1625" y="1066"/>
                  </a:cubicBezTo>
                  <a:cubicBezTo>
                    <a:pt x="1999" y="1066"/>
                    <a:pt x="2318" y="1148"/>
                    <a:pt x="2580" y="1312"/>
                  </a:cubicBezTo>
                  <a:cubicBezTo>
                    <a:pt x="3161" y="1679"/>
                    <a:pt x="3298" y="2362"/>
                    <a:pt x="3299" y="2369"/>
                  </a:cubicBezTo>
                  <a:cubicBezTo>
                    <a:pt x="3344" y="2627"/>
                    <a:pt x="3567" y="2808"/>
                    <a:pt x="3820" y="2808"/>
                  </a:cubicBezTo>
                  <a:cubicBezTo>
                    <a:pt x="3851" y="2808"/>
                    <a:pt x="3883" y="2805"/>
                    <a:pt x="3914" y="2800"/>
                  </a:cubicBezTo>
                  <a:cubicBezTo>
                    <a:pt x="4203" y="2750"/>
                    <a:pt x="4397" y="2472"/>
                    <a:pt x="4347" y="2183"/>
                  </a:cubicBezTo>
                  <a:cubicBezTo>
                    <a:pt x="4340" y="2136"/>
                    <a:pt x="4140" y="1047"/>
                    <a:pt x="3164" y="423"/>
                  </a:cubicBezTo>
                  <a:cubicBezTo>
                    <a:pt x="2726" y="141"/>
                    <a:pt x="2212" y="0"/>
                    <a:pt x="1629"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594;p36">
              <a:extLst>
                <a:ext uri="{FF2B5EF4-FFF2-40B4-BE49-F238E27FC236}">
                  <a16:creationId xmlns:a16="http://schemas.microsoft.com/office/drawing/2014/main" id="{DA8EC955-F9CA-DE81-47FC-C0DEAC42FFA3}"/>
                </a:ext>
              </a:extLst>
            </p:cNvPr>
            <p:cNvSpPr/>
            <p:nvPr/>
          </p:nvSpPr>
          <p:spPr>
            <a:xfrm>
              <a:off x="4388650" y="2693825"/>
              <a:ext cx="217350" cy="377150"/>
            </a:xfrm>
            <a:custGeom>
              <a:avLst/>
              <a:gdLst/>
              <a:ahLst/>
              <a:cxnLst/>
              <a:rect l="l" t="t" r="r" b="b"/>
              <a:pathLst>
                <a:path w="8694" h="15086" extrusionOk="0">
                  <a:moveTo>
                    <a:pt x="5539" y="0"/>
                  </a:moveTo>
                  <a:cubicBezTo>
                    <a:pt x="5467" y="0"/>
                    <a:pt x="5394" y="2"/>
                    <a:pt x="5321" y="5"/>
                  </a:cubicBezTo>
                  <a:cubicBezTo>
                    <a:pt x="5202" y="11"/>
                    <a:pt x="5082" y="20"/>
                    <a:pt x="4962" y="35"/>
                  </a:cubicBezTo>
                  <a:cubicBezTo>
                    <a:pt x="4785" y="55"/>
                    <a:pt x="4610" y="85"/>
                    <a:pt x="4434" y="125"/>
                  </a:cubicBezTo>
                  <a:cubicBezTo>
                    <a:pt x="3786" y="272"/>
                    <a:pt x="3178" y="544"/>
                    <a:pt x="2645" y="921"/>
                  </a:cubicBezTo>
                  <a:cubicBezTo>
                    <a:pt x="2559" y="983"/>
                    <a:pt x="2472" y="1047"/>
                    <a:pt x="2390" y="1115"/>
                  </a:cubicBezTo>
                  <a:cubicBezTo>
                    <a:pt x="2066" y="1377"/>
                    <a:pt x="1774" y="1682"/>
                    <a:pt x="1523" y="2023"/>
                  </a:cubicBezTo>
                  <a:cubicBezTo>
                    <a:pt x="1185" y="2482"/>
                    <a:pt x="902" y="2974"/>
                    <a:pt x="679" y="3490"/>
                  </a:cubicBezTo>
                  <a:cubicBezTo>
                    <a:pt x="635" y="3595"/>
                    <a:pt x="591" y="3701"/>
                    <a:pt x="552" y="3807"/>
                  </a:cubicBezTo>
                  <a:cubicBezTo>
                    <a:pt x="161" y="4840"/>
                    <a:pt x="0" y="5956"/>
                    <a:pt x="87" y="7076"/>
                  </a:cubicBezTo>
                  <a:cubicBezTo>
                    <a:pt x="94" y="7188"/>
                    <a:pt x="106" y="7300"/>
                    <a:pt x="120" y="7412"/>
                  </a:cubicBezTo>
                  <a:cubicBezTo>
                    <a:pt x="149" y="7654"/>
                    <a:pt x="191" y="7898"/>
                    <a:pt x="244" y="8139"/>
                  </a:cubicBezTo>
                  <a:cubicBezTo>
                    <a:pt x="443" y="9046"/>
                    <a:pt x="799" y="9884"/>
                    <a:pt x="1292" y="10629"/>
                  </a:cubicBezTo>
                  <a:cubicBezTo>
                    <a:pt x="1360" y="10732"/>
                    <a:pt x="1429" y="10832"/>
                    <a:pt x="1503" y="10929"/>
                  </a:cubicBezTo>
                  <a:cubicBezTo>
                    <a:pt x="2054" y="11679"/>
                    <a:pt x="2753" y="12323"/>
                    <a:pt x="3575" y="12833"/>
                  </a:cubicBezTo>
                  <a:cubicBezTo>
                    <a:pt x="3663" y="12889"/>
                    <a:pt x="3752" y="12942"/>
                    <a:pt x="3843" y="12994"/>
                  </a:cubicBezTo>
                  <a:cubicBezTo>
                    <a:pt x="3881" y="13015"/>
                    <a:pt x="3917" y="13036"/>
                    <a:pt x="3955" y="13056"/>
                  </a:cubicBezTo>
                  <a:lnTo>
                    <a:pt x="7660" y="15085"/>
                  </a:lnTo>
                  <a:cubicBezTo>
                    <a:pt x="7695" y="14793"/>
                    <a:pt x="7809" y="14445"/>
                    <a:pt x="7995" y="14098"/>
                  </a:cubicBezTo>
                  <a:cubicBezTo>
                    <a:pt x="8196" y="13721"/>
                    <a:pt x="8448" y="13413"/>
                    <a:pt x="8693" y="13224"/>
                  </a:cubicBezTo>
                  <a:lnTo>
                    <a:pt x="7960" y="12824"/>
                  </a:lnTo>
                  <a:cubicBezTo>
                    <a:pt x="7948" y="12839"/>
                    <a:pt x="7936" y="12857"/>
                    <a:pt x="7924" y="12874"/>
                  </a:cubicBezTo>
                  <a:cubicBezTo>
                    <a:pt x="7592" y="13330"/>
                    <a:pt x="7074" y="13578"/>
                    <a:pt x="6547" y="13578"/>
                  </a:cubicBezTo>
                  <a:cubicBezTo>
                    <a:pt x="6252" y="13578"/>
                    <a:pt x="5954" y="13500"/>
                    <a:pt x="5685" y="13337"/>
                  </a:cubicBezTo>
                  <a:cubicBezTo>
                    <a:pt x="2247" y="11259"/>
                    <a:pt x="11" y="9592"/>
                    <a:pt x="1429" y="4623"/>
                  </a:cubicBezTo>
                  <a:cubicBezTo>
                    <a:pt x="2251" y="1748"/>
                    <a:pt x="4039" y="1040"/>
                    <a:pt x="5603" y="1040"/>
                  </a:cubicBezTo>
                  <a:cubicBezTo>
                    <a:pt x="7123" y="1040"/>
                    <a:pt x="8430" y="1709"/>
                    <a:pt x="8430" y="1709"/>
                  </a:cubicBezTo>
                  <a:cubicBezTo>
                    <a:pt x="8513" y="1262"/>
                    <a:pt x="8299" y="794"/>
                    <a:pt x="7875" y="570"/>
                  </a:cubicBezTo>
                  <a:cubicBezTo>
                    <a:pt x="7150" y="193"/>
                    <a:pt x="6346" y="0"/>
                    <a:pt x="553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135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60E6B5F5-1E23-9EA2-AA4F-FD1E537CE953}"/>
            </a:ext>
          </a:extLst>
        </p:cNvPr>
        <p:cNvGrpSpPr/>
        <p:nvPr/>
      </p:nvGrpSpPr>
      <p:grpSpPr>
        <a:xfrm>
          <a:off x="0" y="0"/>
          <a:ext cx="0" cy="0"/>
          <a:chOff x="0" y="0"/>
          <a:chExt cx="0" cy="0"/>
        </a:xfrm>
      </p:grpSpPr>
      <p:sp>
        <p:nvSpPr>
          <p:cNvPr id="282" name="Google Shape;282;p25">
            <a:extLst>
              <a:ext uri="{FF2B5EF4-FFF2-40B4-BE49-F238E27FC236}">
                <a16:creationId xmlns:a16="http://schemas.microsoft.com/office/drawing/2014/main" id="{C008F072-EDE2-C42C-9F64-B168E55911E1}"/>
              </a:ext>
            </a:extLst>
          </p:cNvPr>
          <p:cNvSpPr txBox="1">
            <a:spLocks noGrp="1"/>
          </p:cNvSpPr>
          <p:nvPr>
            <p:ph type="body" idx="1"/>
          </p:nvPr>
        </p:nvSpPr>
        <p:spPr>
          <a:xfrm>
            <a:off x="628680" y="1150111"/>
            <a:ext cx="7886640" cy="2843278"/>
          </a:xfrm>
          <a:prstGeom prst="rect">
            <a:avLst/>
          </a:prstGeom>
        </p:spPr>
        <p:txBody>
          <a:bodyPr spcFirstLastPara="1" wrap="square" lIns="91425" tIns="91425" rIns="91425" bIns="91425" anchor="t" anchorCtr="0">
            <a:noAutofit/>
          </a:bodyPr>
          <a:lstStyle/>
          <a:p>
            <a:pPr algn="just"/>
            <a:r>
              <a:rPr lang="en-US" dirty="0"/>
              <a:t>Future improvements will focus on integrating more specialized academic models to enhance writing quality. </a:t>
            </a:r>
          </a:p>
          <a:p>
            <a:pPr algn="just"/>
            <a:r>
              <a:rPr lang="en-US" dirty="0"/>
              <a:t>We plan to add customizable citation styles like APA (American Psychological Association) and MLA (Modern Language Association) to meet diverse academic standards. We also aim to expand multilingual capabilities, introduce real-time collaboration and cloud-saving features, and develop a mobile-friendly version to improve accessibility across devices. </a:t>
            </a:r>
          </a:p>
          <a:p>
            <a:pPr algn="just"/>
            <a:r>
              <a:rPr lang="en-US" dirty="0"/>
              <a:t>Additionally, we plan to upgrade the system by purchasing more memory to support larger models and faster processing.</a:t>
            </a:r>
          </a:p>
        </p:txBody>
      </p:sp>
      <p:grpSp>
        <p:nvGrpSpPr>
          <p:cNvPr id="5" name="Google Shape;775;p38">
            <a:extLst>
              <a:ext uri="{FF2B5EF4-FFF2-40B4-BE49-F238E27FC236}">
                <a16:creationId xmlns:a16="http://schemas.microsoft.com/office/drawing/2014/main" id="{5288FE90-4958-A1B0-632C-89C9C2012C56}"/>
              </a:ext>
            </a:extLst>
          </p:cNvPr>
          <p:cNvGrpSpPr/>
          <p:nvPr/>
        </p:nvGrpSpPr>
        <p:grpSpPr>
          <a:xfrm>
            <a:off x="0" y="3767851"/>
            <a:ext cx="1732082" cy="1375649"/>
            <a:chOff x="2735825" y="2251925"/>
            <a:chExt cx="1386775" cy="1101400"/>
          </a:xfrm>
        </p:grpSpPr>
        <p:sp>
          <p:nvSpPr>
            <p:cNvPr id="6" name="Google Shape;776;p38">
              <a:extLst>
                <a:ext uri="{FF2B5EF4-FFF2-40B4-BE49-F238E27FC236}">
                  <a16:creationId xmlns:a16="http://schemas.microsoft.com/office/drawing/2014/main" id="{4CDDA8C7-E14C-D76A-AA92-870C4AED7E29}"/>
                </a:ext>
              </a:extLst>
            </p:cNvPr>
            <p:cNvSpPr/>
            <p:nvPr/>
          </p:nvSpPr>
          <p:spPr>
            <a:xfrm>
              <a:off x="3436875" y="2721175"/>
              <a:ext cx="551875" cy="126275"/>
            </a:xfrm>
            <a:custGeom>
              <a:avLst/>
              <a:gdLst/>
              <a:ahLst/>
              <a:cxnLst/>
              <a:rect l="l" t="t" r="r" b="b"/>
              <a:pathLst>
                <a:path w="22075" h="5051" extrusionOk="0">
                  <a:moveTo>
                    <a:pt x="1253" y="0"/>
                  </a:moveTo>
                  <a:lnTo>
                    <a:pt x="1" y="1689"/>
                  </a:lnTo>
                  <a:lnTo>
                    <a:pt x="2" y="1689"/>
                  </a:lnTo>
                  <a:cubicBezTo>
                    <a:pt x="587" y="2124"/>
                    <a:pt x="1206" y="2517"/>
                    <a:pt x="1858" y="2869"/>
                  </a:cubicBezTo>
                  <a:cubicBezTo>
                    <a:pt x="2736" y="3343"/>
                    <a:pt x="3674" y="3741"/>
                    <a:pt x="4666" y="4063"/>
                  </a:cubicBezTo>
                  <a:cubicBezTo>
                    <a:pt x="4796" y="4105"/>
                    <a:pt x="4928" y="4146"/>
                    <a:pt x="5060" y="4185"/>
                  </a:cubicBezTo>
                  <a:cubicBezTo>
                    <a:pt x="5687" y="4373"/>
                    <a:pt x="6334" y="4529"/>
                    <a:pt x="7002" y="4656"/>
                  </a:cubicBezTo>
                  <a:cubicBezTo>
                    <a:pt x="7086" y="4671"/>
                    <a:pt x="7170" y="4687"/>
                    <a:pt x="7255" y="4702"/>
                  </a:cubicBezTo>
                  <a:cubicBezTo>
                    <a:pt x="7306" y="4711"/>
                    <a:pt x="7358" y="4720"/>
                    <a:pt x="7409" y="4729"/>
                  </a:cubicBezTo>
                  <a:cubicBezTo>
                    <a:pt x="8151" y="4855"/>
                    <a:pt x="8919" y="4943"/>
                    <a:pt x="9708" y="4994"/>
                  </a:cubicBezTo>
                  <a:cubicBezTo>
                    <a:pt x="9854" y="5005"/>
                    <a:pt x="9999" y="5012"/>
                    <a:pt x="10146" y="5018"/>
                  </a:cubicBezTo>
                  <a:cubicBezTo>
                    <a:pt x="10558" y="5039"/>
                    <a:pt x="10976" y="5050"/>
                    <a:pt x="11400" y="5050"/>
                  </a:cubicBezTo>
                  <a:cubicBezTo>
                    <a:pt x="11886" y="5050"/>
                    <a:pt x="12379" y="5036"/>
                    <a:pt x="12877" y="5011"/>
                  </a:cubicBezTo>
                  <a:cubicBezTo>
                    <a:pt x="13009" y="5003"/>
                    <a:pt x="13141" y="4996"/>
                    <a:pt x="13274" y="4986"/>
                  </a:cubicBezTo>
                  <a:cubicBezTo>
                    <a:pt x="13645" y="4962"/>
                    <a:pt x="14019" y="4930"/>
                    <a:pt x="14396" y="4893"/>
                  </a:cubicBezTo>
                  <a:cubicBezTo>
                    <a:pt x="14939" y="4838"/>
                    <a:pt x="15463" y="4770"/>
                    <a:pt x="15966" y="4694"/>
                  </a:cubicBezTo>
                  <a:cubicBezTo>
                    <a:pt x="16108" y="4673"/>
                    <a:pt x="16250" y="4652"/>
                    <a:pt x="16391" y="4629"/>
                  </a:cubicBezTo>
                  <a:cubicBezTo>
                    <a:pt x="17350" y="4471"/>
                    <a:pt x="18226" y="4288"/>
                    <a:pt x="18986" y="4105"/>
                  </a:cubicBezTo>
                  <a:cubicBezTo>
                    <a:pt x="19139" y="4069"/>
                    <a:pt x="19289" y="4031"/>
                    <a:pt x="19431" y="3994"/>
                  </a:cubicBezTo>
                  <a:cubicBezTo>
                    <a:pt x="21011" y="3593"/>
                    <a:pt x="22000" y="3223"/>
                    <a:pt x="22074" y="3196"/>
                  </a:cubicBezTo>
                  <a:lnTo>
                    <a:pt x="21746" y="2328"/>
                  </a:lnTo>
                  <a:lnTo>
                    <a:pt x="21702" y="2212"/>
                  </a:lnTo>
                  <a:lnTo>
                    <a:pt x="21331" y="1228"/>
                  </a:lnTo>
                  <a:cubicBezTo>
                    <a:pt x="21297" y="1241"/>
                    <a:pt x="20364" y="1586"/>
                    <a:pt x="18872" y="1965"/>
                  </a:cubicBezTo>
                  <a:cubicBezTo>
                    <a:pt x="18739" y="1998"/>
                    <a:pt x="18601" y="2033"/>
                    <a:pt x="18459" y="2066"/>
                  </a:cubicBezTo>
                  <a:cubicBezTo>
                    <a:pt x="17804" y="2224"/>
                    <a:pt x="17062" y="2381"/>
                    <a:pt x="16252" y="2519"/>
                  </a:cubicBezTo>
                  <a:cubicBezTo>
                    <a:pt x="16108" y="2543"/>
                    <a:pt x="15960" y="2567"/>
                    <a:pt x="15811" y="2590"/>
                  </a:cubicBezTo>
                  <a:cubicBezTo>
                    <a:pt x="15275" y="2674"/>
                    <a:pt x="14714" y="2748"/>
                    <a:pt x="14133" y="2805"/>
                  </a:cubicBezTo>
                  <a:cubicBezTo>
                    <a:pt x="13968" y="2822"/>
                    <a:pt x="13798" y="2839"/>
                    <a:pt x="13627" y="2852"/>
                  </a:cubicBezTo>
                  <a:cubicBezTo>
                    <a:pt x="13478" y="2864"/>
                    <a:pt x="13329" y="2876"/>
                    <a:pt x="13176" y="2886"/>
                  </a:cubicBezTo>
                  <a:cubicBezTo>
                    <a:pt x="12623" y="2922"/>
                    <a:pt x="12045" y="2944"/>
                    <a:pt x="11448" y="2944"/>
                  </a:cubicBezTo>
                  <a:cubicBezTo>
                    <a:pt x="11051" y="2944"/>
                    <a:pt x="10646" y="2934"/>
                    <a:pt x="10235" y="2913"/>
                  </a:cubicBezTo>
                  <a:cubicBezTo>
                    <a:pt x="10101" y="2907"/>
                    <a:pt x="9964" y="2898"/>
                    <a:pt x="9828" y="2890"/>
                  </a:cubicBezTo>
                  <a:cubicBezTo>
                    <a:pt x="9154" y="2843"/>
                    <a:pt x="8466" y="2766"/>
                    <a:pt x="7776" y="2649"/>
                  </a:cubicBezTo>
                  <a:cubicBezTo>
                    <a:pt x="7644" y="2628"/>
                    <a:pt x="7512" y="2604"/>
                    <a:pt x="7382" y="2580"/>
                  </a:cubicBezTo>
                  <a:cubicBezTo>
                    <a:pt x="6832" y="2475"/>
                    <a:pt x="6281" y="2345"/>
                    <a:pt x="5732" y="2184"/>
                  </a:cubicBezTo>
                  <a:cubicBezTo>
                    <a:pt x="5600" y="2146"/>
                    <a:pt x="5469" y="2105"/>
                    <a:pt x="5338" y="2063"/>
                  </a:cubicBezTo>
                  <a:cubicBezTo>
                    <a:pt x="3916" y="1609"/>
                    <a:pt x="2526" y="944"/>
                    <a:pt x="1253"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77;p38">
              <a:extLst>
                <a:ext uri="{FF2B5EF4-FFF2-40B4-BE49-F238E27FC236}">
                  <a16:creationId xmlns:a16="http://schemas.microsoft.com/office/drawing/2014/main" id="{C9DB5B9F-A7F0-CA47-C062-37EFBE14FA8A}"/>
                </a:ext>
              </a:extLst>
            </p:cNvPr>
            <p:cNvSpPr/>
            <p:nvPr/>
          </p:nvSpPr>
          <p:spPr>
            <a:xfrm>
              <a:off x="3947100" y="2742375"/>
              <a:ext cx="52375" cy="73975"/>
            </a:xfrm>
            <a:custGeom>
              <a:avLst/>
              <a:gdLst/>
              <a:ahLst/>
              <a:cxnLst/>
              <a:rect l="l" t="t" r="r" b="b"/>
              <a:pathLst>
                <a:path w="2095" h="2959" extrusionOk="0">
                  <a:moveTo>
                    <a:pt x="1397" y="0"/>
                  </a:moveTo>
                  <a:lnTo>
                    <a:pt x="355" y="271"/>
                  </a:lnTo>
                  <a:cubicBezTo>
                    <a:pt x="189" y="315"/>
                    <a:pt x="78" y="506"/>
                    <a:pt x="34" y="780"/>
                  </a:cubicBezTo>
                  <a:cubicBezTo>
                    <a:pt x="25" y="833"/>
                    <a:pt x="17" y="891"/>
                    <a:pt x="14" y="950"/>
                  </a:cubicBezTo>
                  <a:lnTo>
                    <a:pt x="14" y="952"/>
                  </a:lnTo>
                  <a:cubicBezTo>
                    <a:pt x="1" y="1164"/>
                    <a:pt x="22" y="1409"/>
                    <a:pt x="81" y="1668"/>
                  </a:cubicBezTo>
                  <a:cubicBezTo>
                    <a:pt x="89" y="1700"/>
                    <a:pt x="96" y="1733"/>
                    <a:pt x="105" y="1766"/>
                  </a:cubicBezTo>
                  <a:cubicBezTo>
                    <a:pt x="119" y="1816"/>
                    <a:pt x="133" y="1866"/>
                    <a:pt x="148" y="1915"/>
                  </a:cubicBezTo>
                  <a:cubicBezTo>
                    <a:pt x="234" y="2189"/>
                    <a:pt x="351" y="2428"/>
                    <a:pt x="482" y="2609"/>
                  </a:cubicBezTo>
                  <a:cubicBezTo>
                    <a:pt x="508" y="2645"/>
                    <a:pt x="535" y="2680"/>
                    <a:pt x="563" y="2710"/>
                  </a:cubicBezTo>
                  <a:cubicBezTo>
                    <a:pt x="564" y="2713"/>
                    <a:pt x="566" y="2713"/>
                    <a:pt x="566" y="2715"/>
                  </a:cubicBezTo>
                  <a:cubicBezTo>
                    <a:pt x="701" y="2870"/>
                    <a:pt x="846" y="2958"/>
                    <a:pt x="980" y="2958"/>
                  </a:cubicBezTo>
                  <a:cubicBezTo>
                    <a:pt x="1004" y="2958"/>
                    <a:pt x="1028" y="2956"/>
                    <a:pt x="1052" y="2949"/>
                  </a:cubicBezTo>
                  <a:lnTo>
                    <a:pt x="2094" y="2678"/>
                  </a:lnTo>
                  <a:lnTo>
                    <a:pt x="1397" y="0"/>
                  </a:ln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78;p38">
              <a:extLst>
                <a:ext uri="{FF2B5EF4-FFF2-40B4-BE49-F238E27FC236}">
                  <a16:creationId xmlns:a16="http://schemas.microsoft.com/office/drawing/2014/main" id="{6960017D-0101-8BF2-BABE-FCC7A1D415F5}"/>
                </a:ext>
              </a:extLst>
            </p:cNvPr>
            <p:cNvSpPr/>
            <p:nvPr/>
          </p:nvSpPr>
          <p:spPr>
            <a:xfrm>
              <a:off x="3970975" y="2715625"/>
              <a:ext cx="74850" cy="101600"/>
            </a:xfrm>
            <a:custGeom>
              <a:avLst/>
              <a:gdLst/>
              <a:ahLst/>
              <a:cxnLst/>
              <a:rect l="l" t="t" r="r" b="b"/>
              <a:pathLst>
                <a:path w="2994" h="4064" extrusionOk="0">
                  <a:moveTo>
                    <a:pt x="1998" y="1"/>
                  </a:moveTo>
                  <a:cubicBezTo>
                    <a:pt x="1998" y="1"/>
                    <a:pt x="1103" y="136"/>
                    <a:pt x="442" y="1070"/>
                  </a:cubicBezTo>
                  <a:cubicBezTo>
                    <a:pt x="112" y="1157"/>
                    <a:pt x="0" y="1826"/>
                    <a:pt x="192" y="2565"/>
                  </a:cubicBezTo>
                  <a:lnTo>
                    <a:pt x="191" y="2565"/>
                  </a:lnTo>
                  <a:cubicBezTo>
                    <a:pt x="370" y="3252"/>
                    <a:pt x="749" y="3758"/>
                    <a:pt x="1067" y="3758"/>
                  </a:cubicBezTo>
                  <a:cubicBezTo>
                    <a:pt x="1083" y="3758"/>
                    <a:pt x="1099" y="3757"/>
                    <a:pt x="1115" y="3754"/>
                  </a:cubicBezTo>
                  <a:lnTo>
                    <a:pt x="1116" y="3765"/>
                  </a:lnTo>
                  <a:cubicBezTo>
                    <a:pt x="1585" y="4000"/>
                    <a:pt x="2017" y="4064"/>
                    <a:pt x="2349" y="4064"/>
                  </a:cubicBezTo>
                  <a:cubicBezTo>
                    <a:pt x="2742" y="4064"/>
                    <a:pt x="2993" y="3974"/>
                    <a:pt x="2993" y="3974"/>
                  </a:cubicBezTo>
                  <a:lnTo>
                    <a:pt x="1998" y="1"/>
                  </a:ln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79;p38">
              <a:extLst>
                <a:ext uri="{FF2B5EF4-FFF2-40B4-BE49-F238E27FC236}">
                  <a16:creationId xmlns:a16="http://schemas.microsoft.com/office/drawing/2014/main" id="{BCA99315-59EA-3411-E5F6-AADD42839B74}"/>
                </a:ext>
              </a:extLst>
            </p:cNvPr>
            <p:cNvSpPr/>
            <p:nvPr/>
          </p:nvSpPr>
          <p:spPr>
            <a:xfrm>
              <a:off x="4005200" y="2715300"/>
              <a:ext cx="56175" cy="99575"/>
            </a:xfrm>
            <a:custGeom>
              <a:avLst/>
              <a:gdLst/>
              <a:ahLst/>
              <a:cxnLst/>
              <a:rect l="l" t="t" r="r" b="b"/>
              <a:pathLst>
                <a:path w="2247" h="3983" extrusionOk="0">
                  <a:moveTo>
                    <a:pt x="736" y="0"/>
                  </a:moveTo>
                  <a:cubicBezTo>
                    <a:pt x="700" y="0"/>
                    <a:pt x="664" y="5"/>
                    <a:pt x="629" y="14"/>
                  </a:cubicBezTo>
                  <a:cubicBezTo>
                    <a:pt x="176" y="132"/>
                    <a:pt x="0" y="991"/>
                    <a:pt x="205" y="1986"/>
                  </a:cubicBezTo>
                  <a:cubicBezTo>
                    <a:pt x="220" y="2063"/>
                    <a:pt x="238" y="2142"/>
                    <a:pt x="259" y="2221"/>
                  </a:cubicBezTo>
                  <a:cubicBezTo>
                    <a:pt x="303" y="2394"/>
                    <a:pt x="356" y="2556"/>
                    <a:pt x="417" y="2710"/>
                  </a:cubicBezTo>
                  <a:cubicBezTo>
                    <a:pt x="709" y="3467"/>
                    <a:pt x="1161" y="3982"/>
                    <a:pt x="1551" y="3982"/>
                  </a:cubicBezTo>
                  <a:cubicBezTo>
                    <a:pt x="1587" y="3982"/>
                    <a:pt x="1622" y="3978"/>
                    <a:pt x="1657" y="3969"/>
                  </a:cubicBezTo>
                  <a:cubicBezTo>
                    <a:pt x="2063" y="3863"/>
                    <a:pt x="2247" y="3164"/>
                    <a:pt x="2135" y="2304"/>
                  </a:cubicBezTo>
                  <a:cubicBezTo>
                    <a:pt x="2112" y="2128"/>
                    <a:pt x="2075" y="1947"/>
                    <a:pt x="2027" y="1760"/>
                  </a:cubicBezTo>
                  <a:cubicBezTo>
                    <a:pt x="2000" y="1651"/>
                    <a:pt x="1966" y="1545"/>
                    <a:pt x="1933" y="1444"/>
                  </a:cubicBezTo>
                  <a:cubicBezTo>
                    <a:pt x="1645" y="595"/>
                    <a:pt x="1155" y="0"/>
                    <a:pt x="736"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80;p38">
              <a:extLst>
                <a:ext uri="{FF2B5EF4-FFF2-40B4-BE49-F238E27FC236}">
                  <a16:creationId xmlns:a16="http://schemas.microsoft.com/office/drawing/2014/main" id="{48766E2C-447D-9088-65AF-482368CA9379}"/>
                </a:ext>
              </a:extLst>
            </p:cNvPr>
            <p:cNvSpPr/>
            <p:nvPr/>
          </p:nvSpPr>
          <p:spPr>
            <a:xfrm>
              <a:off x="4023650" y="2726700"/>
              <a:ext cx="35825" cy="74900"/>
            </a:xfrm>
            <a:custGeom>
              <a:avLst/>
              <a:gdLst/>
              <a:ahLst/>
              <a:cxnLst/>
              <a:rect l="l" t="t" r="r" b="b"/>
              <a:pathLst>
                <a:path w="1433" h="2996" extrusionOk="0">
                  <a:moveTo>
                    <a:pt x="248" y="0"/>
                  </a:moveTo>
                  <a:cubicBezTo>
                    <a:pt x="220" y="0"/>
                    <a:pt x="193" y="4"/>
                    <a:pt x="167" y="11"/>
                  </a:cubicBezTo>
                  <a:cubicBezTo>
                    <a:pt x="103" y="26"/>
                    <a:pt x="48" y="62"/>
                    <a:pt x="0" y="114"/>
                  </a:cubicBezTo>
                  <a:cubicBezTo>
                    <a:pt x="323" y="223"/>
                    <a:pt x="673" y="741"/>
                    <a:pt x="848" y="1416"/>
                  </a:cubicBezTo>
                  <a:cubicBezTo>
                    <a:pt x="1025" y="2098"/>
                    <a:pt x="971" y="2725"/>
                    <a:pt x="738" y="2975"/>
                  </a:cubicBezTo>
                  <a:cubicBezTo>
                    <a:pt x="779" y="2989"/>
                    <a:pt x="820" y="2996"/>
                    <a:pt x="860" y="2996"/>
                  </a:cubicBezTo>
                  <a:cubicBezTo>
                    <a:pt x="887" y="2996"/>
                    <a:pt x="914" y="2992"/>
                    <a:pt x="941" y="2986"/>
                  </a:cubicBezTo>
                  <a:cubicBezTo>
                    <a:pt x="1309" y="2890"/>
                    <a:pt x="1433" y="2147"/>
                    <a:pt x="1219" y="1324"/>
                  </a:cubicBezTo>
                  <a:cubicBezTo>
                    <a:pt x="1021" y="562"/>
                    <a:pt x="602" y="0"/>
                    <a:pt x="248" y="0"/>
                  </a:cubicBezTo>
                  <a:close/>
                </a:path>
              </a:pathLst>
            </a:custGeom>
            <a:solidFill>
              <a:srgbClr val="F4A6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81;p38">
              <a:extLst>
                <a:ext uri="{FF2B5EF4-FFF2-40B4-BE49-F238E27FC236}">
                  <a16:creationId xmlns:a16="http://schemas.microsoft.com/office/drawing/2014/main" id="{507AA2CE-B6BB-2C15-7800-FC787291A70A}"/>
                </a:ext>
              </a:extLst>
            </p:cNvPr>
            <p:cNvSpPr/>
            <p:nvPr/>
          </p:nvSpPr>
          <p:spPr>
            <a:xfrm>
              <a:off x="4016475" y="2729575"/>
              <a:ext cx="31300" cy="71525"/>
            </a:xfrm>
            <a:custGeom>
              <a:avLst/>
              <a:gdLst/>
              <a:ahLst/>
              <a:cxnLst/>
              <a:rect l="l" t="t" r="r" b="b"/>
              <a:pathLst>
                <a:path w="1252" h="2861" extrusionOk="0">
                  <a:moveTo>
                    <a:pt x="287" y="0"/>
                  </a:moveTo>
                  <a:cubicBezTo>
                    <a:pt x="57" y="246"/>
                    <a:pt x="1" y="858"/>
                    <a:pt x="169" y="1527"/>
                  </a:cubicBezTo>
                  <a:cubicBezTo>
                    <a:pt x="170" y="1536"/>
                    <a:pt x="173" y="1547"/>
                    <a:pt x="175" y="1556"/>
                  </a:cubicBezTo>
                  <a:cubicBezTo>
                    <a:pt x="249" y="1838"/>
                    <a:pt x="352" y="2091"/>
                    <a:pt x="470" y="2300"/>
                  </a:cubicBezTo>
                  <a:cubicBezTo>
                    <a:pt x="637" y="2592"/>
                    <a:pt x="835" y="2796"/>
                    <a:pt x="1025" y="2860"/>
                  </a:cubicBezTo>
                  <a:cubicBezTo>
                    <a:pt x="1143" y="2733"/>
                    <a:pt x="1216" y="2507"/>
                    <a:pt x="1234" y="2227"/>
                  </a:cubicBezTo>
                  <a:cubicBezTo>
                    <a:pt x="1252" y="1983"/>
                    <a:pt x="1228" y="1698"/>
                    <a:pt x="1158" y="1400"/>
                  </a:cubicBezTo>
                  <a:cubicBezTo>
                    <a:pt x="1152" y="1367"/>
                    <a:pt x="1143" y="1335"/>
                    <a:pt x="1135" y="1303"/>
                  </a:cubicBezTo>
                  <a:cubicBezTo>
                    <a:pt x="960" y="626"/>
                    <a:pt x="610" y="108"/>
                    <a:pt x="287"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82;p38">
              <a:extLst>
                <a:ext uri="{FF2B5EF4-FFF2-40B4-BE49-F238E27FC236}">
                  <a16:creationId xmlns:a16="http://schemas.microsoft.com/office/drawing/2014/main" id="{E4DE878E-83B5-685B-3109-F7707EEB84A6}"/>
                </a:ext>
              </a:extLst>
            </p:cNvPr>
            <p:cNvSpPr/>
            <p:nvPr/>
          </p:nvSpPr>
          <p:spPr>
            <a:xfrm>
              <a:off x="4013800" y="2729575"/>
              <a:ext cx="79075" cy="45050"/>
            </a:xfrm>
            <a:custGeom>
              <a:avLst/>
              <a:gdLst/>
              <a:ahLst/>
              <a:cxnLst/>
              <a:rect l="l" t="t" r="r" b="b"/>
              <a:pathLst>
                <a:path w="3163" h="1802" extrusionOk="0">
                  <a:moveTo>
                    <a:pt x="1900" y="1"/>
                  </a:moveTo>
                  <a:cubicBezTo>
                    <a:pt x="1197" y="1"/>
                    <a:pt x="449" y="398"/>
                    <a:pt x="267" y="500"/>
                  </a:cubicBezTo>
                  <a:cubicBezTo>
                    <a:pt x="70" y="612"/>
                    <a:pt x="0" y="864"/>
                    <a:pt x="111" y="1062"/>
                  </a:cubicBezTo>
                  <a:cubicBezTo>
                    <a:pt x="187" y="1195"/>
                    <a:pt x="326" y="1270"/>
                    <a:pt x="470" y="1270"/>
                  </a:cubicBezTo>
                  <a:cubicBezTo>
                    <a:pt x="539" y="1270"/>
                    <a:pt x="608" y="1253"/>
                    <a:pt x="673" y="1217"/>
                  </a:cubicBezTo>
                  <a:cubicBezTo>
                    <a:pt x="1016" y="1023"/>
                    <a:pt x="1554" y="824"/>
                    <a:pt x="1912" y="824"/>
                  </a:cubicBezTo>
                  <a:cubicBezTo>
                    <a:pt x="2015" y="824"/>
                    <a:pt x="2104" y="841"/>
                    <a:pt x="2168" y="879"/>
                  </a:cubicBezTo>
                  <a:cubicBezTo>
                    <a:pt x="2307" y="961"/>
                    <a:pt x="2333" y="1200"/>
                    <a:pt x="2331" y="1386"/>
                  </a:cubicBezTo>
                  <a:cubicBezTo>
                    <a:pt x="2328" y="1613"/>
                    <a:pt x="2510" y="1800"/>
                    <a:pt x="2737" y="1801"/>
                  </a:cubicBezTo>
                  <a:cubicBezTo>
                    <a:pt x="2742" y="1801"/>
                    <a:pt x="2746" y="1802"/>
                    <a:pt x="2750" y="1802"/>
                  </a:cubicBezTo>
                  <a:cubicBezTo>
                    <a:pt x="2788" y="1802"/>
                    <a:pt x="2824" y="1796"/>
                    <a:pt x="2858" y="1786"/>
                  </a:cubicBezTo>
                  <a:lnTo>
                    <a:pt x="2858" y="1785"/>
                  </a:lnTo>
                  <a:cubicBezTo>
                    <a:pt x="3028" y="1736"/>
                    <a:pt x="3152" y="1580"/>
                    <a:pt x="3154" y="1395"/>
                  </a:cubicBezTo>
                  <a:cubicBezTo>
                    <a:pt x="3163" y="665"/>
                    <a:pt x="2849" y="326"/>
                    <a:pt x="2586" y="170"/>
                  </a:cubicBezTo>
                  <a:cubicBezTo>
                    <a:pt x="2379" y="48"/>
                    <a:pt x="2142" y="1"/>
                    <a:pt x="1900" y="1"/>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83;p38">
              <a:extLst>
                <a:ext uri="{FF2B5EF4-FFF2-40B4-BE49-F238E27FC236}">
                  <a16:creationId xmlns:a16="http://schemas.microsoft.com/office/drawing/2014/main" id="{5AADC692-56E9-FD50-AAA8-F8619A6899C4}"/>
                </a:ext>
              </a:extLst>
            </p:cNvPr>
            <p:cNvSpPr/>
            <p:nvPr/>
          </p:nvSpPr>
          <p:spPr>
            <a:xfrm>
              <a:off x="4020675" y="2764550"/>
              <a:ext cx="69400" cy="51875"/>
            </a:xfrm>
            <a:custGeom>
              <a:avLst/>
              <a:gdLst/>
              <a:ahLst/>
              <a:cxnLst/>
              <a:rect l="l" t="t" r="r" b="b"/>
              <a:pathLst>
                <a:path w="2776" h="2075" extrusionOk="0">
                  <a:moveTo>
                    <a:pt x="1032" y="1"/>
                  </a:moveTo>
                  <a:cubicBezTo>
                    <a:pt x="1018" y="1"/>
                    <a:pt x="1005" y="1"/>
                    <a:pt x="991" y="1"/>
                  </a:cubicBezTo>
                  <a:cubicBezTo>
                    <a:pt x="555" y="4"/>
                    <a:pt x="174" y="84"/>
                    <a:pt x="43" y="115"/>
                  </a:cubicBezTo>
                  <a:cubicBezTo>
                    <a:pt x="28" y="119"/>
                    <a:pt x="14" y="124"/>
                    <a:pt x="1" y="128"/>
                  </a:cubicBezTo>
                  <a:cubicBezTo>
                    <a:pt x="2" y="137"/>
                    <a:pt x="5" y="148"/>
                    <a:pt x="7" y="157"/>
                  </a:cubicBezTo>
                  <a:cubicBezTo>
                    <a:pt x="81" y="439"/>
                    <a:pt x="184" y="692"/>
                    <a:pt x="302" y="901"/>
                  </a:cubicBezTo>
                  <a:cubicBezTo>
                    <a:pt x="514" y="857"/>
                    <a:pt x="773" y="827"/>
                    <a:pt x="1014" y="827"/>
                  </a:cubicBezTo>
                  <a:cubicBezTo>
                    <a:pt x="1032" y="827"/>
                    <a:pt x="1049" y="828"/>
                    <a:pt x="1066" y="828"/>
                  </a:cubicBezTo>
                  <a:cubicBezTo>
                    <a:pt x="1350" y="832"/>
                    <a:pt x="1608" y="878"/>
                    <a:pt x="1737" y="985"/>
                  </a:cubicBezTo>
                  <a:cubicBezTo>
                    <a:pt x="1746" y="993"/>
                    <a:pt x="1755" y="1001"/>
                    <a:pt x="1762" y="1010"/>
                  </a:cubicBezTo>
                  <a:cubicBezTo>
                    <a:pt x="1873" y="1128"/>
                    <a:pt x="1832" y="1364"/>
                    <a:pt x="1778" y="1543"/>
                  </a:cubicBezTo>
                  <a:cubicBezTo>
                    <a:pt x="1711" y="1761"/>
                    <a:pt x="1834" y="1990"/>
                    <a:pt x="2050" y="2056"/>
                  </a:cubicBezTo>
                  <a:cubicBezTo>
                    <a:pt x="2091" y="2068"/>
                    <a:pt x="2132" y="2073"/>
                    <a:pt x="2170" y="2075"/>
                  </a:cubicBezTo>
                  <a:cubicBezTo>
                    <a:pt x="2347" y="2075"/>
                    <a:pt x="2511" y="1959"/>
                    <a:pt x="2565" y="1782"/>
                  </a:cubicBezTo>
                  <a:cubicBezTo>
                    <a:pt x="2776" y="1084"/>
                    <a:pt x="2573" y="670"/>
                    <a:pt x="2362" y="448"/>
                  </a:cubicBezTo>
                  <a:cubicBezTo>
                    <a:pt x="2206" y="280"/>
                    <a:pt x="2005" y="171"/>
                    <a:pt x="1784" y="102"/>
                  </a:cubicBezTo>
                  <a:cubicBezTo>
                    <a:pt x="1542" y="28"/>
                    <a:pt x="1279" y="1"/>
                    <a:pt x="1032" y="1"/>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84;p38">
              <a:extLst>
                <a:ext uri="{FF2B5EF4-FFF2-40B4-BE49-F238E27FC236}">
                  <a16:creationId xmlns:a16="http://schemas.microsoft.com/office/drawing/2014/main" id="{1F37DB44-FE53-B036-C09B-7378CAFA77A8}"/>
                </a:ext>
              </a:extLst>
            </p:cNvPr>
            <p:cNvSpPr/>
            <p:nvPr/>
          </p:nvSpPr>
          <p:spPr>
            <a:xfrm>
              <a:off x="4011775" y="2704125"/>
              <a:ext cx="110825" cy="46250"/>
            </a:xfrm>
            <a:custGeom>
              <a:avLst/>
              <a:gdLst/>
              <a:ahLst/>
              <a:cxnLst/>
              <a:rect l="l" t="t" r="r" b="b"/>
              <a:pathLst>
                <a:path w="4433" h="1850" extrusionOk="0">
                  <a:moveTo>
                    <a:pt x="3974" y="1"/>
                  </a:moveTo>
                  <a:cubicBezTo>
                    <a:pt x="3936" y="1"/>
                    <a:pt x="3897" y="6"/>
                    <a:pt x="3859" y="17"/>
                  </a:cubicBezTo>
                  <a:lnTo>
                    <a:pt x="345" y="1043"/>
                  </a:lnTo>
                  <a:cubicBezTo>
                    <a:pt x="127" y="1106"/>
                    <a:pt x="1" y="1335"/>
                    <a:pt x="65" y="1553"/>
                  </a:cubicBezTo>
                  <a:cubicBezTo>
                    <a:pt x="117" y="1733"/>
                    <a:pt x="281" y="1850"/>
                    <a:pt x="460" y="1850"/>
                  </a:cubicBezTo>
                  <a:cubicBezTo>
                    <a:pt x="498" y="1850"/>
                    <a:pt x="537" y="1844"/>
                    <a:pt x="575" y="1833"/>
                  </a:cubicBezTo>
                  <a:lnTo>
                    <a:pt x="4089" y="808"/>
                  </a:lnTo>
                  <a:cubicBezTo>
                    <a:pt x="4307" y="744"/>
                    <a:pt x="4433" y="515"/>
                    <a:pt x="4369" y="297"/>
                  </a:cubicBezTo>
                  <a:cubicBezTo>
                    <a:pt x="4317" y="118"/>
                    <a:pt x="4152" y="1"/>
                    <a:pt x="397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85;p38">
              <a:extLst>
                <a:ext uri="{FF2B5EF4-FFF2-40B4-BE49-F238E27FC236}">
                  <a16:creationId xmlns:a16="http://schemas.microsoft.com/office/drawing/2014/main" id="{DE683FE5-7395-2EF7-C96D-3C729A087E35}"/>
                </a:ext>
              </a:extLst>
            </p:cNvPr>
            <p:cNvSpPr/>
            <p:nvPr/>
          </p:nvSpPr>
          <p:spPr>
            <a:xfrm>
              <a:off x="3895525" y="2770275"/>
              <a:ext cx="27175" cy="53525"/>
            </a:xfrm>
            <a:custGeom>
              <a:avLst/>
              <a:gdLst/>
              <a:ahLst/>
              <a:cxnLst/>
              <a:rect l="l" t="t" r="r" b="b"/>
              <a:pathLst>
                <a:path w="1087" h="2141" extrusionOk="0">
                  <a:moveTo>
                    <a:pt x="528" y="1"/>
                  </a:moveTo>
                  <a:lnTo>
                    <a:pt x="528" y="1"/>
                  </a:lnTo>
                  <a:cubicBezTo>
                    <a:pt x="395" y="34"/>
                    <a:pt x="255" y="69"/>
                    <a:pt x="114" y="102"/>
                  </a:cubicBezTo>
                  <a:cubicBezTo>
                    <a:pt x="1" y="669"/>
                    <a:pt x="8" y="1468"/>
                    <a:pt x="640" y="2141"/>
                  </a:cubicBezTo>
                  <a:cubicBezTo>
                    <a:pt x="794" y="2105"/>
                    <a:pt x="943" y="2067"/>
                    <a:pt x="1087" y="2030"/>
                  </a:cubicBezTo>
                  <a:cubicBezTo>
                    <a:pt x="314" y="1365"/>
                    <a:pt x="384" y="514"/>
                    <a:pt x="52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86;p38">
              <a:extLst>
                <a:ext uri="{FF2B5EF4-FFF2-40B4-BE49-F238E27FC236}">
                  <a16:creationId xmlns:a16="http://schemas.microsoft.com/office/drawing/2014/main" id="{78E702FA-37BB-5470-29F0-DA10F3AD7B74}"/>
                </a:ext>
              </a:extLst>
            </p:cNvPr>
            <p:cNvSpPr/>
            <p:nvPr/>
          </p:nvSpPr>
          <p:spPr>
            <a:xfrm>
              <a:off x="3826150" y="2784150"/>
              <a:ext cx="20525" cy="54400"/>
            </a:xfrm>
            <a:custGeom>
              <a:avLst/>
              <a:gdLst/>
              <a:ahLst/>
              <a:cxnLst/>
              <a:rect l="l" t="t" r="r" b="b"/>
              <a:pathLst>
                <a:path w="821" h="2176" extrusionOk="0">
                  <a:moveTo>
                    <a:pt x="682" y="0"/>
                  </a:moveTo>
                  <a:cubicBezTo>
                    <a:pt x="537" y="24"/>
                    <a:pt x="390" y="48"/>
                    <a:pt x="242" y="71"/>
                  </a:cubicBezTo>
                  <a:cubicBezTo>
                    <a:pt x="110" y="456"/>
                    <a:pt x="1" y="998"/>
                    <a:pt x="139" y="1563"/>
                  </a:cubicBezTo>
                  <a:cubicBezTo>
                    <a:pt x="192" y="1781"/>
                    <a:pt x="276" y="1986"/>
                    <a:pt x="395" y="2175"/>
                  </a:cubicBezTo>
                  <a:cubicBezTo>
                    <a:pt x="539" y="2154"/>
                    <a:pt x="681" y="2133"/>
                    <a:pt x="820" y="2110"/>
                  </a:cubicBezTo>
                  <a:cubicBezTo>
                    <a:pt x="240" y="1336"/>
                    <a:pt x="492" y="444"/>
                    <a:pt x="682"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87;p38">
              <a:extLst>
                <a:ext uri="{FF2B5EF4-FFF2-40B4-BE49-F238E27FC236}">
                  <a16:creationId xmlns:a16="http://schemas.microsoft.com/office/drawing/2014/main" id="{D3B22550-AE30-F1CD-1F24-756F467E2BB0}"/>
                </a:ext>
              </a:extLst>
            </p:cNvPr>
            <p:cNvSpPr/>
            <p:nvPr/>
          </p:nvSpPr>
          <p:spPr>
            <a:xfrm>
              <a:off x="3753975" y="2792475"/>
              <a:ext cx="23575" cy="53975"/>
            </a:xfrm>
            <a:custGeom>
              <a:avLst/>
              <a:gdLst/>
              <a:ahLst/>
              <a:cxnLst/>
              <a:rect l="l" t="t" r="r" b="b"/>
              <a:pathLst>
                <a:path w="943" h="2159" extrusionOk="0">
                  <a:moveTo>
                    <a:pt x="943" y="0"/>
                  </a:moveTo>
                  <a:lnTo>
                    <a:pt x="943" y="0"/>
                  </a:lnTo>
                  <a:cubicBezTo>
                    <a:pt x="796" y="11"/>
                    <a:pt x="645" y="23"/>
                    <a:pt x="493" y="32"/>
                  </a:cubicBezTo>
                  <a:cubicBezTo>
                    <a:pt x="267" y="511"/>
                    <a:pt x="1" y="1292"/>
                    <a:pt x="172" y="2071"/>
                  </a:cubicBezTo>
                  <a:cubicBezTo>
                    <a:pt x="178" y="2101"/>
                    <a:pt x="186" y="2130"/>
                    <a:pt x="193" y="2159"/>
                  </a:cubicBezTo>
                  <a:cubicBezTo>
                    <a:pt x="325" y="2151"/>
                    <a:pt x="457" y="2144"/>
                    <a:pt x="590" y="2134"/>
                  </a:cubicBezTo>
                  <a:cubicBezTo>
                    <a:pt x="575" y="2088"/>
                    <a:pt x="561" y="2038"/>
                    <a:pt x="551" y="1988"/>
                  </a:cubicBezTo>
                  <a:cubicBezTo>
                    <a:pt x="378" y="1203"/>
                    <a:pt x="738" y="382"/>
                    <a:pt x="943"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88;p38">
              <a:extLst>
                <a:ext uri="{FF2B5EF4-FFF2-40B4-BE49-F238E27FC236}">
                  <a16:creationId xmlns:a16="http://schemas.microsoft.com/office/drawing/2014/main" id="{7D563398-4E5E-4DC8-68DA-996F09827284}"/>
                </a:ext>
              </a:extLst>
            </p:cNvPr>
            <p:cNvSpPr/>
            <p:nvPr/>
          </p:nvSpPr>
          <p:spPr>
            <a:xfrm>
              <a:off x="3671875" y="2793425"/>
              <a:ext cx="20900" cy="53250"/>
            </a:xfrm>
            <a:custGeom>
              <a:avLst/>
              <a:gdLst/>
              <a:ahLst/>
              <a:cxnLst/>
              <a:rect l="l" t="t" r="r" b="b"/>
              <a:pathLst>
                <a:path w="836" h="2130" extrusionOk="0">
                  <a:moveTo>
                    <a:pt x="428" y="0"/>
                  </a:moveTo>
                  <a:cubicBezTo>
                    <a:pt x="224" y="498"/>
                    <a:pt x="1" y="1321"/>
                    <a:pt x="308" y="2106"/>
                  </a:cubicBezTo>
                  <a:lnTo>
                    <a:pt x="308" y="2104"/>
                  </a:lnTo>
                  <a:cubicBezTo>
                    <a:pt x="454" y="2115"/>
                    <a:pt x="601" y="2122"/>
                    <a:pt x="746" y="2130"/>
                  </a:cubicBezTo>
                  <a:cubicBezTo>
                    <a:pt x="331" y="1342"/>
                    <a:pt x="629" y="465"/>
                    <a:pt x="835" y="23"/>
                  </a:cubicBezTo>
                  <a:cubicBezTo>
                    <a:pt x="701" y="17"/>
                    <a:pt x="564" y="8"/>
                    <a:pt x="428"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89;p38">
              <a:extLst>
                <a:ext uri="{FF2B5EF4-FFF2-40B4-BE49-F238E27FC236}">
                  <a16:creationId xmlns:a16="http://schemas.microsoft.com/office/drawing/2014/main" id="{8FABE5A2-48DB-92BD-C39A-7B0F5ED8EE93}"/>
                </a:ext>
              </a:extLst>
            </p:cNvPr>
            <p:cNvSpPr/>
            <p:nvPr/>
          </p:nvSpPr>
          <p:spPr>
            <a:xfrm>
              <a:off x="3609375" y="2785650"/>
              <a:ext cx="21900" cy="53750"/>
            </a:xfrm>
            <a:custGeom>
              <a:avLst/>
              <a:gdLst/>
              <a:ahLst/>
              <a:cxnLst/>
              <a:rect l="l" t="t" r="r" b="b"/>
              <a:pathLst>
                <a:path w="876" h="2150" extrusionOk="0">
                  <a:moveTo>
                    <a:pt x="482" y="1"/>
                  </a:moveTo>
                  <a:cubicBezTo>
                    <a:pt x="289" y="461"/>
                    <a:pt x="0" y="1309"/>
                    <a:pt x="103" y="2077"/>
                  </a:cubicBezTo>
                  <a:cubicBezTo>
                    <a:pt x="186" y="2092"/>
                    <a:pt x="270" y="2108"/>
                    <a:pt x="355" y="2123"/>
                  </a:cubicBezTo>
                  <a:cubicBezTo>
                    <a:pt x="406" y="2132"/>
                    <a:pt x="458" y="2141"/>
                    <a:pt x="509" y="2150"/>
                  </a:cubicBezTo>
                  <a:cubicBezTo>
                    <a:pt x="353" y="1409"/>
                    <a:pt x="691" y="491"/>
                    <a:pt x="876" y="70"/>
                  </a:cubicBezTo>
                  <a:cubicBezTo>
                    <a:pt x="745" y="49"/>
                    <a:pt x="614" y="25"/>
                    <a:pt x="482"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90;p38">
              <a:extLst>
                <a:ext uri="{FF2B5EF4-FFF2-40B4-BE49-F238E27FC236}">
                  <a16:creationId xmlns:a16="http://schemas.microsoft.com/office/drawing/2014/main" id="{9B4DCAD6-326B-B0D3-DBFA-A32C975D07C3}"/>
                </a:ext>
              </a:extLst>
            </p:cNvPr>
            <p:cNvSpPr/>
            <p:nvPr/>
          </p:nvSpPr>
          <p:spPr>
            <a:xfrm>
              <a:off x="3553050" y="2772750"/>
              <a:ext cx="27150" cy="53075"/>
            </a:xfrm>
            <a:custGeom>
              <a:avLst/>
              <a:gdLst/>
              <a:ahLst/>
              <a:cxnLst/>
              <a:rect l="l" t="t" r="r" b="b"/>
              <a:pathLst>
                <a:path w="1086" h="2123" extrusionOk="0">
                  <a:moveTo>
                    <a:pt x="691" y="0"/>
                  </a:moveTo>
                  <a:cubicBezTo>
                    <a:pt x="390" y="409"/>
                    <a:pt x="1" y="1112"/>
                    <a:pt x="19" y="2000"/>
                  </a:cubicBezTo>
                  <a:cubicBezTo>
                    <a:pt x="149" y="2042"/>
                    <a:pt x="281" y="2083"/>
                    <a:pt x="413" y="2122"/>
                  </a:cubicBezTo>
                  <a:cubicBezTo>
                    <a:pt x="345" y="1185"/>
                    <a:pt x="803" y="467"/>
                    <a:pt x="1085" y="121"/>
                  </a:cubicBezTo>
                  <a:cubicBezTo>
                    <a:pt x="953" y="83"/>
                    <a:pt x="823" y="42"/>
                    <a:pt x="691"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91;p38">
              <a:extLst>
                <a:ext uri="{FF2B5EF4-FFF2-40B4-BE49-F238E27FC236}">
                  <a16:creationId xmlns:a16="http://schemas.microsoft.com/office/drawing/2014/main" id="{6ED490DA-C20C-C4E1-7A13-9BA399186F0D}"/>
                </a:ext>
              </a:extLst>
            </p:cNvPr>
            <p:cNvSpPr/>
            <p:nvPr/>
          </p:nvSpPr>
          <p:spPr>
            <a:xfrm>
              <a:off x="3554300" y="2790225"/>
              <a:ext cx="406950" cy="57225"/>
            </a:xfrm>
            <a:custGeom>
              <a:avLst/>
              <a:gdLst/>
              <a:ahLst/>
              <a:cxnLst/>
              <a:rect l="l" t="t" r="r" b="b"/>
              <a:pathLst>
                <a:path w="16278" h="2289" extrusionOk="0">
                  <a:moveTo>
                    <a:pt x="15860" y="1"/>
                  </a:moveTo>
                  <a:cubicBezTo>
                    <a:pt x="14344" y="483"/>
                    <a:pt x="10614" y="1430"/>
                    <a:pt x="6631" y="1430"/>
                  </a:cubicBezTo>
                  <a:cubicBezTo>
                    <a:pt x="4384" y="1430"/>
                    <a:pt x="2056" y="1129"/>
                    <a:pt x="1" y="272"/>
                  </a:cubicBezTo>
                  <a:lnTo>
                    <a:pt x="1" y="272"/>
                  </a:lnTo>
                  <a:lnTo>
                    <a:pt x="199" y="1373"/>
                  </a:lnTo>
                  <a:cubicBezTo>
                    <a:pt x="254" y="1390"/>
                    <a:pt x="308" y="1407"/>
                    <a:pt x="363" y="1423"/>
                  </a:cubicBezTo>
                  <a:cubicBezTo>
                    <a:pt x="990" y="1611"/>
                    <a:pt x="1638" y="1767"/>
                    <a:pt x="2306" y="1894"/>
                  </a:cubicBezTo>
                  <a:cubicBezTo>
                    <a:pt x="2389" y="1909"/>
                    <a:pt x="2473" y="1925"/>
                    <a:pt x="2558" y="1940"/>
                  </a:cubicBezTo>
                  <a:cubicBezTo>
                    <a:pt x="2609" y="1949"/>
                    <a:pt x="2661" y="1958"/>
                    <a:pt x="2712" y="1967"/>
                  </a:cubicBezTo>
                  <a:cubicBezTo>
                    <a:pt x="3454" y="2093"/>
                    <a:pt x="4222" y="2181"/>
                    <a:pt x="5011" y="2232"/>
                  </a:cubicBezTo>
                  <a:cubicBezTo>
                    <a:pt x="5157" y="2243"/>
                    <a:pt x="5302" y="2250"/>
                    <a:pt x="5449" y="2258"/>
                  </a:cubicBezTo>
                  <a:cubicBezTo>
                    <a:pt x="5861" y="2277"/>
                    <a:pt x="6281" y="2288"/>
                    <a:pt x="6705" y="2288"/>
                  </a:cubicBezTo>
                  <a:cubicBezTo>
                    <a:pt x="7189" y="2288"/>
                    <a:pt x="7682" y="2274"/>
                    <a:pt x="8180" y="2249"/>
                  </a:cubicBezTo>
                  <a:cubicBezTo>
                    <a:pt x="8312" y="2241"/>
                    <a:pt x="8444" y="2234"/>
                    <a:pt x="8577" y="2224"/>
                  </a:cubicBezTo>
                  <a:cubicBezTo>
                    <a:pt x="8948" y="2200"/>
                    <a:pt x="9322" y="2170"/>
                    <a:pt x="9699" y="2131"/>
                  </a:cubicBezTo>
                  <a:cubicBezTo>
                    <a:pt x="10242" y="2076"/>
                    <a:pt x="10766" y="2009"/>
                    <a:pt x="11269" y="1934"/>
                  </a:cubicBezTo>
                  <a:cubicBezTo>
                    <a:pt x="11413" y="1911"/>
                    <a:pt x="11553" y="1890"/>
                    <a:pt x="11694" y="1867"/>
                  </a:cubicBezTo>
                  <a:cubicBezTo>
                    <a:pt x="12655" y="1709"/>
                    <a:pt x="13529" y="1526"/>
                    <a:pt x="14289" y="1343"/>
                  </a:cubicBezTo>
                  <a:cubicBezTo>
                    <a:pt x="14442" y="1307"/>
                    <a:pt x="14592" y="1269"/>
                    <a:pt x="14734" y="1232"/>
                  </a:cubicBezTo>
                  <a:cubicBezTo>
                    <a:pt x="15343" y="1078"/>
                    <a:pt x="15864" y="928"/>
                    <a:pt x="16278" y="801"/>
                  </a:cubicBezTo>
                  <a:cubicBezTo>
                    <a:pt x="16278" y="799"/>
                    <a:pt x="16276" y="799"/>
                    <a:pt x="16275" y="796"/>
                  </a:cubicBezTo>
                  <a:cubicBezTo>
                    <a:pt x="16247" y="766"/>
                    <a:pt x="16220" y="731"/>
                    <a:pt x="16194" y="695"/>
                  </a:cubicBezTo>
                  <a:cubicBezTo>
                    <a:pt x="16063" y="514"/>
                    <a:pt x="15946" y="277"/>
                    <a:pt x="15860"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92;p38">
              <a:extLst>
                <a:ext uri="{FF2B5EF4-FFF2-40B4-BE49-F238E27FC236}">
                  <a16:creationId xmlns:a16="http://schemas.microsoft.com/office/drawing/2014/main" id="{3B7148D8-B7B1-8F5C-7A20-93F74D6C596A}"/>
                </a:ext>
              </a:extLst>
            </p:cNvPr>
            <p:cNvSpPr/>
            <p:nvPr/>
          </p:nvSpPr>
          <p:spPr>
            <a:xfrm>
              <a:off x="3093575" y="3322800"/>
              <a:ext cx="316700" cy="30525"/>
            </a:xfrm>
            <a:custGeom>
              <a:avLst/>
              <a:gdLst/>
              <a:ahLst/>
              <a:cxnLst/>
              <a:rect l="l" t="t" r="r" b="b"/>
              <a:pathLst>
                <a:path w="12668" h="1221" extrusionOk="0">
                  <a:moveTo>
                    <a:pt x="18" y="1"/>
                  </a:moveTo>
                  <a:cubicBezTo>
                    <a:pt x="6" y="163"/>
                    <a:pt x="0" y="325"/>
                    <a:pt x="0" y="488"/>
                  </a:cubicBezTo>
                  <a:cubicBezTo>
                    <a:pt x="0" y="893"/>
                    <a:pt x="2836" y="1220"/>
                    <a:pt x="6335" y="1220"/>
                  </a:cubicBezTo>
                  <a:cubicBezTo>
                    <a:pt x="9832" y="1220"/>
                    <a:pt x="12668" y="893"/>
                    <a:pt x="12668" y="488"/>
                  </a:cubicBezTo>
                  <a:cubicBezTo>
                    <a:pt x="12668" y="325"/>
                    <a:pt x="12663" y="163"/>
                    <a:pt x="12651" y="1"/>
                  </a:cubicBezTo>
                  <a:cubicBezTo>
                    <a:pt x="12415" y="379"/>
                    <a:pt x="9678" y="678"/>
                    <a:pt x="6335" y="678"/>
                  </a:cubicBezTo>
                  <a:cubicBezTo>
                    <a:pt x="2992" y="678"/>
                    <a:pt x="255" y="379"/>
                    <a:pt x="18"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93;p38">
              <a:extLst>
                <a:ext uri="{FF2B5EF4-FFF2-40B4-BE49-F238E27FC236}">
                  <a16:creationId xmlns:a16="http://schemas.microsoft.com/office/drawing/2014/main" id="{F3BBEC8B-BD84-6600-5E3C-85696B7B747A}"/>
                </a:ext>
              </a:extLst>
            </p:cNvPr>
            <p:cNvSpPr/>
            <p:nvPr/>
          </p:nvSpPr>
          <p:spPr>
            <a:xfrm>
              <a:off x="3094025" y="3176400"/>
              <a:ext cx="315850" cy="163350"/>
            </a:xfrm>
            <a:custGeom>
              <a:avLst/>
              <a:gdLst/>
              <a:ahLst/>
              <a:cxnLst/>
              <a:rect l="l" t="t" r="r" b="b"/>
              <a:pathLst>
                <a:path w="12634" h="6534" extrusionOk="0">
                  <a:moveTo>
                    <a:pt x="2347" y="1"/>
                  </a:moveTo>
                  <a:cubicBezTo>
                    <a:pt x="2347" y="1"/>
                    <a:pt x="1624" y="928"/>
                    <a:pt x="977" y="2318"/>
                  </a:cubicBezTo>
                  <a:cubicBezTo>
                    <a:pt x="938" y="2403"/>
                    <a:pt x="899" y="2493"/>
                    <a:pt x="859" y="2582"/>
                  </a:cubicBezTo>
                  <a:cubicBezTo>
                    <a:pt x="443" y="3530"/>
                    <a:pt x="81" y="4666"/>
                    <a:pt x="0" y="5857"/>
                  </a:cubicBezTo>
                  <a:cubicBezTo>
                    <a:pt x="237" y="6235"/>
                    <a:pt x="2974" y="6534"/>
                    <a:pt x="6317" y="6534"/>
                  </a:cubicBezTo>
                  <a:cubicBezTo>
                    <a:pt x="9658" y="6534"/>
                    <a:pt x="12397" y="6235"/>
                    <a:pt x="12633" y="5857"/>
                  </a:cubicBezTo>
                  <a:cubicBezTo>
                    <a:pt x="12606" y="5469"/>
                    <a:pt x="12550" y="5087"/>
                    <a:pt x="12473" y="4716"/>
                  </a:cubicBezTo>
                  <a:cubicBezTo>
                    <a:pt x="12453" y="4622"/>
                    <a:pt x="12432" y="4530"/>
                    <a:pt x="12409" y="4436"/>
                  </a:cubicBezTo>
                  <a:cubicBezTo>
                    <a:pt x="11809" y="1953"/>
                    <a:pt x="10285" y="1"/>
                    <a:pt x="10285" y="1"/>
                  </a:cubicBezTo>
                  <a:close/>
                </a:path>
              </a:pathLst>
            </a:custGeom>
            <a:solidFill>
              <a:srgbClr val="ADBA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94;p38">
              <a:extLst>
                <a:ext uri="{FF2B5EF4-FFF2-40B4-BE49-F238E27FC236}">
                  <a16:creationId xmlns:a16="http://schemas.microsoft.com/office/drawing/2014/main" id="{645275E8-1C67-4724-1972-62F9C8F1BE6E}"/>
                </a:ext>
              </a:extLst>
            </p:cNvPr>
            <p:cNvSpPr/>
            <p:nvPr/>
          </p:nvSpPr>
          <p:spPr>
            <a:xfrm>
              <a:off x="2912550" y="2568325"/>
              <a:ext cx="686500" cy="674825"/>
            </a:xfrm>
            <a:custGeom>
              <a:avLst/>
              <a:gdLst/>
              <a:ahLst/>
              <a:cxnLst/>
              <a:rect l="l" t="t" r="r" b="b"/>
              <a:pathLst>
                <a:path w="27460" h="26993" extrusionOk="0">
                  <a:moveTo>
                    <a:pt x="24020" y="1"/>
                  </a:moveTo>
                  <a:lnTo>
                    <a:pt x="1" y="4336"/>
                  </a:lnTo>
                  <a:lnTo>
                    <a:pt x="2299" y="17067"/>
                  </a:lnTo>
                  <a:cubicBezTo>
                    <a:pt x="3151" y="21781"/>
                    <a:pt x="6632" y="25358"/>
                    <a:pt x="10963" y="26557"/>
                  </a:cubicBezTo>
                  <a:cubicBezTo>
                    <a:pt x="11057" y="26582"/>
                    <a:pt x="11149" y="26608"/>
                    <a:pt x="11243" y="26631"/>
                  </a:cubicBezTo>
                  <a:cubicBezTo>
                    <a:pt x="12186" y="26868"/>
                    <a:pt x="13168" y="26993"/>
                    <a:pt x="14169" y="26993"/>
                  </a:cubicBezTo>
                  <a:cubicBezTo>
                    <a:pt x="14856" y="26993"/>
                    <a:pt x="15553" y="26934"/>
                    <a:pt x="16252" y="26813"/>
                  </a:cubicBezTo>
                  <a:cubicBezTo>
                    <a:pt x="16319" y="26800"/>
                    <a:pt x="16386" y="26788"/>
                    <a:pt x="16452" y="26776"/>
                  </a:cubicBezTo>
                  <a:cubicBezTo>
                    <a:pt x="16519" y="26764"/>
                    <a:pt x="16585" y="26752"/>
                    <a:pt x="16651" y="26740"/>
                  </a:cubicBezTo>
                  <a:cubicBezTo>
                    <a:pt x="16855" y="26702"/>
                    <a:pt x="17057" y="26660"/>
                    <a:pt x="17258" y="26611"/>
                  </a:cubicBezTo>
                  <a:cubicBezTo>
                    <a:pt x="23441" y="25128"/>
                    <a:pt x="27460" y="19060"/>
                    <a:pt x="26316" y="12732"/>
                  </a:cubicBezTo>
                  <a:lnTo>
                    <a:pt x="24754" y="4072"/>
                  </a:lnTo>
                  <a:lnTo>
                    <a:pt x="24020" y="1"/>
                  </a:ln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95;p38">
              <a:extLst>
                <a:ext uri="{FF2B5EF4-FFF2-40B4-BE49-F238E27FC236}">
                  <a16:creationId xmlns:a16="http://schemas.microsoft.com/office/drawing/2014/main" id="{6B49BFF8-D3B5-439C-8988-B2BDD79174B7}"/>
                </a:ext>
              </a:extLst>
            </p:cNvPr>
            <p:cNvSpPr/>
            <p:nvPr/>
          </p:nvSpPr>
          <p:spPr>
            <a:xfrm>
              <a:off x="2907375" y="2547350"/>
              <a:ext cx="610875" cy="150325"/>
            </a:xfrm>
            <a:custGeom>
              <a:avLst/>
              <a:gdLst/>
              <a:ahLst/>
              <a:cxnLst/>
              <a:rect l="l" t="t" r="r" b="b"/>
              <a:pathLst>
                <a:path w="24435" h="6013" extrusionOk="0">
                  <a:moveTo>
                    <a:pt x="20616" y="1"/>
                  </a:moveTo>
                  <a:cubicBezTo>
                    <a:pt x="18360" y="1"/>
                    <a:pt x="15244" y="310"/>
                    <a:pt x="11841" y="925"/>
                  </a:cubicBezTo>
                  <a:cubicBezTo>
                    <a:pt x="5209" y="2121"/>
                    <a:pt x="0" y="4024"/>
                    <a:pt x="208" y="5175"/>
                  </a:cubicBezTo>
                  <a:cubicBezTo>
                    <a:pt x="309" y="5734"/>
                    <a:pt x="1674" y="6012"/>
                    <a:pt x="3813" y="6012"/>
                  </a:cubicBezTo>
                  <a:cubicBezTo>
                    <a:pt x="6070" y="6012"/>
                    <a:pt x="9188" y="5703"/>
                    <a:pt x="12594" y="5088"/>
                  </a:cubicBezTo>
                  <a:cubicBezTo>
                    <a:pt x="19225" y="3892"/>
                    <a:pt x="24434" y="1989"/>
                    <a:pt x="24225" y="840"/>
                  </a:cubicBezTo>
                  <a:cubicBezTo>
                    <a:pt x="24124" y="279"/>
                    <a:pt x="22758" y="1"/>
                    <a:pt x="20616" y="1"/>
                  </a:cubicBezTo>
                  <a:close/>
                </a:path>
              </a:pathLst>
            </a:custGeom>
            <a:solidFill>
              <a:srgbClr val="F2F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96;p38">
              <a:extLst>
                <a:ext uri="{FF2B5EF4-FFF2-40B4-BE49-F238E27FC236}">
                  <a16:creationId xmlns:a16="http://schemas.microsoft.com/office/drawing/2014/main" id="{D9D10C6E-C341-63A3-33CA-5DF964B5639B}"/>
                </a:ext>
              </a:extLst>
            </p:cNvPr>
            <p:cNvSpPr/>
            <p:nvPr/>
          </p:nvSpPr>
          <p:spPr>
            <a:xfrm>
              <a:off x="2920850" y="2556325"/>
              <a:ext cx="583900" cy="132375"/>
            </a:xfrm>
            <a:custGeom>
              <a:avLst/>
              <a:gdLst/>
              <a:ahLst/>
              <a:cxnLst/>
              <a:rect l="l" t="t" r="r" b="b"/>
              <a:pathLst>
                <a:path w="23356" h="5295" extrusionOk="0">
                  <a:moveTo>
                    <a:pt x="20078" y="1"/>
                  </a:moveTo>
                  <a:cubicBezTo>
                    <a:pt x="17738" y="1"/>
                    <a:pt x="14645" y="326"/>
                    <a:pt x="11367" y="918"/>
                  </a:cubicBezTo>
                  <a:cubicBezTo>
                    <a:pt x="8179" y="1494"/>
                    <a:pt x="5223" y="2250"/>
                    <a:pt x="3044" y="3045"/>
                  </a:cubicBezTo>
                  <a:cubicBezTo>
                    <a:pt x="450" y="3992"/>
                    <a:pt x="1" y="4633"/>
                    <a:pt x="23" y="4752"/>
                  </a:cubicBezTo>
                  <a:cubicBezTo>
                    <a:pt x="43" y="4866"/>
                    <a:pt x="656" y="5294"/>
                    <a:pt x="3275" y="5294"/>
                  </a:cubicBezTo>
                  <a:cubicBezTo>
                    <a:pt x="5616" y="5294"/>
                    <a:pt x="8710" y="4969"/>
                    <a:pt x="11991" y="4377"/>
                  </a:cubicBezTo>
                  <a:cubicBezTo>
                    <a:pt x="15178" y="3801"/>
                    <a:pt x="18133" y="3047"/>
                    <a:pt x="20313" y="2250"/>
                  </a:cubicBezTo>
                  <a:cubicBezTo>
                    <a:pt x="22906" y="1303"/>
                    <a:pt x="23356" y="664"/>
                    <a:pt x="23333" y="544"/>
                  </a:cubicBezTo>
                  <a:cubicBezTo>
                    <a:pt x="23314" y="429"/>
                    <a:pt x="22700" y="1"/>
                    <a:pt x="2007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97;p38">
              <a:extLst>
                <a:ext uri="{FF2B5EF4-FFF2-40B4-BE49-F238E27FC236}">
                  <a16:creationId xmlns:a16="http://schemas.microsoft.com/office/drawing/2014/main" id="{DB1E5933-A817-8747-4055-DCC876F3BE73}"/>
                </a:ext>
              </a:extLst>
            </p:cNvPr>
            <p:cNvSpPr/>
            <p:nvPr/>
          </p:nvSpPr>
          <p:spPr>
            <a:xfrm>
              <a:off x="2899425" y="2499525"/>
              <a:ext cx="609375" cy="146075"/>
            </a:xfrm>
            <a:custGeom>
              <a:avLst/>
              <a:gdLst/>
              <a:ahLst/>
              <a:cxnLst/>
              <a:rect l="l" t="t" r="r" b="b"/>
              <a:pathLst>
                <a:path w="24375" h="5843" extrusionOk="0">
                  <a:moveTo>
                    <a:pt x="24046" y="0"/>
                  </a:moveTo>
                  <a:cubicBezTo>
                    <a:pt x="22959" y="1167"/>
                    <a:pt x="18231" y="2741"/>
                    <a:pt x="12438" y="3787"/>
                  </a:cubicBezTo>
                  <a:cubicBezTo>
                    <a:pt x="8972" y="4413"/>
                    <a:pt x="5797" y="4728"/>
                    <a:pt x="3500" y="4728"/>
                  </a:cubicBezTo>
                  <a:cubicBezTo>
                    <a:pt x="1702" y="4728"/>
                    <a:pt x="442" y="4535"/>
                    <a:pt x="0" y="4146"/>
                  </a:cubicBezTo>
                  <a:lnTo>
                    <a:pt x="0" y="4146"/>
                  </a:lnTo>
                  <a:cubicBezTo>
                    <a:pt x="15" y="4254"/>
                    <a:pt x="34" y="4361"/>
                    <a:pt x="53" y="4469"/>
                  </a:cubicBezTo>
                  <a:lnTo>
                    <a:pt x="150" y="5005"/>
                  </a:lnTo>
                  <a:cubicBezTo>
                    <a:pt x="251" y="5565"/>
                    <a:pt x="1617" y="5843"/>
                    <a:pt x="3757" y="5843"/>
                  </a:cubicBezTo>
                  <a:cubicBezTo>
                    <a:pt x="6013" y="5843"/>
                    <a:pt x="9130" y="5534"/>
                    <a:pt x="12535" y="4919"/>
                  </a:cubicBezTo>
                  <a:cubicBezTo>
                    <a:pt x="19167" y="3722"/>
                    <a:pt x="24375" y="1820"/>
                    <a:pt x="24167" y="670"/>
                  </a:cubicBezTo>
                  <a:lnTo>
                    <a:pt x="24071" y="134"/>
                  </a:lnTo>
                  <a:cubicBezTo>
                    <a:pt x="24063" y="88"/>
                    <a:pt x="24054" y="44"/>
                    <a:pt x="24046" y="0"/>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98;p38">
              <a:extLst>
                <a:ext uri="{FF2B5EF4-FFF2-40B4-BE49-F238E27FC236}">
                  <a16:creationId xmlns:a16="http://schemas.microsoft.com/office/drawing/2014/main" id="{54E1D745-4037-9AC8-24A4-D007EAA90E63}"/>
                </a:ext>
              </a:extLst>
            </p:cNvPr>
            <p:cNvSpPr/>
            <p:nvPr/>
          </p:nvSpPr>
          <p:spPr>
            <a:xfrm>
              <a:off x="2887125" y="2251925"/>
              <a:ext cx="613475" cy="365800"/>
            </a:xfrm>
            <a:custGeom>
              <a:avLst/>
              <a:gdLst/>
              <a:ahLst/>
              <a:cxnLst/>
              <a:rect l="l" t="t" r="r" b="b"/>
              <a:pathLst>
                <a:path w="24539" h="14632" extrusionOk="0">
                  <a:moveTo>
                    <a:pt x="12570" y="0"/>
                  </a:moveTo>
                  <a:cubicBezTo>
                    <a:pt x="11850" y="0"/>
                    <a:pt x="11120" y="64"/>
                    <a:pt x="10386" y="197"/>
                  </a:cubicBezTo>
                  <a:cubicBezTo>
                    <a:pt x="7071" y="793"/>
                    <a:pt x="4311" y="2681"/>
                    <a:pt x="2530" y="5245"/>
                  </a:cubicBezTo>
                  <a:cubicBezTo>
                    <a:pt x="807" y="7728"/>
                    <a:pt x="0" y="10847"/>
                    <a:pt x="492" y="14050"/>
                  </a:cubicBezTo>
                  <a:cubicBezTo>
                    <a:pt x="934" y="14439"/>
                    <a:pt x="2194" y="14632"/>
                    <a:pt x="3992" y="14632"/>
                  </a:cubicBezTo>
                  <a:cubicBezTo>
                    <a:pt x="6289" y="14632"/>
                    <a:pt x="9464" y="14317"/>
                    <a:pt x="12930" y="13691"/>
                  </a:cubicBezTo>
                  <a:cubicBezTo>
                    <a:pt x="18723" y="12645"/>
                    <a:pt x="23451" y="11071"/>
                    <a:pt x="24538" y="9906"/>
                  </a:cubicBezTo>
                  <a:cubicBezTo>
                    <a:pt x="23421" y="4076"/>
                    <a:pt x="18316" y="0"/>
                    <a:pt x="12570"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99;p38">
              <a:extLst>
                <a:ext uri="{FF2B5EF4-FFF2-40B4-BE49-F238E27FC236}">
                  <a16:creationId xmlns:a16="http://schemas.microsoft.com/office/drawing/2014/main" id="{0636E78F-3752-0D07-D7D3-5D8EE78E964D}"/>
                </a:ext>
              </a:extLst>
            </p:cNvPr>
            <p:cNvSpPr/>
            <p:nvPr/>
          </p:nvSpPr>
          <p:spPr>
            <a:xfrm>
              <a:off x="3314875" y="2660500"/>
              <a:ext cx="279600" cy="551750"/>
            </a:xfrm>
            <a:custGeom>
              <a:avLst/>
              <a:gdLst/>
              <a:ahLst/>
              <a:cxnLst/>
              <a:rect l="l" t="t" r="r" b="b"/>
              <a:pathLst>
                <a:path w="11184" h="22070" extrusionOk="0">
                  <a:moveTo>
                    <a:pt x="6466" y="0"/>
                  </a:moveTo>
                  <a:cubicBezTo>
                    <a:pt x="6386" y="0"/>
                    <a:pt x="6306" y="2"/>
                    <a:pt x="6224" y="7"/>
                  </a:cubicBezTo>
                  <a:cubicBezTo>
                    <a:pt x="2746" y="150"/>
                    <a:pt x="0" y="3401"/>
                    <a:pt x="711" y="7027"/>
                  </a:cubicBezTo>
                  <a:cubicBezTo>
                    <a:pt x="1404" y="10567"/>
                    <a:pt x="2072" y="15602"/>
                    <a:pt x="1510" y="20134"/>
                  </a:cubicBezTo>
                  <a:cubicBezTo>
                    <a:pt x="1509" y="20143"/>
                    <a:pt x="1507" y="20154"/>
                    <a:pt x="1506" y="20164"/>
                  </a:cubicBezTo>
                  <a:cubicBezTo>
                    <a:pt x="1386" y="21135"/>
                    <a:pt x="2086" y="21921"/>
                    <a:pt x="2937" y="22052"/>
                  </a:cubicBezTo>
                  <a:cubicBezTo>
                    <a:pt x="3017" y="22064"/>
                    <a:pt x="3099" y="22070"/>
                    <a:pt x="3181" y="22070"/>
                  </a:cubicBezTo>
                  <a:cubicBezTo>
                    <a:pt x="3440" y="22070"/>
                    <a:pt x="3705" y="22009"/>
                    <a:pt x="3961" y="21874"/>
                  </a:cubicBezTo>
                  <a:cubicBezTo>
                    <a:pt x="8505" y="19487"/>
                    <a:pt x="11183" y="14358"/>
                    <a:pt x="10224" y="9045"/>
                  </a:cubicBezTo>
                  <a:lnTo>
                    <a:pt x="9087" y="2747"/>
                  </a:lnTo>
                  <a:lnTo>
                    <a:pt x="9020" y="2371"/>
                  </a:lnTo>
                  <a:lnTo>
                    <a:pt x="8834" y="1339"/>
                  </a:lnTo>
                  <a:cubicBezTo>
                    <a:pt x="8722" y="723"/>
                    <a:pt x="8246" y="240"/>
                    <a:pt x="7634" y="117"/>
                  </a:cubicBezTo>
                  <a:cubicBezTo>
                    <a:pt x="7239" y="38"/>
                    <a:pt x="6850" y="0"/>
                    <a:pt x="6466"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00;p38">
              <a:extLst>
                <a:ext uri="{FF2B5EF4-FFF2-40B4-BE49-F238E27FC236}">
                  <a16:creationId xmlns:a16="http://schemas.microsoft.com/office/drawing/2014/main" id="{7393B704-8D73-AAFC-2762-EFCE148E64FB}"/>
                </a:ext>
              </a:extLst>
            </p:cNvPr>
            <p:cNvSpPr/>
            <p:nvPr/>
          </p:nvSpPr>
          <p:spPr>
            <a:xfrm>
              <a:off x="3302175" y="2660500"/>
              <a:ext cx="168350" cy="551775"/>
            </a:xfrm>
            <a:custGeom>
              <a:avLst/>
              <a:gdLst/>
              <a:ahLst/>
              <a:cxnLst/>
              <a:rect l="l" t="t" r="r" b="b"/>
              <a:pathLst>
                <a:path w="6734" h="22071" extrusionOk="0">
                  <a:moveTo>
                    <a:pt x="6484" y="0"/>
                  </a:moveTo>
                  <a:cubicBezTo>
                    <a:pt x="2892" y="0"/>
                    <a:pt x="1" y="3316"/>
                    <a:pt x="728" y="7027"/>
                  </a:cubicBezTo>
                  <a:cubicBezTo>
                    <a:pt x="1420" y="10567"/>
                    <a:pt x="2090" y="15600"/>
                    <a:pt x="1528" y="20132"/>
                  </a:cubicBezTo>
                  <a:cubicBezTo>
                    <a:pt x="1526" y="20143"/>
                    <a:pt x="1525" y="20155"/>
                    <a:pt x="1523" y="20164"/>
                  </a:cubicBezTo>
                  <a:cubicBezTo>
                    <a:pt x="1390" y="21229"/>
                    <a:pt x="2244" y="22070"/>
                    <a:pt x="3201" y="22070"/>
                  </a:cubicBezTo>
                  <a:cubicBezTo>
                    <a:pt x="3282" y="22070"/>
                    <a:pt x="3363" y="22064"/>
                    <a:pt x="3445" y="22052"/>
                  </a:cubicBezTo>
                  <a:cubicBezTo>
                    <a:pt x="2594" y="21921"/>
                    <a:pt x="1894" y="21135"/>
                    <a:pt x="2014" y="20164"/>
                  </a:cubicBezTo>
                  <a:cubicBezTo>
                    <a:pt x="2015" y="20155"/>
                    <a:pt x="2017" y="20143"/>
                    <a:pt x="2018" y="20132"/>
                  </a:cubicBezTo>
                  <a:cubicBezTo>
                    <a:pt x="2580" y="15602"/>
                    <a:pt x="1912" y="10567"/>
                    <a:pt x="1219" y="7027"/>
                  </a:cubicBezTo>
                  <a:cubicBezTo>
                    <a:pt x="510" y="3399"/>
                    <a:pt x="3254" y="150"/>
                    <a:pt x="6734" y="7"/>
                  </a:cubicBezTo>
                  <a:cubicBezTo>
                    <a:pt x="6649" y="2"/>
                    <a:pt x="6566" y="0"/>
                    <a:pt x="648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801;p38">
              <a:extLst>
                <a:ext uri="{FF2B5EF4-FFF2-40B4-BE49-F238E27FC236}">
                  <a16:creationId xmlns:a16="http://schemas.microsoft.com/office/drawing/2014/main" id="{5D8574D3-7AC4-834B-CAEE-F426017AD596}"/>
                </a:ext>
              </a:extLst>
            </p:cNvPr>
            <p:cNvSpPr/>
            <p:nvPr/>
          </p:nvSpPr>
          <p:spPr>
            <a:xfrm>
              <a:off x="3058325" y="2355125"/>
              <a:ext cx="367225" cy="231400"/>
            </a:xfrm>
            <a:custGeom>
              <a:avLst/>
              <a:gdLst/>
              <a:ahLst/>
              <a:cxnLst/>
              <a:rect l="l" t="t" r="r" b="b"/>
              <a:pathLst>
                <a:path w="14689" h="9256" extrusionOk="0">
                  <a:moveTo>
                    <a:pt x="11866" y="0"/>
                  </a:moveTo>
                  <a:cubicBezTo>
                    <a:pt x="11696" y="0"/>
                    <a:pt x="11524" y="24"/>
                    <a:pt x="11353" y="75"/>
                  </a:cubicBezTo>
                  <a:lnTo>
                    <a:pt x="1503" y="2994"/>
                  </a:lnTo>
                  <a:cubicBezTo>
                    <a:pt x="545" y="3277"/>
                    <a:pt x="0" y="4283"/>
                    <a:pt x="283" y="5240"/>
                  </a:cubicBezTo>
                  <a:lnTo>
                    <a:pt x="1091" y="7962"/>
                  </a:lnTo>
                  <a:cubicBezTo>
                    <a:pt x="1323" y="8746"/>
                    <a:pt x="2042" y="9255"/>
                    <a:pt x="2821" y="9255"/>
                  </a:cubicBezTo>
                  <a:cubicBezTo>
                    <a:pt x="2991" y="9255"/>
                    <a:pt x="3164" y="9231"/>
                    <a:pt x="3335" y="9180"/>
                  </a:cubicBezTo>
                  <a:lnTo>
                    <a:pt x="3335" y="9182"/>
                  </a:lnTo>
                  <a:lnTo>
                    <a:pt x="13186" y="6263"/>
                  </a:lnTo>
                  <a:cubicBezTo>
                    <a:pt x="14143" y="5979"/>
                    <a:pt x="14688" y="4974"/>
                    <a:pt x="14405" y="4016"/>
                  </a:cubicBezTo>
                  <a:lnTo>
                    <a:pt x="13598" y="1294"/>
                  </a:lnTo>
                  <a:cubicBezTo>
                    <a:pt x="13365" y="509"/>
                    <a:pt x="12646" y="0"/>
                    <a:pt x="11866"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802;p38">
              <a:extLst>
                <a:ext uri="{FF2B5EF4-FFF2-40B4-BE49-F238E27FC236}">
                  <a16:creationId xmlns:a16="http://schemas.microsoft.com/office/drawing/2014/main" id="{5C0AB2C7-A68D-FDB0-DB70-C63423AFDEBC}"/>
                </a:ext>
              </a:extLst>
            </p:cNvPr>
            <p:cNvSpPr/>
            <p:nvPr/>
          </p:nvSpPr>
          <p:spPr>
            <a:xfrm>
              <a:off x="3113000" y="2338925"/>
              <a:ext cx="367225" cy="231425"/>
            </a:xfrm>
            <a:custGeom>
              <a:avLst/>
              <a:gdLst/>
              <a:ahLst/>
              <a:cxnLst/>
              <a:rect l="l" t="t" r="r" b="b"/>
              <a:pathLst>
                <a:path w="14689" h="9257" extrusionOk="0">
                  <a:moveTo>
                    <a:pt x="11868" y="1"/>
                  </a:moveTo>
                  <a:cubicBezTo>
                    <a:pt x="11698" y="1"/>
                    <a:pt x="11524" y="25"/>
                    <a:pt x="11353" y="76"/>
                  </a:cubicBezTo>
                  <a:lnTo>
                    <a:pt x="1503" y="2994"/>
                  </a:lnTo>
                  <a:cubicBezTo>
                    <a:pt x="546" y="3277"/>
                    <a:pt x="0" y="4283"/>
                    <a:pt x="284" y="5240"/>
                  </a:cubicBezTo>
                  <a:lnTo>
                    <a:pt x="1091" y="7962"/>
                  </a:lnTo>
                  <a:cubicBezTo>
                    <a:pt x="1323" y="8748"/>
                    <a:pt x="2042" y="9256"/>
                    <a:pt x="2822" y="9256"/>
                  </a:cubicBezTo>
                  <a:cubicBezTo>
                    <a:pt x="2991" y="9256"/>
                    <a:pt x="3164" y="9232"/>
                    <a:pt x="3336" y="9181"/>
                  </a:cubicBezTo>
                  <a:lnTo>
                    <a:pt x="13186" y="6262"/>
                  </a:lnTo>
                  <a:cubicBezTo>
                    <a:pt x="14142" y="5979"/>
                    <a:pt x="14688" y="4973"/>
                    <a:pt x="14405" y="4018"/>
                  </a:cubicBezTo>
                  <a:lnTo>
                    <a:pt x="13598" y="1294"/>
                  </a:lnTo>
                  <a:cubicBezTo>
                    <a:pt x="13365" y="510"/>
                    <a:pt x="12646" y="1"/>
                    <a:pt x="11868"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803;p38">
              <a:extLst>
                <a:ext uri="{FF2B5EF4-FFF2-40B4-BE49-F238E27FC236}">
                  <a16:creationId xmlns:a16="http://schemas.microsoft.com/office/drawing/2014/main" id="{8C41C4A3-5C42-29C2-C025-E4C155B5BB37}"/>
                </a:ext>
              </a:extLst>
            </p:cNvPr>
            <p:cNvSpPr/>
            <p:nvPr/>
          </p:nvSpPr>
          <p:spPr>
            <a:xfrm>
              <a:off x="3123025" y="2347900"/>
              <a:ext cx="347150" cy="213450"/>
            </a:xfrm>
            <a:custGeom>
              <a:avLst/>
              <a:gdLst/>
              <a:ahLst/>
              <a:cxnLst/>
              <a:rect l="l" t="t" r="r" b="b"/>
              <a:pathLst>
                <a:path w="13886" h="8538" extrusionOk="0">
                  <a:moveTo>
                    <a:pt x="11466" y="0"/>
                  </a:moveTo>
                  <a:cubicBezTo>
                    <a:pt x="11328" y="0"/>
                    <a:pt x="11189" y="20"/>
                    <a:pt x="11053" y="61"/>
                  </a:cubicBezTo>
                  <a:lnTo>
                    <a:pt x="1203" y="2978"/>
                  </a:lnTo>
                  <a:cubicBezTo>
                    <a:pt x="438" y="3206"/>
                    <a:pt x="1" y="4013"/>
                    <a:pt x="226" y="4778"/>
                  </a:cubicBezTo>
                  <a:lnTo>
                    <a:pt x="1034" y="7501"/>
                  </a:lnTo>
                  <a:cubicBezTo>
                    <a:pt x="1212" y="8107"/>
                    <a:pt x="1758" y="8524"/>
                    <a:pt x="2391" y="8537"/>
                  </a:cubicBezTo>
                  <a:lnTo>
                    <a:pt x="2389" y="8537"/>
                  </a:lnTo>
                  <a:cubicBezTo>
                    <a:pt x="2399" y="8538"/>
                    <a:pt x="2409" y="8538"/>
                    <a:pt x="2419" y="8538"/>
                  </a:cubicBezTo>
                  <a:cubicBezTo>
                    <a:pt x="2559" y="8538"/>
                    <a:pt x="2697" y="8518"/>
                    <a:pt x="2833" y="8478"/>
                  </a:cubicBezTo>
                  <a:lnTo>
                    <a:pt x="12683" y="5560"/>
                  </a:lnTo>
                  <a:cubicBezTo>
                    <a:pt x="13448" y="5332"/>
                    <a:pt x="13886" y="4525"/>
                    <a:pt x="13660" y="3760"/>
                  </a:cubicBezTo>
                  <a:lnTo>
                    <a:pt x="12853" y="1038"/>
                  </a:lnTo>
                  <a:cubicBezTo>
                    <a:pt x="12673" y="431"/>
                    <a:pt x="12129" y="14"/>
                    <a:pt x="11496" y="1"/>
                  </a:cubicBezTo>
                  <a:cubicBezTo>
                    <a:pt x="11486" y="0"/>
                    <a:pt x="11476" y="0"/>
                    <a:pt x="1146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804;p38">
              <a:extLst>
                <a:ext uri="{FF2B5EF4-FFF2-40B4-BE49-F238E27FC236}">
                  <a16:creationId xmlns:a16="http://schemas.microsoft.com/office/drawing/2014/main" id="{31D87372-E352-8583-DC3D-95910444481A}"/>
                </a:ext>
              </a:extLst>
            </p:cNvPr>
            <p:cNvSpPr/>
            <p:nvPr/>
          </p:nvSpPr>
          <p:spPr>
            <a:xfrm>
              <a:off x="3383175" y="2379250"/>
              <a:ext cx="56600" cy="89100"/>
            </a:xfrm>
            <a:custGeom>
              <a:avLst/>
              <a:gdLst/>
              <a:ahLst/>
              <a:cxnLst/>
              <a:rect l="l" t="t" r="r" b="b"/>
              <a:pathLst>
                <a:path w="2264" h="3564" extrusionOk="0">
                  <a:moveTo>
                    <a:pt x="823" y="1"/>
                  </a:moveTo>
                  <a:cubicBezTo>
                    <a:pt x="754" y="1"/>
                    <a:pt x="684" y="10"/>
                    <a:pt x="614" y="31"/>
                  </a:cubicBezTo>
                  <a:cubicBezTo>
                    <a:pt x="223" y="146"/>
                    <a:pt x="1" y="557"/>
                    <a:pt x="117" y="946"/>
                  </a:cubicBezTo>
                  <a:lnTo>
                    <a:pt x="735" y="3036"/>
                  </a:lnTo>
                  <a:cubicBezTo>
                    <a:pt x="831" y="3356"/>
                    <a:pt x="1124" y="3563"/>
                    <a:pt x="1443" y="3563"/>
                  </a:cubicBezTo>
                  <a:cubicBezTo>
                    <a:pt x="1512" y="3563"/>
                    <a:pt x="1582" y="3554"/>
                    <a:pt x="1652" y="3533"/>
                  </a:cubicBezTo>
                  <a:cubicBezTo>
                    <a:pt x="2041" y="3418"/>
                    <a:pt x="2264" y="3007"/>
                    <a:pt x="2149" y="2617"/>
                  </a:cubicBezTo>
                  <a:lnTo>
                    <a:pt x="1529" y="528"/>
                  </a:lnTo>
                  <a:cubicBezTo>
                    <a:pt x="1434" y="208"/>
                    <a:pt x="1141" y="1"/>
                    <a:pt x="823" y="1"/>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805;p38">
              <a:extLst>
                <a:ext uri="{FF2B5EF4-FFF2-40B4-BE49-F238E27FC236}">
                  <a16:creationId xmlns:a16="http://schemas.microsoft.com/office/drawing/2014/main" id="{AD8E4CCB-9427-F9FE-D90A-F64A90BD1477}"/>
                </a:ext>
              </a:extLst>
            </p:cNvPr>
            <p:cNvSpPr/>
            <p:nvPr/>
          </p:nvSpPr>
          <p:spPr>
            <a:xfrm>
              <a:off x="3241375" y="2420575"/>
              <a:ext cx="56600" cy="89075"/>
            </a:xfrm>
            <a:custGeom>
              <a:avLst/>
              <a:gdLst/>
              <a:ahLst/>
              <a:cxnLst/>
              <a:rect l="l" t="t" r="r" b="b"/>
              <a:pathLst>
                <a:path w="2264" h="3563" extrusionOk="0">
                  <a:moveTo>
                    <a:pt x="821" y="0"/>
                  </a:moveTo>
                  <a:cubicBezTo>
                    <a:pt x="752" y="0"/>
                    <a:pt x="682" y="10"/>
                    <a:pt x="612" y="31"/>
                  </a:cubicBezTo>
                  <a:cubicBezTo>
                    <a:pt x="223" y="147"/>
                    <a:pt x="0" y="556"/>
                    <a:pt x="115" y="947"/>
                  </a:cubicBezTo>
                  <a:lnTo>
                    <a:pt x="735" y="3036"/>
                  </a:lnTo>
                  <a:cubicBezTo>
                    <a:pt x="829" y="3356"/>
                    <a:pt x="1123" y="3563"/>
                    <a:pt x="1441" y="3563"/>
                  </a:cubicBezTo>
                  <a:cubicBezTo>
                    <a:pt x="1510" y="3563"/>
                    <a:pt x="1580" y="3553"/>
                    <a:pt x="1650" y="3533"/>
                  </a:cubicBezTo>
                  <a:cubicBezTo>
                    <a:pt x="2040" y="3417"/>
                    <a:pt x="2263" y="3007"/>
                    <a:pt x="2146" y="2616"/>
                  </a:cubicBezTo>
                  <a:lnTo>
                    <a:pt x="1528" y="527"/>
                  </a:lnTo>
                  <a:cubicBezTo>
                    <a:pt x="1433" y="208"/>
                    <a:pt x="1140" y="0"/>
                    <a:pt x="821"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806;p38">
              <a:extLst>
                <a:ext uri="{FF2B5EF4-FFF2-40B4-BE49-F238E27FC236}">
                  <a16:creationId xmlns:a16="http://schemas.microsoft.com/office/drawing/2014/main" id="{5B167F40-0F07-5F27-BFD9-B2FB72FB394F}"/>
                </a:ext>
              </a:extLst>
            </p:cNvPr>
            <p:cNvSpPr/>
            <p:nvPr/>
          </p:nvSpPr>
          <p:spPr>
            <a:xfrm>
              <a:off x="3070400" y="2272900"/>
              <a:ext cx="194200" cy="112100"/>
            </a:xfrm>
            <a:custGeom>
              <a:avLst/>
              <a:gdLst/>
              <a:ahLst/>
              <a:cxnLst/>
              <a:rect l="l" t="t" r="r" b="b"/>
              <a:pathLst>
                <a:path w="7768" h="4484" extrusionOk="0">
                  <a:moveTo>
                    <a:pt x="4871" y="1"/>
                  </a:moveTo>
                  <a:cubicBezTo>
                    <a:pt x="4361" y="1"/>
                    <a:pt x="3808" y="69"/>
                    <a:pt x="3245" y="213"/>
                  </a:cubicBezTo>
                  <a:cubicBezTo>
                    <a:pt x="1439" y="675"/>
                    <a:pt x="115" y="1762"/>
                    <a:pt x="15" y="2778"/>
                  </a:cubicBezTo>
                  <a:cubicBezTo>
                    <a:pt x="0" y="2919"/>
                    <a:pt x="11" y="3058"/>
                    <a:pt x="46" y="3193"/>
                  </a:cubicBezTo>
                  <a:lnTo>
                    <a:pt x="46" y="3194"/>
                  </a:lnTo>
                  <a:cubicBezTo>
                    <a:pt x="103" y="3419"/>
                    <a:pt x="226" y="3619"/>
                    <a:pt x="402" y="3790"/>
                  </a:cubicBezTo>
                  <a:cubicBezTo>
                    <a:pt x="861" y="4234"/>
                    <a:pt x="1682" y="4483"/>
                    <a:pt x="2655" y="4483"/>
                  </a:cubicBezTo>
                  <a:cubicBezTo>
                    <a:pt x="3166" y="4483"/>
                    <a:pt x="3718" y="4415"/>
                    <a:pt x="4282" y="4270"/>
                  </a:cubicBezTo>
                  <a:cubicBezTo>
                    <a:pt x="6336" y="3744"/>
                    <a:pt x="7768" y="2410"/>
                    <a:pt x="7481" y="1290"/>
                  </a:cubicBezTo>
                  <a:cubicBezTo>
                    <a:pt x="7274" y="477"/>
                    <a:pt x="6218" y="1"/>
                    <a:pt x="4871"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807;p38">
              <a:extLst>
                <a:ext uri="{FF2B5EF4-FFF2-40B4-BE49-F238E27FC236}">
                  <a16:creationId xmlns:a16="http://schemas.microsoft.com/office/drawing/2014/main" id="{6850D7BC-F87E-9C2C-61F0-17E80872DCAC}"/>
                </a:ext>
              </a:extLst>
            </p:cNvPr>
            <p:cNvSpPr/>
            <p:nvPr/>
          </p:nvSpPr>
          <p:spPr>
            <a:xfrm>
              <a:off x="3070400" y="2342375"/>
              <a:ext cx="17700" cy="25275"/>
            </a:xfrm>
            <a:custGeom>
              <a:avLst/>
              <a:gdLst/>
              <a:ahLst/>
              <a:cxnLst/>
              <a:rect l="l" t="t" r="r" b="b"/>
              <a:pathLst>
                <a:path w="708" h="1011" extrusionOk="0">
                  <a:moveTo>
                    <a:pt x="15" y="0"/>
                  </a:moveTo>
                  <a:lnTo>
                    <a:pt x="15" y="0"/>
                  </a:lnTo>
                  <a:cubicBezTo>
                    <a:pt x="0" y="140"/>
                    <a:pt x="11" y="279"/>
                    <a:pt x="46" y="415"/>
                  </a:cubicBezTo>
                  <a:cubicBezTo>
                    <a:pt x="103" y="640"/>
                    <a:pt x="226" y="840"/>
                    <a:pt x="402" y="1011"/>
                  </a:cubicBezTo>
                  <a:cubicBezTo>
                    <a:pt x="603" y="855"/>
                    <a:pt x="708" y="629"/>
                    <a:pt x="652" y="414"/>
                  </a:cubicBezTo>
                  <a:cubicBezTo>
                    <a:pt x="588" y="162"/>
                    <a:pt x="324" y="3"/>
                    <a:pt x="15"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808;p38">
              <a:extLst>
                <a:ext uri="{FF2B5EF4-FFF2-40B4-BE49-F238E27FC236}">
                  <a16:creationId xmlns:a16="http://schemas.microsoft.com/office/drawing/2014/main" id="{D44FFC86-68F2-280E-E571-C68F83DC1B74}"/>
                </a:ext>
              </a:extLst>
            </p:cNvPr>
            <p:cNvSpPr/>
            <p:nvPr/>
          </p:nvSpPr>
          <p:spPr>
            <a:xfrm>
              <a:off x="3084150" y="2479375"/>
              <a:ext cx="48875" cy="74725"/>
            </a:xfrm>
            <a:custGeom>
              <a:avLst/>
              <a:gdLst/>
              <a:ahLst/>
              <a:cxnLst/>
              <a:rect l="l" t="t" r="r" b="b"/>
              <a:pathLst>
                <a:path w="1955" h="2989" extrusionOk="0">
                  <a:moveTo>
                    <a:pt x="981" y="1"/>
                  </a:moveTo>
                  <a:cubicBezTo>
                    <a:pt x="950" y="1"/>
                    <a:pt x="919" y="5"/>
                    <a:pt x="888" y="14"/>
                  </a:cubicBezTo>
                  <a:lnTo>
                    <a:pt x="273" y="196"/>
                  </a:lnTo>
                  <a:cubicBezTo>
                    <a:pt x="100" y="248"/>
                    <a:pt x="0" y="429"/>
                    <a:pt x="52" y="603"/>
                  </a:cubicBezTo>
                  <a:lnTo>
                    <a:pt x="660" y="2657"/>
                  </a:lnTo>
                  <a:cubicBezTo>
                    <a:pt x="706" y="2813"/>
                    <a:pt x="585" y="2988"/>
                    <a:pt x="680" y="2988"/>
                  </a:cubicBezTo>
                  <a:cubicBezTo>
                    <a:pt x="692" y="2988"/>
                    <a:pt x="707" y="2986"/>
                    <a:pt x="726" y="2980"/>
                  </a:cubicBezTo>
                  <a:lnTo>
                    <a:pt x="727" y="2980"/>
                  </a:lnTo>
                  <a:lnTo>
                    <a:pt x="1681" y="2697"/>
                  </a:lnTo>
                  <a:cubicBezTo>
                    <a:pt x="1856" y="2645"/>
                    <a:pt x="1954" y="2464"/>
                    <a:pt x="1903" y="2289"/>
                  </a:cubicBezTo>
                  <a:lnTo>
                    <a:pt x="1294" y="235"/>
                  </a:lnTo>
                  <a:cubicBezTo>
                    <a:pt x="1251" y="93"/>
                    <a:pt x="1121" y="1"/>
                    <a:pt x="981"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809;p38">
              <a:extLst>
                <a:ext uri="{FF2B5EF4-FFF2-40B4-BE49-F238E27FC236}">
                  <a16:creationId xmlns:a16="http://schemas.microsoft.com/office/drawing/2014/main" id="{3C9D11D1-2C14-502E-B15E-ECAE7F49FB06}"/>
                </a:ext>
              </a:extLst>
            </p:cNvPr>
            <p:cNvSpPr/>
            <p:nvPr/>
          </p:nvSpPr>
          <p:spPr>
            <a:xfrm>
              <a:off x="3076225" y="2483025"/>
              <a:ext cx="44100" cy="71025"/>
            </a:xfrm>
            <a:custGeom>
              <a:avLst/>
              <a:gdLst/>
              <a:ahLst/>
              <a:cxnLst/>
              <a:rect l="l" t="t" r="r" b="b"/>
              <a:pathLst>
                <a:path w="1764" h="2841" extrusionOk="0">
                  <a:moveTo>
                    <a:pt x="791" y="0"/>
                  </a:moveTo>
                  <a:cubicBezTo>
                    <a:pt x="760" y="0"/>
                    <a:pt x="729" y="4"/>
                    <a:pt x="697" y="14"/>
                  </a:cubicBezTo>
                  <a:lnTo>
                    <a:pt x="272" y="144"/>
                  </a:lnTo>
                  <a:cubicBezTo>
                    <a:pt x="99" y="195"/>
                    <a:pt x="0" y="379"/>
                    <a:pt x="52" y="551"/>
                  </a:cubicBezTo>
                  <a:lnTo>
                    <a:pt x="661" y="2607"/>
                  </a:lnTo>
                  <a:cubicBezTo>
                    <a:pt x="703" y="2748"/>
                    <a:pt x="833" y="2840"/>
                    <a:pt x="974" y="2840"/>
                  </a:cubicBezTo>
                  <a:cubicBezTo>
                    <a:pt x="1004" y="2840"/>
                    <a:pt x="1036" y="2836"/>
                    <a:pt x="1067" y="2826"/>
                  </a:cubicBezTo>
                  <a:lnTo>
                    <a:pt x="1492" y="2696"/>
                  </a:lnTo>
                  <a:cubicBezTo>
                    <a:pt x="1665" y="2645"/>
                    <a:pt x="1764" y="2463"/>
                    <a:pt x="1714" y="2289"/>
                  </a:cubicBezTo>
                  <a:lnTo>
                    <a:pt x="1105" y="235"/>
                  </a:lnTo>
                  <a:cubicBezTo>
                    <a:pt x="1062" y="92"/>
                    <a:pt x="933" y="0"/>
                    <a:pt x="791"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810;p38">
              <a:extLst>
                <a:ext uri="{FF2B5EF4-FFF2-40B4-BE49-F238E27FC236}">
                  <a16:creationId xmlns:a16="http://schemas.microsoft.com/office/drawing/2014/main" id="{63A55674-0669-51BB-3ADE-093CCB68D3F6}"/>
                </a:ext>
              </a:extLst>
            </p:cNvPr>
            <p:cNvSpPr/>
            <p:nvPr/>
          </p:nvSpPr>
          <p:spPr>
            <a:xfrm>
              <a:off x="3023625" y="2293425"/>
              <a:ext cx="78100" cy="223300"/>
            </a:xfrm>
            <a:custGeom>
              <a:avLst/>
              <a:gdLst/>
              <a:ahLst/>
              <a:cxnLst/>
              <a:rect l="l" t="t" r="r" b="b"/>
              <a:pathLst>
                <a:path w="3124" h="8932" extrusionOk="0">
                  <a:moveTo>
                    <a:pt x="309" y="0"/>
                  </a:moveTo>
                  <a:cubicBezTo>
                    <a:pt x="283" y="0"/>
                    <a:pt x="257" y="4"/>
                    <a:pt x="231" y="12"/>
                  </a:cubicBezTo>
                  <a:cubicBezTo>
                    <a:pt x="84" y="56"/>
                    <a:pt x="1" y="209"/>
                    <a:pt x="43" y="356"/>
                  </a:cubicBezTo>
                  <a:lnTo>
                    <a:pt x="2550" y="8734"/>
                  </a:lnTo>
                  <a:cubicBezTo>
                    <a:pt x="2586" y="8854"/>
                    <a:pt x="2695" y="8932"/>
                    <a:pt x="2814" y="8932"/>
                  </a:cubicBezTo>
                  <a:cubicBezTo>
                    <a:pt x="2840" y="8932"/>
                    <a:pt x="2867" y="8928"/>
                    <a:pt x="2894" y="8920"/>
                  </a:cubicBezTo>
                  <a:cubicBezTo>
                    <a:pt x="3041" y="8878"/>
                    <a:pt x="3124" y="8723"/>
                    <a:pt x="3080" y="8576"/>
                  </a:cubicBezTo>
                  <a:lnTo>
                    <a:pt x="575" y="198"/>
                  </a:lnTo>
                  <a:cubicBezTo>
                    <a:pt x="539" y="79"/>
                    <a:pt x="428" y="0"/>
                    <a:pt x="309" y="0"/>
                  </a:cubicBezTo>
                  <a:close/>
                </a:path>
              </a:pathLst>
            </a:custGeom>
            <a:solidFill>
              <a:srgbClr val="F2F5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811;p38">
              <a:extLst>
                <a:ext uri="{FF2B5EF4-FFF2-40B4-BE49-F238E27FC236}">
                  <a16:creationId xmlns:a16="http://schemas.microsoft.com/office/drawing/2014/main" id="{780636DF-9C45-433C-41BB-5497DB62D8DB}"/>
                </a:ext>
              </a:extLst>
            </p:cNvPr>
            <p:cNvSpPr/>
            <p:nvPr/>
          </p:nvSpPr>
          <p:spPr>
            <a:xfrm>
              <a:off x="3115450" y="3232225"/>
              <a:ext cx="290400" cy="75425"/>
            </a:xfrm>
            <a:custGeom>
              <a:avLst/>
              <a:gdLst/>
              <a:ahLst/>
              <a:cxnLst/>
              <a:rect l="l" t="t" r="r" b="b"/>
              <a:pathLst>
                <a:path w="11616" h="3017" extrusionOk="0">
                  <a:moveTo>
                    <a:pt x="2847" y="1"/>
                  </a:moveTo>
                  <a:cubicBezTo>
                    <a:pt x="2797" y="243"/>
                    <a:pt x="2750" y="505"/>
                    <a:pt x="2709" y="785"/>
                  </a:cubicBezTo>
                  <a:cubicBezTo>
                    <a:pt x="2338" y="776"/>
                    <a:pt x="1181" y="696"/>
                    <a:pt x="120" y="85"/>
                  </a:cubicBezTo>
                  <a:cubicBezTo>
                    <a:pt x="79" y="170"/>
                    <a:pt x="40" y="258"/>
                    <a:pt x="1" y="349"/>
                  </a:cubicBezTo>
                  <a:cubicBezTo>
                    <a:pt x="1093" y="968"/>
                    <a:pt x="2247" y="1061"/>
                    <a:pt x="2671" y="1071"/>
                  </a:cubicBezTo>
                  <a:cubicBezTo>
                    <a:pt x="2618" y="1505"/>
                    <a:pt x="2585" y="1974"/>
                    <a:pt x="2579" y="2479"/>
                  </a:cubicBezTo>
                  <a:lnTo>
                    <a:pt x="2580" y="2479"/>
                  </a:lnTo>
                  <a:lnTo>
                    <a:pt x="2579" y="2600"/>
                  </a:lnTo>
                  <a:lnTo>
                    <a:pt x="2698" y="2621"/>
                  </a:lnTo>
                  <a:cubicBezTo>
                    <a:pt x="4390" y="2913"/>
                    <a:pt x="5873" y="3016"/>
                    <a:pt x="7129" y="3016"/>
                  </a:cubicBezTo>
                  <a:cubicBezTo>
                    <a:pt x="9430" y="3016"/>
                    <a:pt x="10964" y="2668"/>
                    <a:pt x="11616" y="2483"/>
                  </a:cubicBezTo>
                  <a:cubicBezTo>
                    <a:pt x="11596" y="2389"/>
                    <a:pt x="11575" y="2295"/>
                    <a:pt x="11552" y="2203"/>
                  </a:cubicBezTo>
                  <a:cubicBezTo>
                    <a:pt x="10934" y="2380"/>
                    <a:pt x="9422" y="2730"/>
                    <a:pt x="7135" y="2730"/>
                  </a:cubicBezTo>
                  <a:cubicBezTo>
                    <a:pt x="5924" y="2730"/>
                    <a:pt x="4497" y="2632"/>
                    <a:pt x="2870" y="2359"/>
                  </a:cubicBezTo>
                  <a:cubicBezTo>
                    <a:pt x="2886" y="1485"/>
                    <a:pt x="2995" y="709"/>
                    <a:pt x="3127" y="75"/>
                  </a:cubicBezTo>
                  <a:cubicBezTo>
                    <a:pt x="3033" y="52"/>
                    <a:pt x="2939" y="26"/>
                    <a:pt x="284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812;p38">
              <a:extLst>
                <a:ext uri="{FF2B5EF4-FFF2-40B4-BE49-F238E27FC236}">
                  <a16:creationId xmlns:a16="http://schemas.microsoft.com/office/drawing/2014/main" id="{579FA4ED-A726-B16A-6D98-534B259E089B}"/>
                </a:ext>
              </a:extLst>
            </p:cNvPr>
            <p:cNvSpPr/>
            <p:nvPr/>
          </p:nvSpPr>
          <p:spPr>
            <a:xfrm>
              <a:off x="3093575" y="3322800"/>
              <a:ext cx="316700" cy="30525"/>
            </a:xfrm>
            <a:custGeom>
              <a:avLst/>
              <a:gdLst/>
              <a:ahLst/>
              <a:cxnLst/>
              <a:rect l="l" t="t" r="r" b="b"/>
              <a:pathLst>
                <a:path w="12668" h="1221" extrusionOk="0">
                  <a:moveTo>
                    <a:pt x="18" y="1"/>
                  </a:moveTo>
                  <a:cubicBezTo>
                    <a:pt x="6" y="163"/>
                    <a:pt x="0" y="325"/>
                    <a:pt x="0" y="488"/>
                  </a:cubicBezTo>
                  <a:cubicBezTo>
                    <a:pt x="0" y="893"/>
                    <a:pt x="2836" y="1220"/>
                    <a:pt x="6335" y="1220"/>
                  </a:cubicBezTo>
                  <a:cubicBezTo>
                    <a:pt x="9832" y="1220"/>
                    <a:pt x="12668" y="893"/>
                    <a:pt x="12668" y="488"/>
                  </a:cubicBezTo>
                  <a:cubicBezTo>
                    <a:pt x="12668" y="325"/>
                    <a:pt x="12663" y="163"/>
                    <a:pt x="12651" y="1"/>
                  </a:cubicBezTo>
                  <a:cubicBezTo>
                    <a:pt x="12415" y="379"/>
                    <a:pt x="9678" y="678"/>
                    <a:pt x="6335" y="678"/>
                  </a:cubicBezTo>
                  <a:cubicBezTo>
                    <a:pt x="2992" y="678"/>
                    <a:pt x="255" y="379"/>
                    <a:pt x="18"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813;p38">
              <a:extLst>
                <a:ext uri="{FF2B5EF4-FFF2-40B4-BE49-F238E27FC236}">
                  <a16:creationId xmlns:a16="http://schemas.microsoft.com/office/drawing/2014/main" id="{48477DBF-38C8-98AD-DE5D-99211809A86C}"/>
                </a:ext>
              </a:extLst>
            </p:cNvPr>
            <p:cNvSpPr/>
            <p:nvPr/>
          </p:nvSpPr>
          <p:spPr>
            <a:xfrm>
              <a:off x="3094025" y="3176400"/>
              <a:ext cx="315850" cy="163350"/>
            </a:xfrm>
            <a:custGeom>
              <a:avLst/>
              <a:gdLst/>
              <a:ahLst/>
              <a:cxnLst/>
              <a:rect l="l" t="t" r="r" b="b"/>
              <a:pathLst>
                <a:path w="12634" h="6534" extrusionOk="0">
                  <a:moveTo>
                    <a:pt x="2347" y="1"/>
                  </a:moveTo>
                  <a:cubicBezTo>
                    <a:pt x="2347" y="1"/>
                    <a:pt x="1624" y="928"/>
                    <a:pt x="977" y="2318"/>
                  </a:cubicBezTo>
                  <a:cubicBezTo>
                    <a:pt x="938" y="2403"/>
                    <a:pt x="899" y="2493"/>
                    <a:pt x="859" y="2582"/>
                  </a:cubicBezTo>
                  <a:cubicBezTo>
                    <a:pt x="443" y="3530"/>
                    <a:pt x="81" y="4666"/>
                    <a:pt x="0" y="5857"/>
                  </a:cubicBezTo>
                  <a:cubicBezTo>
                    <a:pt x="237" y="6235"/>
                    <a:pt x="2974" y="6534"/>
                    <a:pt x="6317" y="6534"/>
                  </a:cubicBezTo>
                  <a:cubicBezTo>
                    <a:pt x="9658" y="6534"/>
                    <a:pt x="12397" y="6235"/>
                    <a:pt x="12633" y="5857"/>
                  </a:cubicBezTo>
                  <a:cubicBezTo>
                    <a:pt x="12606" y="5469"/>
                    <a:pt x="12550" y="5087"/>
                    <a:pt x="12473" y="4716"/>
                  </a:cubicBezTo>
                  <a:cubicBezTo>
                    <a:pt x="12453" y="4622"/>
                    <a:pt x="12432" y="4530"/>
                    <a:pt x="12409" y="4436"/>
                  </a:cubicBezTo>
                  <a:cubicBezTo>
                    <a:pt x="11809" y="1953"/>
                    <a:pt x="10285" y="1"/>
                    <a:pt x="10285" y="1"/>
                  </a:cubicBezTo>
                  <a:close/>
                </a:path>
              </a:pathLst>
            </a:custGeom>
            <a:solidFill>
              <a:srgbClr val="ADBA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814;p38">
              <a:extLst>
                <a:ext uri="{FF2B5EF4-FFF2-40B4-BE49-F238E27FC236}">
                  <a16:creationId xmlns:a16="http://schemas.microsoft.com/office/drawing/2014/main" id="{13C22761-0C57-0581-5B9A-B5F0BBC97E60}"/>
                </a:ext>
              </a:extLst>
            </p:cNvPr>
            <p:cNvSpPr/>
            <p:nvPr/>
          </p:nvSpPr>
          <p:spPr>
            <a:xfrm>
              <a:off x="2912550" y="2568325"/>
              <a:ext cx="686500" cy="674825"/>
            </a:xfrm>
            <a:custGeom>
              <a:avLst/>
              <a:gdLst/>
              <a:ahLst/>
              <a:cxnLst/>
              <a:rect l="l" t="t" r="r" b="b"/>
              <a:pathLst>
                <a:path w="27460" h="26993" extrusionOk="0">
                  <a:moveTo>
                    <a:pt x="24020" y="1"/>
                  </a:moveTo>
                  <a:lnTo>
                    <a:pt x="1" y="4336"/>
                  </a:lnTo>
                  <a:lnTo>
                    <a:pt x="2299" y="17067"/>
                  </a:lnTo>
                  <a:cubicBezTo>
                    <a:pt x="3151" y="21781"/>
                    <a:pt x="6632" y="25358"/>
                    <a:pt x="10963" y="26557"/>
                  </a:cubicBezTo>
                  <a:cubicBezTo>
                    <a:pt x="11057" y="26582"/>
                    <a:pt x="11149" y="26608"/>
                    <a:pt x="11243" y="26631"/>
                  </a:cubicBezTo>
                  <a:cubicBezTo>
                    <a:pt x="12186" y="26868"/>
                    <a:pt x="13168" y="26993"/>
                    <a:pt x="14169" y="26993"/>
                  </a:cubicBezTo>
                  <a:cubicBezTo>
                    <a:pt x="14856" y="26993"/>
                    <a:pt x="15553" y="26934"/>
                    <a:pt x="16252" y="26813"/>
                  </a:cubicBezTo>
                  <a:cubicBezTo>
                    <a:pt x="16319" y="26800"/>
                    <a:pt x="16386" y="26788"/>
                    <a:pt x="16452" y="26776"/>
                  </a:cubicBezTo>
                  <a:cubicBezTo>
                    <a:pt x="16519" y="26764"/>
                    <a:pt x="16585" y="26752"/>
                    <a:pt x="16651" y="26740"/>
                  </a:cubicBezTo>
                  <a:cubicBezTo>
                    <a:pt x="16855" y="26702"/>
                    <a:pt x="17057" y="26660"/>
                    <a:pt x="17258" y="26611"/>
                  </a:cubicBezTo>
                  <a:cubicBezTo>
                    <a:pt x="23441" y="25128"/>
                    <a:pt x="27460" y="19060"/>
                    <a:pt x="26316" y="12732"/>
                  </a:cubicBezTo>
                  <a:lnTo>
                    <a:pt x="24754" y="4072"/>
                  </a:lnTo>
                  <a:lnTo>
                    <a:pt x="24020" y="1"/>
                  </a:ln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815;p38">
              <a:extLst>
                <a:ext uri="{FF2B5EF4-FFF2-40B4-BE49-F238E27FC236}">
                  <a16:creationId xmlns:a16="http://schemas.microsoft.com/office/drawing/2014/main" id="{30A5AD6C-3B31-9D71-52D3-225CF943717A}"/>
                </a:ext>
              </a:extLst>
            </p:cNvPr>
            <p:cNvSpPr/>
            <p:nvPr/>
          </p:nvSpPr>
          <p:spPr>
            <a:xfrm>
              <a:off x="2907375" y="2547350"/>
              <a:ext cx="610875" cy="150325"/>
            </a:xfrm>
            <a:custGeom>
              <a:avLst/>
              <a:gdLst/>
              <a:ahLst/>
              <a:cxnLst/>
              <a:rect l="l" t="t" r="r" b="b"/>
              <a:pathLst>
                <a:path w="24435" h="6013" extrusionOk="0">
                  <a:moveTo>
                    <a:pt x="20616" y="1"/>
                  </a:moveTo>
                  <a:cubicBezTo>
                    <a:pt x="18360" y="1"/>
                    <a:pt x="15244" y="310"/>
                    <a:pt x="11841" y="925"/>
                  </a:cubicBezTo>
                  <a:cubicBezTo>
                    <a:pt x="5209" y="2121"/>
                    <a:pt x="0" y="4024"/>
                    <a:pt x="208" y="5175"/>
                  </a:cubicBezTo>
                  <a:cubicBezTo>
                    <a:pt x="309" y="5734"/>
                    <a:pt x="1674" y="6012"/>
                    <a:pt x="3813" y="6012"/>
                  </a:cubicBezTo>
                  <a:cubicBezTo>
                    <a:pt x="6070" y="6012"/>
                    <a:pt x="9188" y="5703"/>
                    <a:pt x="12594" y="5088"/>
                  </a:cubicBezTo>
                  <a:cubicBezTo>
                    <a:pt x="19225" y="3892"/>
                    <a:pt x="24434" y="1989"/>
                    <a:pt x="24225" y="840"/>
                  </a:cubicBezTo>
                  <a:cubicBezTo>
                    <a:pt x="24124" y="279"/>
                    <a:pt x="22758" y="1"/>
                    <a:pt x="20616" y="1"/>
                  </a:cubicBezTo>
                  <a:close/>
                </a:path>
              </a:pathLst>
            </a:custGeom>
            <a:solidFill>
              <a:srgbClr val="F2F4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816;p38">
              <a:extLst>
                <a:ext uri="{FF2B5EF4-FFF2-40B4-BE49-F238E27FC236}">
                  <a16:creationId xmlns:a16="http://schemas.microsoft.com/office/drawing/2014/main" id="{B4B8FE6D-3994-15C7-2F24-DA8AF3552926}"/>
                </a:ext>
              </a:extLst>
            </p:cNvPr>
            <p:cNvSpPr/>
            <p:nvPr/>
          </p:nvSpPr>
          <p:spPr>
            <a:xfrm>
              <a:off x="2920850" y="2556325"/>
              <a:ext cx="583900" cy="132375"/>
            </a:xfrm>
            <a:custGeom>
              <a:avLst/>
              <a:gdLst/>
              <a:ahLst/>
              <a:cxnLst/>
              <a:rect l="l" t="t" r="r" b="b"/>
              <a:pathLst>
                <a:path w="23356" h="5295" extrusionOk="0">
                  <a:moveTo>
                    <a:pt x="20078" y="1"/>
                  </a:moveTo>
                  <a:cubicBezTo>
                    <a:pt x="17738" y="1"/>
                    <a:pt x="14645" y="326"/>
                    <a:pt x="11367" y="918"/>
                  </a:cubicBezTo>
                  <a:cubicBezTo>
                    <a:pt x="8179" y="1494"/>
                    <a:pt x="5223" y="2250"/>
                    <a:pt x="3044" y="3045"/>
                  </a:cubicBezTo>
                  <a:cubicBezTo>
                    <a:pt x="450" y="3992"/>
                    <a:pt x="1" y="4633"/>
                    <a:pt x="23" y="4752"/>
                  </a:cubicBezTo>
                  <a:cubicBezTo>
                    <a:pt x="43" y="4866"/>
                    <a:pt x="656" y="5294"/>
                    <a:pt x="3275" y="5294"/>
                  </a:cubicBezTo>
                  <a:cubicBezTo>
                    <a:pt x="5616" y="5294"/>
                    <a:pt x="8710" y="4969"/>
                    <a:pt x="11991" y="4377"/>
                  </a:cubicBezTo>
                  <a:cubicBezTo>
                    <a:pt x="15178" y="3801"/>
                    <a:pt x="18133" y="3047"/>
                    <a:pt x="20313" y="2250"/>
                  </a:cubicBezTo>
                  <a:cubicBezTo>
                    <a:pt x="22906" y="1303"/>
                    <a:pt x="23356" y="664"/>
                    <a:pt x="23333" y="544"/>
                  </a:cubicBezTo>
                  <a:cubicBezTo>
                    <a:pt x="23314" y="429"/>
                    <a:pt x="22700" y="1"/>
                    <a:pt x="2007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817;p38">
              <a:extLst>
                <a:ext uri="{FF2B5EF4-FFF2-40B4-BE49-F238E27FC236}">
                  <a16:creationId xmlns:a16="http://schemas.microsoft.com/office/drawing/2014/main" id="{25F0A2F5-D910-DE72-BA07-C5E0042E03C1}"/>
                </a:ext>
              </a:extLst>
            </p:cNvPr>
            <p:cNvSpPr/>
            <p:nvPr/>
          </p:nvSpPr>
          <p:spPr>
            <a:xfrm>
              <a:off x="2899425" y="2499525"/>
              <a:ext cx="609375" cy="146075"/>
            </a:xfrm>
            <a:custGeom>
              <a:avLst/>
              <a:gdLst/>
              <a:ahLst/>
              <a:cxnLst/>
              <a:rect l="l" t="t" r="r" b="b"/>
              <a:pathLst>
                <a:path w="24375" h="5843" extrusionOk="0">
                  <a:moveTo>
                    <a:pt x="24046" y="0"/>
                  </a:moveTo>
                  <a:cubicBezTo>
                    <a:pt x="22959" y="1167"/>
                    <a:pt x="18231" y="2741"/>
                    <a:pt x="12438" y="3787"/>
                  </a:cubicBezTo>
                  <a:cubicBezTo>
                    <a:pt x="8972" y="4413"/>
                    <a:pt x="5797" y="4728"/>
                    <a:pt x="3500" y="4728"/>
                  </a:cubicBezTo>
                  <a:cubicBezTo>
                    <a:pt x="1702" y="4728"/>
                    <a:pt x="442" y="4535"/>
                    <a:pt x="0" y="4146"/>
                  </a:cubicBezTo>
                  <a:lnTo>
                    <a:pt x="0" y="4146"/>
                  </a:lnTo>
                  <a:cubicBezTo>
                    <a:pt x="15" y="4254"/>
                    <a:pt x="34" y="4361"/>
                    <a:pt x="53" y="4469"/>
                  </a:cubicBezTo>
                  <a:lnTo>
                    <a:pt x="150" y="5005"/>
                  </a:lnTo>
                  <a:cubicBezTo>
                    <a:pt x="251" y="5565"/>
                    <a:pt x="1617" y="5843"/>
                    <a:pt x="3757" y="5843"/>
                  </a:cubicBezTo>
                  <a:cubicBezTo>
                    <a:pt x="6013" y="5843"/>
                    <a:pt x="9130" y="5534"/>
                    <a:pt x="12535" y="4919"/>
                  </a:cubicBezTo>
                  <a:cubicBezTo>
                    <a:pt x="19167" y="3722"/>
                    <a:pt x="24375" y="1820"/>
                    <a:pt x="24167" y="670"/>
                  </a:cubicBezTo>
                  <a:lnTo>
                    <a:pt x="24071" y="134"/>
                  </a:lnTo>
                  <a:cubicBezTo>
                    <a:pt x="24063" y="88"/>
                    <a:pt x="24054" y="44"/>
                    <a:pt x="24046" y="0"/>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818;p38">
              <a:extLst>
                <a:ext uri="{FF2B5EF4-FFF2-40B4-BE49-F238E27FC236}">
                  <a16:creationId xmlns:a16="http://schemas.microsoft.com/office/drawing/2014/main" id="{5A8D14BD-AB72-2967-9AD6-FC2B719A9334}"/>
                </a:ext>
              </a:extLst>
            </p:cNvPr>
            <p:cNvSpPr/>
            <p:nvPr/>
          </p:nvSpPr>
          <p:spPr>
            <a:xfrm>
              <a:off x="2887125" y="2251925"/>
              <a:ext cx="613475" cy="365800"/>
            </a:xfrm>
            <a:custGeom>
              <a:avLst/>
              <a:gdLst/>
              <a:ahLst/>
              <a:cxnLst/>
              <a:rect l="l" t="t" r="r" b="b"/>
              <a:pathLst>
                <a:path w="24539" h="14632" extrusionOk="0">
                  <a:moveTo>
                    <a:pt x="12570" y="0"/>
                  </a:moveTo>
                  <a:cubicBezTo>
                    <a:pt x="11850" y="0"/>
                    <a:pt x="11120" y="64"/>
                    <a:pt x="10386" y="197"/>
                  </a:cubicBezTo>
                  <a:cubicBezTo>
                    <a:pt x="7071" y="793"/>
                    <a:pt x="4311" y="2681"/>
                    <a:pt x="2530" y="5245"/>
                  </a:cubicBezTo>
                  <a:cubicBezTo>
                    <a:pt x="807" y="7728"/>
                    <a:pt x="0" y="10847"/>
                    <a:pt x="492" y="14050"/>
                  </a:cubicBezTo>
                  <a:cubicBezTo>
                    <a:pt x="934" y="14439"/>
                    <a:pt x="2194" y="14632"/>
                    <a:pt x="3992" y="14632"/>
                  </a:cubicBezTo>
                  <a:cubicBezTo>
                    <a:pt x="6289" y="14632"/>
                    <a:pt x="9464" y="14317"/>
                    <a:pt x="12930" y="13691"/>
                  </a:cubicBezTo>
                  <a:cubicBezTo>
                    <a:pt x="18723" y="12645"/>
                    <a:pt x="23451" y="11071"/>
                    <a:pt x="24538" y="9906"/>
                  </a:cubicBezTo>
                  <a:cubicBezTo>
                    <a:pt x="23421" y="4076"/>
                    <a:pt x="18316" y="0"/>
                    <a:pt x="12570"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819;p38">
              <a:extLst>
                <a:ext uri="{FF2B5EF4-FFF2-40B4-BE49-F238E27FC236}">
                  <a16:creationId xmlns:a16="http://schemas.microsoft.com/office/drawing/2014/main" id="{760EFB83-80C2-8CB9-B6F2-BB2A41C49399}"/>
                </a:ext>
              </a:extLst>
            </p:cNvPr>
            <p:cNvSpPr/>
            <p:nvPr/>
          </p:nvSpPr>
          <p:spPr>
            <a:xfrm>
              <a:off x="3314875" y="2660500"/>
              <a:ext cx="279600" cy="551750"/>
            </a:xfrm>
            <a:custGeom>
              <a:avLst/>
              <a:gdLst/>
              <a:ahLst/>
              <a:cxnLst/>
              <a:rect l="l" t="t" r="r" b="b"/>
              <a:pathLst>
                <a:path w="11184" h="22070" extrusionOk="0">
                  <a:moveTo>
                    <a:pt x="6466" y="0"/>
                  </a:moveTo>
                  <a:cubicBezTo>
                    <a:pt x="6385" y="0"/>
                    <a:pt x="6304" y="2"/>
                    <a:pt x="6224" y="5"/>
                  </a:cubicBezTo>
                  <a:cubicBezTo>
                    <a:pt x="2746" y="150"/>
                    <a:pt x="0" y="3399"/>
                    <a:pt x="711" y="7026"/>
                  </a:cubicBezTo>
                  <a:cubicBezTo>
                    <a:pt x="1404" y="10567"/>
                    <a:pt x="2072" y="15600"/>
                    <a:pt x="1510" y="20132"/>
                  </a:cubicBezTo>
                  <a:cubicBezTo>
                    <a:pt x="1509" y="20143"/>
                    <a:pt x="1507" y="20154"/>
                    <a:pt x="1506" y="20164"/>
                  </a:cubicBezTo>
                  <a:cubicBezTo>
                    <a:pt x="1386" y="21135"/>
                    <a:pt x="2086" y="21921"/>
                    <a:pt x="2937" y="22050"/>
                  </a:cubicBezTo>
                  <a:cubicBezTo>
                    <a:pt x="3019" y="22063"/>
                    <a:pt x="3102" y="22069"/>
                    <a:pt x="3186" y="22069"/>
                  </a:cubicBezTo>
                  <a:cubicBezTo>
                    <a:pt x="3442" y="22069"/>
                    <a:pt x="3706" y="22008"/>
                    <a:pt x="3961" y="21874"/>
                  </a:cubicBezTo>
                  <a:cubicBezTo>
                    <a:pt x="8505" y="19487"/>
                    <a:pt x="11183" y="14358"/>
                    <a:pt x="10223" y="9045"/>
                  </a:cubicBezTo>
                  <a:lnTo>
                    <a:pt x="9776" y="6561"/>
                  </a:lnTo>
                  <a:lnTo>
                    <a:pt x="9578" y="5461"/>
                  </a:lnTo>
                  <a:lnTo>
                    <a:pt x="9087" y="2747"/>
                  </a:lnTo>
                  <a:lnTo>
                    <a:pt x="9020" y="2371"/>
                  </a:lnTo>
                  <a:lnTo>
                    <a:pt x="8834" y="1338"/>
                  </a:lnTo>
                  <a:cubicBezTo>
                    <a:pt x="8722" y="723"/>
                    <a:pt x="8246" y="238"/>
                    <a:pt x="7633" y="116"/>
                  </a:cubicBezTo>
                  <a:cubicBezTo>
                    <a:pt x="7239" y="37"/>
                    <a:pt x="6850" y="0"/>
                    <a:pt x="6466"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820;p38">
              <a:extLst>
                <a:ext uri="{FF2B5EF4-FFF2-40B4-BE49-F238E27FC236}">
                  <a16:creationId xmlns:a16="http://schemas.microsoft.com/office/drawing/2014/main" id="{8ACC2FDA-5658-8594-1A5A-BD2C0771A453}"/>
                </a:ext>
              </a:extLst>
            </p:cNvPr>
            <p:cNvSpPr/>
            <p:nvPr/>
          </p:nvSpPr>
          <p:spPr>
            <a:xfrm>
              <a:off x="3302175" y="2660500"/>
              <a:ext cx="168350" cy="551775"/>
            </a:xfrm>
            <a:custGeom>
              <a:avLst/>
              <a:gdLst/>
              <a:ahLst/>
              <a:cxnLst/>
              <a:rect l="l" t="t" r="r" b="b"/>
              <a:pathLst>
                <a:path w="6734" h="22071" extrusionOk="0">
                  <a:moveTo>
                    <a:pt x="6484" y="0"/>
                  </a:moveTo>
                  <a:cubicBezTo>
                    <a:pt x="2892" y="0"/>
                    <a:pt x="1" y="3316"/>
                    <a:pt x="728" y="7027"/>
                  </a:cubicBezTo>
                  <a:cubicBezTo>
                    <a:pt x="1420" y="10567"/>
                    <a:pt x="2090" y="15600"/>
                    <a:pt x="1528" y="20132"/>
                  </a:cubicBezTo>
                  <a:cubicBezTo>
                    <a:pt x="1526" y="20143"/>
                    <a:pt x="1525" y="20155"/>
                    <a:pt x="1523" y="20164"/>
                  </a:cubicBezTo>
                  <a:cubicBezTo>
                    <a:pt x="1390" y="21229"/>
                    <a:pt x="2244" y="22070"/>
                    <a:pt x="3201" y="22070"/>
                  </a:cubicBezTo>
                  <a:cubicBezTo>
                    <a:pt x="3282" y="22070"/>
                    <a:pt x="3363" y="22064"/>
                    <a:pt x="3445" y="22052"/>
                  </a:cubicBezTo>
                  <a:cubicBezTo>
                    <a:pt x="2594" y="21921"/>
                    <a:pt x="1894" y="21135"/>
                    <a:pt x="2014" y="20164"/>
                  </a:cubicBezTo>
                  <a:cubicBezTo>
                    <a:pt x="2015" y="20155"/>
                    <a:pt x="2017" y="20143"/>
                    <a:pt x="2018" y="20132"/>
                  </a:cubicBezTo>
                  <a:cubicBezTo>
                    <a:pt x="2580" y="15602"/>
                    <a:pt x="1912" y="10567"/>
                    <a:pt x="1219" y="7027"/>
                  </a:cubicBezTo>
                  <a:cubicBezTo>
                    <a:pt x="510" y="3399"/>
                    <a:pt x="3254" y="150"/>
                    <a:pt x="6734" y="7"/>
                  </a:cubicBezTo>
                  <a:cubicBezTo>
                    <a:pt x="6649" y="2"/>
                    <a:pt x="6566" y="0"/>
                    <a:pt x="648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821;p38">
              <a:extLst>
                <a:ext uri="{FF2B5EF4-FFF2-40B4-BE49-F238E27FC236}">
                  <a16:creationId xmlns:a16="http://schemas.microsoft.com/office/drawing/2014/main" id="{44D0BEB2-9BD4-14B0-469C-D1BBE8A3C7D1}"/>
                </a:ext>
              </a:extLst>
            </p:cNvPr>
            <p:cNvSpPr/>
            <p:nvPr/>
          </p:nvSpPr>
          <p:spPr>
            <a:xfrm>
              <a:off x="3058325" y="2355125"/>
              <a:ext cx="367225" cy="231400"/>
            </a:xfrm>
            <a:custGeom>
              <a:avLst/>
              <a:gdLst/>
              <a:ahLst/>
              <a:cxnLst/>
              <a:rect l="l" t="t" r="r" b="b"/>
              <a:pathLst>
                <a:path w="14689" h="9256" extrusionOk="0">
                  <a:moveTo>
                    <a:pt x="11866" y="0"/>
                  </a:moveTo>
                  <a:cubicBezTo>
                    <a:pt x="11696" y="0"/>
                    <a:pt x="11524" y="24"/>
                    <a:pt x="11353" y="75"/>
                  </a:cubicBezTo>
                  <a:lnTo>
                    <a:pt x="1503" y="2994"/>
                  </a:lnTo>
                  <a:cubicBezTo>
                    <a:pt x="545" y="3277"/>
                    <a:pt x="0" y="4283"/>
                    <a:pt x="283" y="5240"/>
                  </a:cubicBezTo>
                  <a:lnTo>
                    <a:pt x="1091" y="7962"/>
                  </a:lnTo>
                  <a:cubicBezTo>
                    <a:pt x="1323" y="8746"/>
                    <a:pt x="2042" y="9255"/>
                    <a:pt x="2821" y="9255"/>
                  </a:cubicBezTo>
                  <a:cubicBezTo>
                    <a:pt x="2991" y="9255"/>
                    <a:pt x="3164" y="9231"/>
                    <a:pt x="3335" y="9180"/>
                  </a:cubicBezTo>
                  <a:lnTo>
                    <a:pt x="3335" y="9182"/>
                  </a:lnTo>
                  <a:lnTo>
                    <a:pt x="13186" y="6263"/>
                  </a:lnTo>
                  <a:cubicBezTo>
                    <a:pt x="14143" y="5979"/>
                    <a:pt x="14688" y="4974"/>
                    <a:pt x="14405" y="4016"/>
                  </a:cubicBezTo>
                  <a:lnTo>
                    <a:pt x="13598" y="1294"/>
                  </a:lnTo>
                  <a:cubicBezTo>
                    <a:pt x="13365" y="509"/>
                    <a:pt x="12646" y="0"/>
                    <a:pt x="11866"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822;p38">
              <a:extLst>
                <a:ext uri="{FF2B5EF4-FFF2-40B4-BE49-F238E27FC236}">
                  <a16:creationId xmlns:a16="http://schemas.microsoft.com/office/drawing/2014/main" id="{E2C0B9C1-DAE4-B00D-E3A0-7676C4B1BEC7}"/>
                </a:ext>
              </a:extLst>
            </p:cNvPr>
            <p:cNvSpPr/>
            <p:nvPr/>
          </p:nvSpPr>
          <p:spPr>
            <a:xfrm>
              <a:off x="3113000" y="2338925"/>
              <a:ext cx="367225" cy="231425"/>
            </a:xfrm>
            <a:custGeom>
              <a:avLst/>
              <a:gdLst/>
              <a:ahLst/>
              <a:cxnLst/>
              <a:rect l="l" t="t" r="r" b="b"/>
              <a:pathLst>
                <a:path w="14689" h="9257" extrusionOk="0">
                  <a:moveTo>
                    <a:pt x="11868" y="1"/>
                  </a:moveTo>
                  <a:cubicBezTo>
                    <a:pt x="11698" y="1"/>
                    <a:pt x="11524" y="25"/>
                    <a:pt x="11353" y="76"/>
                  </a:cubicBezTo>
                  <a:lnTo>
                    <a:pt x="1503" y="2994"/>
                  </a:lnTo>
                  <a:cubicBezTo>
                    <a:pt x="546" y="3277"/>
                    <a:pt x="0" y="4283"/>
                    <a:pt x="284" y="5240"/>
                  </a:cubicBezTo>
                  <a:lnTo>
                    <a:pt x="1091" y="7962"/>
                  </a:lnTo>
                  <a:cubicBezTo>
                    <a:pt x="1323" y="8748"/>
                    <a:pt x="2042" y="9256"/>
                    <a:pt x="2822" y="9256"/>
                  </a:cubicBezTo>
                  <a:cubicBezTo>
                    <a:pt x="2991" y="9256"/>
                    <a:pt x="3164" y="9232"/>
                    <a:pt x="3336" y="9181"/>
                  </a:cubicBezTo>
                  <a:lnTo>
                    <a:pt x="13186" y="6262"/>
                  </a:lnTo>
                  <a:cubicBezTo>
                    <a:pt x="14142" y="5979"/>
                    <a:pt x="14688" y="4973"/>
                    <a:pt x="14405" y="4018"/>
                  </a:cubicBezTo>
                  <a:lnTo>
                    <a:pt x="13598" y="1294"/>
                  </a:lnTo>
                  <a:cubicBezTo>
                    <a:pt x="13365" y="510"/>
                    <a:pt x="12646" y="1"/>
                    <a:pt x="11868"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823;p38">
              <a:extLst>
                <a:ext uri="{FF2B5EF4-FFF2-40B4-BE49-F238E27FC236}">
                  <a16:creationId xmlns:a16="http://schemas.microsoft.com/office/drawing/2014/main" id="{2C19778B-20A5-E519-B076-DF77D6824F4D}"/>
                </a:ext>
              </a:extLst>
            </p:cNvPr>
            <p:cNvSpPr/>
            <p:nvPr/>
          </p:nvSpPr>
          <p:spPr>
            <a:xfrm>
              <a:off x="3123025" y="2347900"/>
              <a:ext cx="347150" cy="213450"/>
            </a:xfrm>
            <a:custGeom>
              <a:avLst/>
              <a:gdLst/>
              <a:ahLst/>
              <a:cxnLst/>
              <a:rect l="l" t="t" r="r" b="b"/>
              <a:pathLst>
                <a:path w="13886" h="8538" extrusionOk="0">
                  <a:moveTo>
                    <a:pt x="11466" y="0"/>
                  </a:moveTo>
                  <a:cubicBezTo>
                    <a:pt x="11328" y="0"/>
                    <a:pt x="11189" y="20"/>
                    <a:pt x="11053" y="61"/>
                  </a:cubicBezTo>
                  <a:lnTo>
                    <a:pt x="1203" y="2978"/>
                  </a:lnTo>
                  <a:cubicBezTo>
                    <a:pt x="438" y="3206"/>
                    <a:pt x="1" y="4013"/>
                    <a:pt x="226" y="4778"/>
                  </a:cubicBezTo>
                  <a:lnTo>
                    <a:pt x="1034" y="7501"/>
                  </a:lnTo>
                  <a:cubicBezTo>
                    <a:pt x="1212" y="8107"/>
                    <a:pt x="1758" y="8524"/>
                    <a:pt x="2391" y="8537"/>
                  </a:cubicBezTo>
                  <a:lnTo>
                    <a:pt x="2389" y="8537"/>
                  </a:lnTo>
                  <a:cubicBezTo>
                    <a:pt x="2399" y="8538"/>
                    <a:pt x="2409" y="8538"/>
                    <a:pt x="2419" y="8538"/>
                  </a:cubicBezTo>
                  <a:cubicBezTo>
                    <a:pt x="2559" y="8538"/>
                    <a:pt x="2697" y="8518"/>
                    <a:pt x="2833" y="8478"/>
                  </a:cubicBezTo>
                  <a:lnTo>
                    <a:pt x="12683" y="5560"/>
                  </a:lnTo>
                  <a:cubicBezTo>
                    <a:pt x="13448" y="5332"/>
                    <a:pt x="13886" y="4525"/>
                    <a:pt x="13660" y="3760"/>
                  </a:cubicBezTo>
                  <a:lnTo>
                    <a:pt x="12853" y="1038"/>
                  </a:lnTo>
                  <a:cubicBezTo>
                    <a:pt x="12673" y="431"/>
                    <a:pt x="12129" y="14"/>
                    <a:pt x="11496" y="1"/>
                  </a:cubicBezTo>
                  <a:cubicBezTo>
                    <a:pt x="11486" y="0"/>
                    <a:pt x="11476" y="0"/>
                    <a:pt x="1146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824;p38">
              <a:extLst>
                <a:ext uri="{FF2B5EF4-FFF2-40B4-BE49-F238E27FC236}">
                  <a16:creationId xmlns:a16="http://schemas.microsoft.com/office/drawing/2014/main" id="{4F3CE08F-B34E-6997-8E86-34F1A46416ED}"/>
                </a:ext>
              </a:extLst>
            </p:cNvPr>
            <p:cNvSpPr/>
            <p:nvPr/>
          </p:nvSpPr>
          <p:spPr>
            <a:xfrm>
              <a:off x="3383175" y="2379250"/>
              <a:ext cx="56600" cy="89100"/>
            </a:xfrm>
            <a:custGeom>
              <a:avLst/>
              <a:gdLst/>
              <a:ahLst/>
              <a:cxnLst/>
              <a:rect l="l" t="t" r="r" b="b"/>
              <a:pathLst>
                <a:path w="2264" h="3564" extrusionOk="0">
                  <a:moveTo>
                    <a:pt x="823" y="1"/>
                  </a:moveTo>
                  <a:cubicBezTo>
                    <a:pt x="754" y="1"/>
                    <a:pt x="684" y="10"/>
                    <a:pt x="614" y="31"/>
                  </a:cubicBezTo>
                  <a:cubicBezTo>
                    <a:pt x="223" y="146"/>
                    <a:pt x="1" y="557"/>
                    <a:pt x="117" y="946"/>
                  </a:cubicBezTo>
                  <a:lnTo>
                    <a:pt x="735" y="3036"/>
                  </a:lnTo>
                  <a:cubicBezTo>
                    <a:pt x="831" y="3356"/>
                    <a:pt x="1124" y="3563"/>
                    <a:pt x="1443" y="3563"/>
                  </a:cubicBezTo>
                  <a:cubicBezTo>
                    <a:pt x="1512" y="3563"/>
                    <a:pt x="1582" y="3554"/>
                    <a:pt x="1652" y="3533"/>
                  </a:cubicBezTo>
                  <a:cubicBezTo>
                    <a:pt x="2041" y="3418"/>
                    <a:pt x="2264" y="3007"/>
                    <a:pt x="2149" y="2617"/>
                  </a:cubicBezTo>
                  <a:lnTo>
                    <a:pt x="1529" y="528"/>
                  </a:lnTo>
                  <a:cubicBezTo>
                    <a:pt x="1434" y="208"/>
                    <a:pt x="1141" y="1"/>
                    <a:pt x="823" y="1"/>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825;p38">
              <a:extLst>
                <a:ext uri="{FF2B5EF4-FFF2-40B4-BE49-F238E27FC236}">
                  <a16:creationId xmlns:a16="http://schemas.microsoft.com/office/drawing/2014/main" id="{C0B5A1DC-C11B-7012-037C-256D48E7CADB}"/>
                </a:ext>
              </a:extLst>
            </p:cNvPr>
            <p:cNvSpPr/>
            <p:nvPr/>
          </p:nvSpPr>
          <p:spPr>
            <a:xfrm>
              <a:off x="3241375" y="2420575"/>
              <a:ext cx="56600" cy="89075"/>
            </a:xfrm>
            <a:custGeom>
              <a:avLst/>
              <a:gdLst/>
              <a:ahLst/>
              <a:cxnLst/>
              <a:rect l="l" t="t" r="r" b="b"/>
              <a:pathLst>
                <a:path w="2264" h="3563" extrusionOk="0">
                  <a:moveTo>
                    <a:pt x="821" y="0"/>
                  </a:moveTo>
                  <a:cubicBezTo>
                    <a:pt x="752" y="0"/>
                    <a:pt x="682" y="10"/>
                    <a:pt x="612" y="31"/>
                  </a:cubicBezTo>
                  <a:cubicBezTo>
                    <a:pt x="223" y="147"/>
                    <a:pt x="0" y="556"/>
                    <a:pt x="115" y="947"/>
                  </a:cubicBezTo>
                  <a:lnTo>
                    <a:pt x="735" y="3036"/>
                  </a:lnTo>
                  <a:cubicBezTo>
                    <a:pt x="829" y="3356"/>
                    <a:pt x="1123" y="3563"/>
                    <a:pt x="1441" y="3563"/>
                  </a:cubicBezTo>
                  <a:cubicBezTo>
                    <a:pt x="1510" y="3563"/>
                    <a:pt x="1580" y="3553"/>
                    <a:pt x="1650" y="3533"/>
                  </a:cubicBezTo>
                  <a:cubicBezTo>
                    <a:pt x="2040" y="3417"/>
                    <a:pt x="2263" y="3007"/>
                    <a:pt x="2146" y="2616"/>
                  </a:cubicBezTo>
                  <a:lnTo>
                    <a:pt x="1528" y="527"/>
                  </a:lnTo>
                  <a:cubicBezTo>
                    <a:pt x="1433" y="208"/>
                    <a:pt x="1140" y="0"/>
                    <a:pt x="821"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826;p38">
              <a:extLst>
                <a:ext uri="{FF2B5EF4-FFF2-40B4-BE49-F238E27FC236}">
                  <a16:creationId xmlns:a16="http://schemas.microsoft.com/office/drawing/2014/main" id="{BB01DD36-F13C-507D-8F22-A51B2A9CB05D}"/>
                </a:ext>
              </a:extLst>
            </p:cNvPr>
            <p:cNvSpPr/>
            <p:nvPr/>
          </p:nvSpPr>
          <p:spPr>
            <a:xfrm>
              <a:off x="3070400" y="2272900"/>
              <a:ext cx="194200" cy="112100"/>
            </a:xfrm>
            <a:custGeom>
              <a:avLst/>
              <a:gdLst/>
              <a:ahLst/>
              <a:cxnLst/>
              <a:rect l="l" t="t" r="r" b="b"/>
              <a:pathLst>
                <a:path w="7768" h="4484" extrusionOk="0">
                  <a:moveTo>
                    <a:pt x="4871" y="1"/>
                  </a:moveTo>
                  <a:cubicBezTo>
                    <a:pt x="4361" y="1"/>
                    <a:pt x="3808" y="69"/>
                    <a:pt x="3245" y="213"/>
                  </a:cubicBezTo>
                  <a:cubicBezTo>
                    <a:pt x="1439" y="675"/>
                    <a:pt x="115" y="1762"/>
                    <a:pt x="15" y="2778"/>
                  </a:cubicBezTo>
                  <a:cubicBezTo>
                    <a:pt x="0" y="2919"/>
                    <a:pt x="11" y="3058"/>
                    <a:pt x="46" y="3193"/>
                  </a:cubicBezTo>
                  <a:lnTo>
                    <a:pt x="46" y="3194"/>
                  </a:lnTo>
                  <a:cubicBezTo>
                    <a:pt x="103" y="3419"/>
                    <a:pt x="226" y="3619"/>
                    <a:pt x="402" y="3790"/>
                  </a:cubicBezTo>
                  <a:cubicBezTo>
                    <a:pt x="861" y="4234"/>
                    <a:pt x="1682" y="4483"/>
                    <a:pt x="2655" y="4483"/>
                  </a:cubicBezTo>
                  <a:cubicBezTo>
                    <a:pt x="3166" y="4483"/>
                    <a:pt x="3718" y="4415"/>
                    <a:pt x="4282" y="4270"/>
                  </a:cubicBezTo>
                  <a:cubicBezTo>
                    <a:pt x="6336" y="3744"/>
                    <a:pt x="7768" y="2410"/>
                    <a:pt x="7481" y="1290"/>
                  </a:cubicBezTo>
                  <a:cubicBezTo>
                    <a:pt x="7274" y="477"/>
                    <a:pt x="6218" y="1"/>
                    <a:pt x="4871" y="1"/>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827;p38">
              <a:extLst>
                <a:ext uri="{FF2B5EF4-FFF2-40B4-BE49-F238E27FC236}">
                  <a16:creationId xmlns:a16="http://schemas.microsoft.com/office/drawing/2014/main" id="{E2513647-4D8D-2347-8473-2EB0C8624C5A}"/>
                </a:ext>
              </a:extLst>
            </p:cNvPr>
            <p:cNvSpPr/>
            <p:nvPr/>
          </p:nvSpPr>
          <p:spPr>
            <a:xfrm>
              <a:off x="3070400" y="2342375"/>
              <a:ext cx="17700" cy="25275"/>
            </a:xfrm>
            <a:custGeom>
              <a:avLst/>
              <a:gdLst/>
              <a:ahLst/>
              <a:cxnLst/>
              <a:rect l="l" t="t" r="r" b="b"/>
              <a:pathLst>
                <a:path w="708" h="1011" extrusionOk="0">
                  <a:moveTo>
                    <a:pt x="15" y="0"/>
                  </a:moveTo>
                  <a:lnTo>
                    <a:pt x="15" y="0"/>
                  </a:lnTo>
                  <a:cubicBezTo>
                    <a:pt x="0" y="140"/>
                    <a:pt x="11" y="279"/>
                    <a:pt x="46" y="415"/>
                  </a:cubicBezTo>
                  <a:cubicBezTo>
                    <a:pt x="103" y="640"/>
                    <a:pt x="226" y="840"/>
                    <a:pt x="402" y="1011"/>
                  </a:cubicBezTo>
                  <a:cubicBezTo>
                    <a:pt x="603" y="855"/>
                    <a:pt x="708" y="629"/>
                    <a:pt x="652" y="414"/>
                  </a:cubicBezTo>
                  <a:cubicBezTo>
                    <a:pt x="588" y="162"/>
                    <a:pt x="324" y="3"/>
                    <a:pt x="15"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828;p38">
              <a:extLst>
                <a:ext uri="{FF2B5EF4-FFF2-40B4-BE49-F238E27FC236}">
                  <a16:creationId xmlns:a16="http://schemas.microsoft.com/office/drawing/2014/main" id="{C54B9376-45E0-85B2-100B-B71E593814FF}"/>
                </a:ext>
              </a:extLst>
            </p:cNvPr>
            <p:cNvSpPr/>
            <p:nvPr/>
          </p:nvSpPr>
          <p:spPr>
            <a:xfrm>
              <a:off x="3084150" y="2479375"/>
              <a:ext cx="48875" cy="74725"/>
            </a:xfrm>
            <a:custGeom>
              <a:avLst/>
              <a:gdLst/>
              <a:ahLst/>
              <a:cxnLst/>
              <a:rect l="l" t="t" r="r" b="b"/>
              <a:pathLst>
                <a:path w="1955" h="2989" extrusionOk="0">
                  <a:moveTo>
                    <a:pt x="981" y="1"/>
                  </a:moveTo>
                  <a:cubicBezTo>
                    <a:pt x="950" y="1"/>
                    <a:pt x="919" y="5"/>
                    <a:pt x="888" y="14"/>
                  </a:cubicBezTo>
                  <a:lnTo>
                    <a:pt x="273" y="196"/>
                  </a:lnTo>
                  <a:cubicBezTo>
                    <a:pt x="100" y="248"/>
                    <a:pt x="0" y="429"/>
                    <a:pt x="52" y="603"/>
                  </a:cubicBezTo>
                  <a:lnTo>
                    <a:pt x="660" y="2657"/>
                  </a:lnTo>
                  <a:cubicBezTo>
                    <a:pt x="706" y="2813"/>
                    <a:pt x="585" y="2988"/>
                    <a:pt x="680" y="2988"/>
                  </a:cubicBezTo>
                  <a:cubicBezTo>
                    <a:pt x="692" y="2988"/>
                    <a:pt x="707" y="2986"/>
                    <a:pt x="726" y="2980"/>
                  </a:cubicBezTo>
                  <a:lnTo>
                    <a:pt x="727" y="2980"/>
                  </a:lnTo>
                  <a:lnTo>
                    <a:pt x="1681" y="2697"/>
                  </a:lnTo>
                  <a:cubicBezTo>
                    <a:pt x="1856" y="2645"/>
                    <a:pt x="1954" y="2464"/>
                    <a:pt x="1903" y="2289"/>
                  </a:cubicBezTo>
                  <a:lnTo>
                    <a:pt x="1294" y="235"/>
                  </a:lnTo>
                  <a:cubicBezTo>
                    <a:pt x="1251" y="93"/>
                    <a:pt x="1121" y="1"/>
                    <a:pt x="981"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829;p38">
              <a:extLst>
                <a:ext uri="{FF2B5EF4-FFF2-40B4-BE49-F238E27FC236}">
                  <a16:creationId xmlns:a16="http://schemas.microsoft.com/office/drawing/2014/main" id="{4F313026-B1FC-E620-62B3-64AED268546F}"/>
                </a:ext>
              </a:extLst>
            </p:cNvPr>
            <p:cNvSpPr/>
            <p:nvPr/>
          </p:nvSpPr>
          <p:spPr>
            <a:xfrm>
              <a:off x="3076225" y="2483025"/>
              <a:ext cx="44100" cy="71025"/>
            </a:xfrm>
            <a:custGeom>
              <a:avLst/>
              <a:gdLst/>
              <a:ahLst/>
              <a:cxnLst/>
              <a:rect l="l" t="t" r="r" b="b"/>
              <a:pathLst>
                <a:path w="1764" h="2841" extrusionOk="0">
                  <a:moveTo>
                    <a:pt x="791" y="0"/>
                  </a:moveTo>
                  <a:cubicBezTo>
                    <a:pt x="760" y="0"/>
                    <a:pt x="729" y="4"/>
                    <a:pt x="697" y="14"/>
                  </a:cubicBezTo>
                  <a:lnTo>
                    <a:pt x="272" y="144"/>
                  </a:lnTo>
                  <a:cubicBezTo>
                    <a:pt x="99" y="195"/>
                    <a:pt x="0" y="379"/>
                    <a:pt x="52" y="551"/>
                  </a:cubicBezTo>
                  <a:lnTo>
                    <a:pt x="661" y="2607"/>
                  </a:lnTo>
                  <a:cubicBezTo>
                    <a:pt x="703" y="2748"/>
                    <a:pt x="833" y="2840"/>
                    <a:pt x="974" y="2840"/>
                  </a:cubicBezTo>
                  <a:cubicBezTo>
                    <a:pt x="1004" y="2840"/>
                    <a:pt x="1036" y="2836"/>
                    <a:pt x="1067" y="2826"/>
                  </a:cubicBezTo>
                  <a:lnTo>
                    <a:pt x="1492" y="2696"/>
                  </a:lnTo>
                  <a:cubicBezTo>
                    <a:pt x="1665" y="2645"/>
                    <a:pt x="1764" y="2463"/>
                    <a:pt x="1714" y="2289"/>
                  </a:cubicBezTo>
                  <a:lnTo>
                    <a:pt x="1105" y="235"/>
                  </a:lnTo>
                  <a:cubicBezTo>
                    <a:pt x="1062" y="92"/>
                    <a:pt x="933" y="0"/>
                    <a:pt x="791" y="0"/>
                  </a:cubicBez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830;p38">
              <a:extLst>
                <a:ext uri="{FF2B5EF4-FFF2-40B4-BE49-F238E27FC236}">
                  <a16:creationId xmlns:a16="http://schemas.microsoft.com/office/drawing/2014/main" id="{FE5C23AE-26BB-89C7-0966-012A704F0AA2}"/>
                </a:ext>
              </a:extLst>
            </p:cNvPr>
            <p:cNvSpPr/>
            <p:nvPr/>
          </p:nvSpPr>
          <p:spPr>
            <a:xfrm>
              <a:off x="3023625" y="2293425"/>
              <a:ext cx="78100" cy="223300"/>
            </a:xfrm>
            <a:custGeom>
              <a:avLst/>
              <a:gdLst/>
              <a:ahLst/>
              <a:cxnLst/>
              <a:rect l="l" t="t" r="r" b="b"/>
              <a:pathLst>
                <a:path w="3124" h="8932" extrusionOk="0">
                  <a:moveTo>
                    <a:pt x="309" y="0"/>
                  </a:moveTo>
                  <a:cubicBezTo>
                    <a:pt x="283" y="0"/>
                    <a:pt x="257" y="4"/>
                    <a:pt x="231" y="12"/>
                  </a:cubicBezTo>
                  <a:cubicBezTo>
                    <a:pt x="84" y="56"/>
                    <a:pt x="1" y="209"/>
                    <a:pt x="43" y="356"/>
                  </a:cubicBezTo>
                  <a:lnTo>
                    <a:pt x="2550" y="8734"/>
                  </a:lnTo>
                  <a:cubicBezTo>
                    <a:pt x="2586" y="8854"/>
                    <a:pt x="2695" y="8932"/>
                    <a:pt x="2814" y="8932"/>
                  </a:cubicBezTo>
                  <a:cubicBezTo>
                    <a:pt x="2840" y="8932"/>
                    <a:pt x="2867" y="8928"/>
                    <a:pt x="2894" y="8920"/>
                  </a:cubicBezTo>
                  <a:cubicBezTo>
                    <a:pt x="3041" y="8878"/>
                    <a:pt x="3124" y="8723"/>
                    <a:pt x="3080" y="8576"/>
                  </a:cubicBezTo>
                  <a:lnTo>
                    <a:pt x="575" y="198"/>
                  </a:lnTo>
                  <a:cubicBezTo>
                    <a:pt x="539" y="79"/>
                    <a:pt x="428" y="0"/>
                    <a:pt x="309" y="0"/>
                  </a:cubicBezTo>
                  <a:close/>
                </a:path>
              </a:pathLst>
            </a:custGeom>
            <a:solidFill>
              <a:srgbClr val="F2F5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831;p38">
              <a:extLst>
                <a:ext uri="{FF2B5EF4-FFF2-40B4-BE49-F238E27FC236}">
                  <a16:creationId xmlns:a16="http://schemas.microsoft.com/office/drawing/2014/main" id="{D54F81B5-A33E-C958-243A-C57C20591AC6}"/>
                </a:ext>
              </a:extLst>
            </p:cNvPr>
            <p:cNvSpPr/>
            <p:nvPr/>
          </p:nvSpPr>
          <p:spPr>
            <a:xfrm>
              <a:off x="3115450" y="3232225"/>
              <a:ext cx="290400" cy="75425"/>
            </a:xfrm>
            <a:custGeom>
              <a:avLst/>
              <a:gdLst/>
              <a:ahLst/>
              <a:cxnLst/>
              <a:rect l="l" t="t" r="r" b="b"/>
              <a:pathLst>
                <a:path w="11616" h="3017" extrusionOk="0">
                  <a:moveTo>
                    <a:pt x="2847" y="1"/>
                  </a:moveTo>
                  <a:cubicBezTo>
                    <a:pt x="2797" y="243"/>
                    <a:pt x="2750" y="505"/>
                    <a:pt x="2709" y="785"/>
                  </a:cubicBezTo>
                  <a:cubicBezTo>
                    <a:pt x="2338" y="776"/>
                    <a:pt x="1181" y="696"/>
                    <a:pt x="120" y="85"/>
                  </a:cubicBezTo>
                  <a:cubicBezTo>
                    <a:pt x="79" y="170"/>
                    <a:pt x="40" y="258"/>
                    <a:pt x="1" y="349"/>
                  </a:cubicBezTo>
                  <a:cubicBezTo>
                    <a:pt x="1093" y="968"/>
                    <a:pt x="2247" y="1061"/>
                    <a:pt x="2671" y="1071"/>
                  </a:cubicBezTo>
                  <a:cubicBezTo>
                    <a:pt x="2618" y="1505"/>
                    <a:pt x="2585" y="1974"/>
                    <a:pt x="2579" y="2479"/>
                  </a:cubicBezTo>
                  <a:lnTo>
                    <a:pt x="2580" y="2479"/>
                  </a:lnTo>
                  <a:lnTo>
                    <a:pt x="2579" y="2600"/>
                  </a:lnTo>
                  <a:lnTo>
                    <a:pt x="2698" y="2621"/>
                  </a:lnTo>
                  <a:cubicBezTo>
                    <a:pt x="4390" y="2913"/>
                    <a:pt x="5873" y="3016"/>
                    <a:pt x="7129" y="3016"/>
                  </a:cubicBezTo>
                  <a:cubicBezTo>
                    <a:pt x="9430" y="3016"/>
                    <a:pt x="10964" y="2668"/>
                    <a:pt x="11616" y="2483"/>
                  </a:cubicBezTo>
                  <a:cubicBezTo>
                    <a:pt x="11596" y="2389"/>
                    <a:pt x="11575" y="2295"/>
                    <a:pt x="11552" y="2203"/>
                  </a:cubicBezTo>
                  <a:cubicBezTo>
                    <a:pt x="10934" y="2380"/>
                    <a:pt x="9422" y="2730"/>
                    <a:pt x="7135" y="2730"/>
                  </a:cubicBezTo>
                  <a:cubicBezTo>
                    <a:pt x="5924" y="2730"/>
                    <a:pt x="4497" y="2632"/>
                    <a:pt x="2870" y="2359"/>
                  </a:cubicBezTo>
                  <a:cubicBezTo>
                    <a:pt x="2886" y="1485"/>
                    <a:pt x="2995" y="709"/>
                    <a:pt x="3127" y="75"/>
                  </a:cubicBezTo>
                  <a:cubicBezTo>
                    <a:pt x="3033" y="52"/>
                    <a:pt x="2939" y="26"/>
                    <a:pt x="284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832;p38">
              <a:extLst>
                <a:ext uri="{FF2B5EF4-FFF2-40B4-BE49-F238E27FC236}">
                  <a16:creationId xmlns:a16="http://schemas.microsoft.com/office/drawing/2014/main" id="{F37D5D56-9BF5-B788-F72C-F97A83027BEF}"/>
                </a:ext>
              </a:extLst>
            </p:cNvPr>
            <p:cNvSpPr/>
            <p:nvPr/>
          </p:nvSpPr>
          <p:spPr>
            <a:xfrm>
              <a:off x="2952925" y="2716325"/>
              <a:ext cx="139875" cy="166600"/>
            </a:xfrm>
            <a:custGeom>
              <a:avLst/>
              <a:gdLst/>
              <a:ahLst/>
              <a:cxnLst/>
              <a:rect l="l" t="t" r="r" b="b"/>
              <a:pathLst>
                <a:path w="5595" h="6664" extrusionOk="0">
                  <a:moveTo>
                    <a:pt x="2472" y="0"/>
                  </a:moveTo>
                  <a:cubicBezTo>
                    <a:pt x="2344" y="0"/>
                    <a:pt x="2216" y="14"/>
                    <a:pt x="2088" y="41"/>
                  </a:cubicBezTo>
                  <a:cubicBezTo>
                    <a:pt x="759" y="327"/>
                    <a:pt x="1" y="2033"/>
                    <a:pt x="393" y="3851"/>
                  </a:cubicBezTo>
                  <a:cubicBezTo>
                    <a:pt x="746" y="5493"/>
                    <a:pt x="1918" y="6664"/>
                    <a:pt x="3121" y="6664"/>
                  </a:cubicBezTo>
                  <a:cubicBezTo>
                    <a:pt x="3250" y="6664"/>
                    <a:pt x="3379" y="6650"/>
                    <a:pt x="3507" y="6622"/>
                  </a:cubicBezTo>
                  <a:cubicBezTo>
                    <a:pt x="4836" y="6336"/>
                    <a:pt x="5594" y="4632"/>
                    <a:pt x="5202" y="2814"/>
                  </a:cubicBezTo>
                  <a:cubicBezTo>
                    <a:pt x="4848" y="1172"/>
                    <a:pt x="3675" y="0"/>
                    <a:pt x="2472"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833;p38">
              <a:extLst>
                <a:ext uri="{FF2B5EF4-FFF2-40B4-BE49-F238E27FC236}">
                  <a16:creationId xmlns:a16="http://schemas.microsoft.com/office/drawing/2014/main" id="{D6F6F27F-7CED-C7EF-7F10-4F98703459EB}"/>
                </a:ext>
              </a:extLst>
            </p:cNvPr>
            <p:cNvSpPr/>
            <p:nvPr/>
          </p:nvSpPr>
          <p:spPr>
            <a:xfrm>
              <a:off x="2941100" y="2737225"/>
              <a:ext cx="123825" cy="133175"/>
            </a:xfrm>
            <a:custGeom>
              <a:avLst/>
              <a:gdLst/>
              <a:ahLst/>
              <a:cxnLst/>
              <a:rect l="l" t="t" r="r" b="b"/>
              <a:pathLst>
                <a:path w="4953" h="5327" extrusionOk="0">
                  <a:moveTo>
                    <a:pt x="2516" y="1"/>
                  </a:moveTo>
                  <a:cubicBezTo>
                    <a:pt x="2410" y="1"/>
                    <a:pt x="2303" y="12"/>
                    <a:pt x="2196" y="35"/>
                  </a:cubicBezTo>
                  <a:cubicBezTo>
                    <a:pt x="1134" y="264"/>
                    <a:pt x="1" y="1627"/>
                    <a:pt x="315" y="3078"/>
                  </a:cubicBezTo>
                  <a:cubicBezTo>
                    <a:pt x="596" y="4390"/>
                    <a:pt x="1963" y="5327"/>
                    <a:pt x="3007" y="5327"/>
                  </a:cubicBezTo>
                  <a:cubicBezTo>
                    <a:pt x="3118" y="5327"/>
                    <a:pt x="3226" y="5316"/>
                    <a:pt x="3329" y="5294"/>
                  </a:cubicBezTo>
                  <a:cubicBezTo>
                    <a:pt x="4391" y="5065"/>
                    <a:pt x="4953" y="3648"/>
                    <a:pt x="4639" y="2197"/>
                  </a:cubicBezTo>
                  <a:cubicBezTo>
                    <a:pt x="4358" y="891"/>
                    <a:pt x="3464" y="1"/>
                    <a:pt x="2516"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834;p38">
              <a:extLst>
                <a:ext uri="{FF2B5EF4-FFF2-40B4-BE49-F238E27FC236}">
                  <a16:creationId xmlns:a16="http://schemas.microsoft.com/office/drawing/2014/main" id="{23D5DD7B-F28A-2F55-581C-736EFC01C5D6}"/>
                </a:ext>
              </a:extLst>
            </p:cNvPr>
            <p:cNvSpPr/>
            <p:nvPr/>
          </p:nvSpPr>
          <p:spPr>
            <a:xfrm>
              <a:off x="2964775" y="2776500"/>
              <a:ext cx="41500" cy="61175"/>
            </a:xfrm>
            <a:custGeom>
              <a:avLst/>
              <a:gdLst/>
              <a:ahLst/>
              <a:cxnLst/>
              <a:rect l="l" t="t" r="r" b="b"/>
              <a:pathLst>
                <a:path w="1660" h="2447" extrusionOk="0">
                  <a:moveTo>
                    <a:pt x="829" y="0"/>
                  </a:moveTo>
                  <a:cubicBezTo>
                    <a:pt x="372" y="0"/>
                    <a:pt x="1" y="547"/>
                    <a:pt x="1" y="1224"/>
                  </a:cubicBezTo>
                  <a:cubicBezTo>
                    <a:pt x="1" y="1899"/>
                    <a:pt x="372" y="2446"/>
                    <a:pt x="829" y="2446"/>
                  </a:cubicBezTo>
                  <a:cubicBezTo>
                    <a:pt x="1288" y="2446"/>
                    <a:pt x="1659" y="1898"/>
                    <a:pt x="1659" y="1224"/>
                  </a:cubicBezTo>
                  <a:cubicBezTo>
                    <a:pt x="1659" y="548"/>
                    <a:pt x="1288" y="0"/>
                    <a:pt x="829"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835;p38">
              <a:extLst>
                <a:ext uri="{FF2B5EF4-FFF2-40B4-BE49-F238E27FC236}">
                  <a16:creationId xmlns:a16="http://schemas.microsoft.com/office/drawing/2014/main" id="{EE800607-76A7-75B7-FEA7-FE2A4436FA75}"/>
                </a:ext>
              </a:extLst>
            </p:cNvPr>
            <p:cNvSpPr/>
            <p:nvPr/>
          </p:nvSpPr>
          <p:spPr>
            <a:xfrm>
              <a:off x="2985500" y="2776500"/>
              <a:ext cx="36075" cy="61175"/>
            </a:xfrm>
            <a:custGeom>
              <a:avLst/>
              <a:gdLst/>
              <a:ahLst/>
              <a:cxnLst/>
              <a:rect l="l" t="t" r="r" b="b"/>
              <a:pathLst>
                <a:path w="1443" h="2447" extrusionOk="0">
                  <a:moveTo>
                    <a:pt x="0" y="0"/>
                  </a:moveTo>
                  <a:cubicBezTo>
                    <a:pt x="459" y="0"/>
                    <a:pt x="830" y="547"/>
                    <a:pt x="830" y="1224"/>
                  </a:cubicBezTo>
                  <a:cubicBezTo>
                    <a:pt x="830" y="1899"/>
                    <a:pt x="459" y="2446"/>
                    <a:pt x="0" y="2446"/>
                  </a:cubicBezTo>
                  <a:lnTo>
                    <a:pt x="614" y="2446"/>
                  </a:lnTo>
                  <a:cubicBezTo>
                    <a:pt x="1071" y="2446"/>
                    <a:pt x="1442" y="1898"/>
                    <a:pt x="1442" y="1224"/>
                  </a:cubicBezTo>
                  <a:cubicBezTo>
                    <a:pt x="1442" y="548"/>
                    <a:pt x="1071" y="0"/>
                    <a:pt x="61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836;p38">
              <a:extLst>
                <a:ext uri="{FF2B5EF4-FFF2-40B4-BE49-F238E27FC236}">
                  <a16:creationId xmlns:a16="http://schemas.microsoft.com/office/drawing/2014/main" id="{3EE3A171-3F9D-B436-78F6-92BD094456D6}"/>
                </a:ext>
              </a:extLst>
            </p:cNvPr>
            <p:cNvSpPr/>
            <p:nvPr/>
          </p:nvSpPr>
          <p:spPr>
            <a:xfrm>
              <a:off x="2952925" y="2716325"/>
              <a:ext cx="139875" cy="166600"/>
            </a:xfrm>
            <a:custGeom>
              <a:avLst/>
              <a:gdLst/>
              <a:ahLst/>
              <a:cxnLst/>
              <a:rect l="l" t="t" r="r" b="b"/>
              <a:pathLst>
                <a:path w="5595" h="6664" extrusionOk="0">
                  <a:moveTo>
                    <a:pt x="2472" y="0"/>
                  </a:moveTo>
                  <a:cubicBezTo>
                    <a:pt x="2344" y="0"/>
                    <a:pt x="2216" y="14"/>
                    <a:pt x="2088" y="41"/>
                  </a:cubicBezTo>
                  <a:cubicBezTo>
                    <a:pt x="759" y="327"/>
                    <a:pt x="1" y="2033"/>
                    <a:pt x="393" y="3851"/>
                  </a:cubicBezTo>
                  <a:cubicBezTo>
                    <a:pt x="746" y="5493"/>
                    <a:pt x="1918" y="6664"/>
                    <a:pt x="3121" y="6664"/>
                  </a:cubicBezTo>
                  <a:cubicBezTo>
                    <a:pt x="3250" y="6664"/>
                    <a:pt x="3379" y="6650"/>
                    <a:pt x="3507" y="6622"/>
                  </a:cubicBezTo>
                  <a:cubicBezTo>
                    <a:pt x="4836" y="6336"/>
                    <a:pt x="5594" y="4632"/>
                    <a:pt x="5202" y="2814"/>
                  </a:cubicBezTo>
                  <a:cubicBezTo>
                    <a:pt x="4848" y="1172"/>
                    <a:pt x="3675" y="0"/>
                    <a:pt x="2472"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837;p38">
              <a:extLst>
                <a:ext uri="{FF2B5EF4-FFF2-40B4-BE49-F238E27FC236}">
                  <a16:creationId xmlns:a16="http://schemas.microsoft.com/office/drawing/2014/main" id="{BB7BF6DD-E2A4-0FF5-0A30-BA491DF4670A}"/>
                </a:ext>
              </a:extLst>
            </p:cNvPr>
            <p:cNvSpPr/>
            <p:nvPr/>
          </p:nvSpPr>
          <p:spPr>
            <a:xfrm>
              <a:off x="2941100" y="2737225"/>
              <a:ext cx="123825" cy="133175"/>
            </a:xfrm>
            <a:custGeom>
              <a:avLst/>
              <a:gdLst/>
              <a:ahLst/>
              <a:cxnLst/>
              <a:rect l="l" t="t" r="r" b="b"/>
              <a:pathLst>
                <a:path w="4953" h="5327" extrusionOk="0">
                  <a:moveTo>
                    <a:pt x="2516" y="1"/>
                  </a:moveTo>
                  <a:cubicBezTo>
                    <a:pt x="2410" y="1"/>
                    <a:pt x="2303" y="12"/>
                    <a:pt x="2196" y="35"/>
                  </a:cubicBezTo>
                  <a:cubicBezTo>
                    <a:pt x="1134" y="264"/>
                    <a:pt x="1" y="1627"/>
                    <a:pt x="315" y="3078"/>
                  </a:cubicBezTo>
                  <a:cubicBezTo>
                    <a:pt x="596" y="4390"/>
                    <a:pt x="1963" y="5327"/>
                    <a:pt x="3007" y="5327"/>
                  </a:cubicBezTo>
                  <a:cubicBezTo>
                    <a:pt x="3118" y="5327"/>
                    <a:pt x="3226" y="5316"/>
                    <a:pt x="3329" y="5294"/>
                  </a:cubicBezTo>
                  <a:cubicBezTo>
                    <a:pt x="4391" y="5065"/>
                    <a:pt x="4953" y="3648"/>
                    <a:pt x="4639" y="2197"/>
                  </a:cubicBezTo>
                  <a:cubicBezTo>
                    <a:pt x="4358" y="891"/>
                    <a:pt x="3464" y="1"/>
                    <a:pt x="2516" y="1"/>
                  </a:cubicBez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838;p38">
              <a:extLst>
                <a:ext uri="{FF2B5EF4-FFF2-40B4-BE49-F238E27FC236}">
                  <a16:creationId xmlns:a16="http://schemas.microsoft.com/office/drawing/2014/main" id="{E9DA2D87-5927-AC5A-2C19-578C10EB889C}"/>
                </a:ext>
              </a:extLst>
            </p:cNvPr>
            <p:cNvSpPr/>
            <p:nvPr/>
          </p:nvSpPr>
          <p:spPr>
            <a:xfrm>
              <a:off x="2964775" y="2776500"/>
              <a:ext cx="41500" cy="61175"/>
            </a:xfrm>
            <a:custGeom>
              <a:avLst/>
              <a:gdLst/>
              <a:ahLst/>
              <a:cxnLst/>
              <a:rect l="l" t="t" r="r" b="b"/>
              <a:pathLst>
                <a:path w="1660" h="2447" extrusionOk="0">
                  <a:moveTo>
                    <a:pt x="829" y="0"/>
                  </a:moveTo>
                  <a:cubicBezTo>
                    <a:pt x="372" y="0"/>
                    <a:pt x="1" y="547"/>
                    <a:pt x="1" y="1224"/>
                  </a:cubicBezTo>
                  <a:cubicBezTo>
                    <a:pt x="1" y="1899"/>
                    <a:pt x="372" y="2446"/>
                    <a:pt x="829" y="2446"/>
                  </a:cubicBezTo>
                  <a:cubicBezTo>
                    <a:pt x="1288" y="2446"/>
                    <a:pt x="1659" y="1898"/>
                    <a:pt x="1659" y="1224"/>
                  </a:cubicBezTo>
                  <a:cubicBezTo>
                    <a:pt x="1659" y="548"/>
                    <a:pt x="1288" y="0"/>
                    <a:pt x="829"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839;p38">
              <a:extLst>
                <a:ext uri="{FF2B5EF4-FFF2-40B4-BE49-F238E27FC236}">
                  <a16:creationId xmlns:a16="http://schemas.microsoft.com/office/drawing/2014/main" id="{650F139E-102A-F7B5-4EF3-B66B160DD8EC}"/>
                </a:ext>
              </a:extLst>
            </p:cNvPr>
            <p:cNvSpPr/>
            <p:nvPr/>
          </p:nvSpPr>
          <p:spPr>
            <a:xfrm>
              <a:off x="2985500" y="2776500"/>
              <a:ext cx="36075" cy="61175"/>
            </a:xfrm>
            <a:custGeom>
              <a:avLst/>
              <a:gdLst/>
              <a:ahLst/>
              <a:cxnLst/>
              <a:rect l="l" t="t" r="r" b="b"/>
              <a:pathLst>
                <a:path w="1443" h="2447" extrusionOk="0">
                  <a:moveTo>
                    <a:pt x="0" y="0"/>
                  </a:moveTo>
                  <a:cubicBezTo>
                    <a:pt x="459" y="0"/>
                    <a:pt x="830" y="547"/>
                    <a:pt x="830" y="1224"/>
                  </a:cubicBezTo>
                  <a:cubicBezTo>
                    <a:pt x="830" y="1899"/>
                    <a:pt x="459" y="2446"/>
                    <a:pt x="0" y="2446"/>
                  </a:cubicBezTo>
                  <a:lnTo>
                    <a:pt x="614" y="2446"/>
                  </a:lnTo>
                  <a:cubicBezTo>
                    <a:pt x="1071" y="2446"/>
                    <a:pt x="1442" y="1898"/>
                    <a:pt x="1442" y="1224"/>
                  </a:cubicBezTo>
                  <a:cubicBezTo>
                    <a:pt x="1442" y="548"/>
                    <a:pt x="1071" y="0"/>
                    <a:pt x="61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840;p38">
              <a:extLst>
                <a:ext uri="{FF2B5EF4-FFF2-40B4-BE49-F238E27FC236}">
                  <a16:creationId xmlns:a16="http://schemas.microsoft.com/office/drawing/2014/main" id="{A5BC20D4-4269-7D52-E3B6-2BDB5565CA18}"/>
                </a:ext>
              </a:extLst>
            </p:cNvPr>
            <p:cNvSpPr/>
            <p:nvPr/>
          </p:nvSpPr>
          <p:spPr>
            <a:xfrm>
              <a:off x="2735825" y="2782850"/>
              <a:ext cx="384850" cy="382025"/>
            </a:xfrm>
            <a:custGeom>
              <a:avLst/>
              <a:gdLst/>
              <a:ahLst/>
              <a:cxnLst/>
              <a:rect l="l" t="t" r="r" b="b"/>
              <a:pathLst>
                <a:path w="15394" h="15281" extrusionOk="0">
                  <a:moveTo>
                    <a:pt x="9764" y="0"/>
                  </a:moveTo>
                  <a:cubicBezTo>
                    <a:pt x="9738" y="0"/>
                    <a:pt x="9712" y="1"/>
                    <a:pt x="9686" y="4"/>
                  </a:cubicBezTo>
                  <a:cubicBezTo>
                    <a:pt x="9610" y="10"/>
                    <a:pt x="8950" y="66"/>
                    <a:pt x="8006" y="269"/>
                  </a:cubicBezTo>
                  <a:cubicBezTo>
                    <a:pt x="7855" y="300"/>
                    <a:pt x="7697" y="337"/>
                    <a:pt x="7532" y="376"/>
                  </a:cubicBezTo>
                  <a:cubicBezTo>
                    <a:pt x="6644" y="596"/>
                    <a:pt x="5579" y="935"/>
                    <a:pt x="4534" y="1458"/>
                  </a:cubicBezTo>
                  <a:lnTo>
                    <a:pt x="4533" y="1458"/>
                  </a:lnTo>
                  <a:cubicBezTo>
                    <a:pt x="4401" y="1524"/>
                    <a:pt x="4271" y="1592"/>
                    <a:pt x="4140" y="1665"/>
                  </a:cubicBezTo>
                  <a:cubicBezTo>
                    <a:pt x="3307" y="2124"/>
                    <a:pt x="2502" y="2707"/>
                    <a:pt x="1827" y="3448"/>
                  </a:cubicBezTo>
                  <a:cubicBezTo>
                    <a:pt x="1718" y="3566"/>
                    <a:pt x="1614" y="3687"/>
                    <a:pt x="1514" y="3815"/>
                  </a:cubicBezTo>
                  <a:cubicBezTo>
                    <a:pt x="1503" y="3827"/>
                    <a:pt x="1494" y="3839"/>
                    <a:pt x="1485" y="3851"/>
                  </a:cubicBezTo>
                  <a:cubicBezTo>
                    <a:pt x="734" y="4805"/>
                    <a:pt x="270" y="5890"/>
                    <a:pt x="99" y="7091"/>
                  </a:cubicBezTo>
                  <a:cubicBezTo>
                    <a:pt x="75" y="7264"/>
                    <a:pt x="55" y="7438"/>
                    <a:pt x="43" y="7616"/>
                  </a:cubicBezTo>
                  <a:cubicBezTo>
                    <a:pt x="1" y="8219"/>
                    <a:pt x="26" y="8852"/>
                    <a:pt x="123" y="9511"/>
                  </a:cubicBezTo>
                  <a:lnTo>
                    <a:pt x="123" y="9510"/>
                  </a:lnTo>
                  <a:cubicBezTo>
                    <a:pt x="192" y="9973"/>
                    <a:pt x="282" y="10410"/>
                    <a:pt x="398" y="10819"/>
                  </a:cubicBezTo>
                  <a:cubicBezTo>
                    <a:pt x="448" y="11000"/>
                    <a:pt x="504" y="11176"/>
                    <a:pt x="564" y="11347"/>
                  </a:cubicBezTo>
                  <a:cubicBezTo>
                    <a:pt x="908" y="12327"/>
                    <a:pt x="1403" y="13130"/>
                    <a:pt x="2046" y="13750"/>
                  </a:cubicBezTo>
                  <a:cubicBezTo>
                    <a:pt x="2197" y="13896"/>
                    <a:pt x="2356" y="14033"/>
                    <a:pt x="2524" y="14159"/>
                  </a:cubicBezTo>
                  <a:cubicBezTo>
                    <a:pt x="2818" y="14378"/>
                    <a:pt x="3136" y="14567"/>
                    <a:pt x="3479" y="14727"/>
                  </a:cubicBezTo>
                  <a:cubicBezTo>
                    <a:pt x="4101" y="15013"/>
                    <a:pt x="4793" y="15189"/>
                    <a:pt x="5552" y="15252"/>
                  </a:cubicBezTo>
                  <a:cubicBezTo>
                    <a:pt x="5722" y="15267"/>
                    <a:pt x="5898" y="15276"/>
                    <a:pt x="6076" y="15279"/>
                  </a:cubicBezTo>
                  <a:cubicBezTo>
                    <a:pt x="6126" y="15279"/>
                    <a:pt x="6176" y="15281"/>
                    <a:pt x="6228" y="15281"/>
                  </a:cubicBezTo>
                  <a:cubicBezTo>
                    <a:pt x="7164" y="15281"/>
                    <a:pt x="8191" y="15126"/>
                    <a:pt x="9304" y="14820"/>
                  </a:cubicBezTo>
                  <a:cubicBezTo>
                    <a:pt x="9493" y="14769"/>
                    <a:pt x="9684" y="14711"/>
                    <a:pt x="9878" y="14651"/>
                  </a:cubicBezTo>
                  <a:cubicBezTo>
                    <a:pt x="10216" y="14545"/>
                    <a:pt x="10561" y="14427"/>
                    <a:pt x="10914" y="14293"/>
                  </a:cubicBezTo>
                  <a:cubicBezTo>
                    <a:pt x="11272" y="14159"/>
                    <a:pt x="11616" y="14018"/>
                    <a:pt x="11941" y="13877"/>
                  </a:cubicBezTo>
                  <a:cubicBezTo>
                    <a:pt x="12085" y="13815"/>
                    <a:pt x="12224" y="13753"/>
                    <a:pt x="12361" y="13690"/>
                  </a:cubicBezTo>
                  <a:cubicBezTo>
                    <a:pt x="13792" y="13036"/>
                    <a:pt x="14774" y="12421"/>
                    <a:pt x="14827" y="12389"/>
                  </a:cubicBezTo>
                  <a:cubicBezTo>
                    <a:pt x="14862" y="12367"/>
                    <a:pt x="14895" y="12342"/>
                    <a:pt x="14927" y="12317"/>
                  </a:cubicBezTo>
                  <a:cubicBezTo>
                    <a:pt x="15298" y="12011"/>
                    <a:pt x="15393" y="11470"/>
                    <a:pt x="15130" y="11053"/>
                  </a:cubicBezTo>
                  <a:cubicBezTo>
                    <a:pt x="14946" y="10760"/>
                    <a:pt x="14632" y="10600"/>
                    <a:pt x="14310" y="10600"/>
                  </a:cubicBezTo>
                  <a:cubicBezTo>
                    <a:pt x="14201" y="10600"/>
                    <a:pt x="14091" y="10619"/>
                    <a:pt x="13985" y="10656"/>
                  </a:cubicBezTo>
                  <a:cubicBezTo>
                    <a:pt x="13919" y="10681"/>
                    <a:pt x="13856" y="10711"/>
                    <a:pt x="13794" y="10749"/>
                  </a:cubicBezTo>
                  <a:cubicBezTo>
                    <a:pt x="13501" y="10934"/>
                    <a:pt x="13109" y="11159"/>
                    <a:pt x="12644" y="11402"/>
                  </a:cubicBezTo>
                  <a:cubicBezTo>
                    <a:pt x="12353" y="11553"/>
                    <a:pt x="12032" y="11712"/>
                    <a:pt x="11691" y="11868"/>
                  </a:cubicBezTo>
                  <a:cubicBezTo>
                    <a:pt x="11549" y="11935"/>
                    <a:pt x="11402" y="12000"/>
                    <a:pt x="11254" y="12065"/>
                  </a:cubicBezTo>
                  <a:cubicBezTo>
                    <a:pt x="10567" y="12364"/>
                    <a:pt x="9816" y="12648"/>
                    <a:pt x="9048" y="12873"/>
                  </a:cubicBezTo>
                  <a:cubicBezTo>
                    <a:pt x="8889" y="12919"/>
                    <a:pt x="8730" y="12963"/>
                    <a:pt x="8571" y="13004"/>
                  </a:cubicBezTo>
                  <a:cubicBezTo>
                    <a:pt x="7771" y="13209"/>
                    <a:pt x="6965" y="13338"/>
                    <a:pt x="6210" y="13338"/>
                  </a:cubicBezTo>
                  <a:cubicBezTo>
                    <a:pt x="6169" y="13338"/>
                    <a:pt x="6128" y="13338"/>
                    <a:pt x="6087" y="13336"/>
                  </a:cubicBezTo>
                  <a:cubicBezTo>
                    <a:pt x="5923" y="13333"/>
                    <a:pt x="5763" y="13324"/>
                    <a:pt x="5605" y="13307"/>
                  </a:cubicBezTo>
                  <a:cubicBezTo>
                    <a:pt x="5133" y="13259"/>
                    <a:pt x="4689" y="13150"/>
                    <a:pt x="4287" y="12965"/>
                  </a:cubicBezTo>
                  <a:cubicBezTo>
                    <a:pt x="4039" y="12851"/>
                    <a:pt x="3813" y="12710"/>
                    <a:pt x="3606" y="12542"/>
                  </a:cubicBezTo>
                  <a:cubicBezTo>
                    <a:pt x="3483" y="12444"/>
                    <a:pt x="3368" y="12336"/>
                    <a:pt x="3259" y="12217"/>
                  </a:cubicBezTo>
                  <a:cubicBezTo>
                    <a:pt x="2845" y="11770"/>
                    <a:pt x="2529" y="11182"/>
                    <a:pt x="2308" y="10452"/>
                  </a:cubicBezTo>
                  <a:cubicBezTo>
                    <a:pt x="2264" y="10311"/>
                    <a:pt x="2224" y="10166"/>
                    <a:pt x="2190" y="10016"/>
                  </a:cubicBezTo>
                  <a:cubicBezTo>
                    <a:pt x="2130" y="9767"/>
                    <a:pt x="2080" y="9505"/>
                    <a:pt x="2040" y="9228"/>
                  </a:cubicBezTo>
                  <a:cubicBezTo>
                    <a:pt x="1955" y="8656"/>
                    <a:pt x="1937" y="8118"/>
                    <a:pt x="1987" y="7613"/>
                  </a:cubicBezTo>
                  <a:cubicBezTo>
                    <a:pt x="2000" y="7459"/>
                    <a:pt x="2021" y="7309"/>
                    <a:pt x="2049" y="7162"/>
                  </a:cubicBezTo>
                  <a:cubicBezTo>
                    <a:pt x="2194" y="6370"/>
                    <a:pt x="2518" y="5662"/>
                    <a:pt x="3024" y="5026"/>
                  </a:cubicBezTo>
                  <a:cubicBezTo>
                    <a:pt x="3094" y="4938"/>
                    <a:pt x="3165" y="4854"/>
                    <a:pt x="3241" y="4772"/>
                  </a:cubicBezTo>
                  <a:cubicBezTo>
                    <a:pt x="3341" y="4660"/>
                    <a:pt x="3445" y="4552"/>
                    <a:pt x="3554" y="4449"/>
                  </a:cubicBezTo>
                  <a:cubicBezTo>
                    <a:pt x="4063" y="3968"/>
                    <a:pt x="4655" y="3575"/>
                    <a:pt x="5269" y="3257"/>
                  </a:cubicBezTo>
                  <a:cubicBezTo>
                    <a:pt x="5407" y="3186"/>
                    <a:pt x="5545" y="3118"/>
                    <a:pt x="5684" y="3053"/>
                  </a:cubicBezTo>
                  <a:cubicBezTo>
                    <a:pt x="6509" y="2672"/>
                    <a:pt x="7347" y="2416"/>
                    <a:pt x="8053" y="2247"/>
                  </a:cubicBezTo>
                  <a:cubicBezTo>
                    <a:pt x="8232" y="2204"/>
                    <a:pt x="8401" y="2167"/>
                    <a:pt x="8560" y="2135"/>
                  </a:cubicBezTo>
                  <a:cubicBezTo>
                    <a:pt x="9313" y="1980"/>
                    <a:pt x="9822" y="1936"/>
                    <a:pt x="9839" y="1935"/>
                  </a:cubicBezTo>
                  <a:cubicBezTo>
                    <a:pt x="10372" y="1891"/>
                    <a:pt x="10769" y="1424"/>
                    <a:pt x="10726" y="893"/>
                  </a:cubicBezTo>
                  <a:cubicBezTo>
                    <a:pt x="10720" y="815"/>
                    <a:pt x="10705" y="743"/>
                    <a:pt x="10682" y="673"/>
                  </a:cubicBezTo>
                  <a:cubicBezTo>
                    <a:pt x="10557" y="279"/>
                    <a:pt x="10189" y="0"/>
                    <a:pt x="9764"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841;p38">
              <a:extLst>
                <a:ext uri="{FF2B5EF4-FFF2-40B4-BE49-F238E27FC236}">
                  <a16:creationId xmlns:a16="http://schemas.microsoft.com/office/drawing/2014/main" id="{B14CE62A-5EB3-EA2C-334F-5B87601A38FC}"/>
                </a:ext>
              </a:extLst>
            </p:cNvPr>
            <p:cNvSpPr/>
            <p:nvPr/>
          </p:nvSpPr>
          <p:spPr>
            <a:xfrm>
              <a:off x="3017125" y="3079575"/>
              <a:ext cx="27725" cy="50200"/>
            </a:xfrm>
            <a:custGeom>
              <a:avLst/>
              <a:gdLst/>
              <a:ahLst/>
              <a:cxnLst/>
              <a:rect l="l" t="t" r="r" b="b"/>
              <a:pathLst>
                <a:path w="1109" h="2008" extrusionOk="0">
                  <a:moveTo>
                    <a:pt x="439" y="1"/>
                  </a:moveTo>
                  <a:cubicBezTo>
                    <a:pt x="297" y="66"/>
                    <a:pt x="150" y="131"/>
                    <a:pt x="0" y="196"/>
                  </a:cubicBezTo>
                  <a:cubicBezTo>
                    <a:pt x="9" y="331"/>
                    <a:pt x="26" y="478"/>
                    <a:pt x="55" y="631"/>
                  </a:cubicBezTo>
                  <a:cubicBezTo>
                    <a:pt x="132" y="1029"/>
                    <a:pt x="307" y="1522"/>
                    <a:pt x="689" y="2008"/>
                  </a:cubicBezTo>
                  <a:cubicBezTo>
                    <a:pt x="833" y="1946"/>
                    <a:pt x="972" y="1884"/>
                    <a:pt x="1109" y="1821"/>
                  </a:cubicBezTo>
                  <a:cubicBezTo>
                    <a:pt x="560" y="1170"/>
                    <a:pt x="441" y="476"/>
                    <a:pt x="439"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842;p38">
              <a:extLst>
                <a:ext uri="{FF2B5EF4-FFF2-40B4-BE49-F238E27FC236}">
                  <a16:creationId xmlns:a16="http://schemas.microsoft.com/office/drawing/2014/main" id="{B67C96BF-F8AB-2816-2053-77C108F4999C}"/>
                </a:ext>
              </a:extLst>
            </p:cNvPr>
            <p:cNvSpPr/>
            <p:nvPr/>
          </p:nvSpPr>
          <p:spPr>
            <a:xfrm>
              <a:off x="2948925" y="3104650"/>
              <a:ext cx="33875" cy="48725"/>
            </a:xfrm>
            <a:custGeom>
              <a:avLst/>
              <a:gdLst/>
              <a:ahLst/>
              <a:cxnLst/>
              <a:rect l="l" t="t" r="r" b="b"/>
              <a:pathLst>
                <a:path w="1355" h="1949" extrusionOk="0">
                  <a:moveTo>
                    <a:pt x="524" y="1"/>
                  </a:moveTo>
                  <a:cubicBezTo>
                    <a:pt x="365" y="47"/>
                    <a:pt x="206" y="91"/>
                    <a:pt x="45" y="132"/>
                  </a:cubicBezTo>
                  <a:cubicBezTo>
                    <a:pt x="0" y="452"/>
                    <a:pt x="41" y="796"/>
                    <a:pt x="176" y="1129"/>
                  </a:cubicBezTo>
                  <a:cubicBezTo>
                    <a:pt x="311" y="1467"/>
                    <a:pt x="523" y="1745"/>
                    <a:pt x="780" y="1948"/>
                  </a:cubicBezTo>
                  <a:cubicBezTo>
                    <a:pt x="969" y="1897"/>
                    <a:pt x="1160" y="1841"/>
                    <a:pt x="1354" y="1779"/>
                  </a:cubicBezTo>
                  <a:cubicBezTo>
                    <a:pt x="972" y="1617"/>
                    <a:pt x="712" y="1274"/>
                    <a:pt x="586" y="964"/>
                  </a:cubicBezTo>
                  <a:cubicBezTo>
                    <a:pt x="473" y="684"/>
                    <a:pt x="423" y="331"/>
                    <a:pt x="52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843;p38">
              <a:extLst>
                <a:ext uri="{FF2B5EF4-FFF2-40B4-BE49-F238E27FC236}">
                  <a16:creationId xmlns:a16="http://schemas.microsoft.com/office/drawing/2014/main" id="{3CDBE0B1-AC42-A9BA-80AC-162811AAA972}"/>
                </a:ext>
              </a:extLst>
            </p:cNvPr>
            <p:cNvSpPr/>
            <p:nvPr/>
          </p:nvSpPr>
          <p:spPr>
            <a:xfrm>
              <a:off x="2868250" y="3115525"/>
              <a:ext cx="19750" cy="49325"/>
            </a:xfrm>
            <a:custGeom>
              <a:avLst/>
              <a:gdLst/>
              <a:ahLst/>
              <a:cxnLst/>
              <a:rect l="l" t="t" r="r" b="b"/>
              <a:pathLst>
                <a:path w="790" h="1973" extrusionOk="0">
                  <a:moveTo>
                    <a:pt x="308" y="0"/>
                  </a:moveTo>
                  <a:cubicBezTo>
                    <a:pt x="146" y="350"/>
                    <a:pt x="1" y="839"/>
                    <a:pt x="81" y="1376"/>
                  </a:cubicBezTo>
                  <a:cubicBezTo>
                    <a:pt x="110" y="1574"/>
                    <a:pt x="169" y="1763"/>
                    <a:pt x="255" y="1945"/>
                  </a:cubicBezTo>
                  <a:cubicBezTo>
                    <a:pt x="425" y="1960"/>
                    <a:pt x="601" y="1969"/>
                    <a:pt x="779" y="1972"/>
                  </a:cubicBezTo>
                  <a:cubicBezTo>
                    <a:pt x="641" y="1765"/>
                    <a:pt x="554" y="1545"/>
                    <a:pt x="519" y="1313"/>
                  </a:cubicBezTo>
                  <a:cubicBezTo>
                    <a:pt x="441" y="798"/>
                    <a:pt x="631" y="321"/>
                    <a:pt x="790" y="29"/>
                  </a:cubicBezTo>
                  <a:cubicBezTo>
                    <a:pt x="626" y="26"/>
                    <a:pt x="466" y="17"/>
                    <a:pt x="308"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844;p38">
              <a:extLst>
                <a:ext uri="{FF2B5EF4-FFF2-40B4-BE49-F238E27FC236}">
                  <a16:creationId xmlns:a16="http://schemas.microsoft.com/office/drawing/2014/main" id="{E21EE24B-619E-E2CF-8912-F4C0EFCEF201}"/>
                </a:ext>
              </a:extLst>
            </p:cNvPr>
            <p:cNvSpPr/>
            <p:nvPr/>
          </p:nvSpPr>
          <p:spPr>
            <a:xfrm>
              <a:off x="2786950" y="3088250"/>
              <a:ext cx="39000" cy="48625"/>
            </a:xfrm>
            <a:custGeom>
              <a:avLst/>
              <a:gdLst/>
              <a:ahLst/>
              <a:cxnLst/>
              <a:rect l="l" t="t" r="r" b="b"/>
              <a:pathLst>
                <a:path w="1560" h="1945" extrusionOk="0">
                  <a:moveTo>
                    <a:pt x="1214" y="1"/>
                  </a:moveTo>
                  <a:cubicBezTo>
                    <a:pt x="811" y="205"/>
                    <a:pt x="320" y="550"/>
                    <a:pt x="105" y="1081"/>
                  </a:cubicBezTo>
                  <a:cubicBezTo>
                    <a:pt x="46" y="1226"/>
                    <a:pt x="11" y="1378"/>
                    <a:pt x="1" y="1534"/>
                  </a:cubicBezTo>
                  <a:cubicBezTo>
                    <a:pt x="152" y="1680"/>
                    <a:pt x="311" y="1817"/>
                    <a:pt x="479" y="1944"/>
                  </a:cubicBezTo>
                  <a:cubicBezTo>
                    <a:pt x="417" y="1691"/>
                    <a:pt x="429" y="1458"/>
                    <a:pt x="516" y="1247"/>
                  </a:cubicBezTo>
                  <a:cubicBezTo>
                    <a:pt x="706" y="779"/>
                    <a:pt x="1206" y="484"/>
                    <a:pt x="1559" y="326"/>
                  </a:cubicBezTo>
                  <a:cubicBezTo>
                    <a:pt x="1438" y="228"/>
                    <a:pt x="1321" y="120"/>
                    <a:pt x="121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845;p38">
              <a:extLst>
                <a:ext uri="{FF2B5EF4-FFF2-40B4-BE49-F238E27FC236}">
                  <a16:creationId xmlns:a16="http://schemas.microsoft.com/office/drawing/2014/main" id="{1AD00DB7-418E-1988-7690-922CB7D8A611}"/>
                </a:ext>
              </a:extLst>
            </p:cNvPr>
            <p:cNvSpPr/>
            <p:nvPr/>
          </p:nvSpPr>
          <p:spPr>
            <a:xfrm>
              <a:off x="2745750" y="3033225"/>
              <a:ext cx="47775" cy="33325"/>
            </a:xfrm>
            <a:custGeom>
              <a:avLst/>
              <a:gdLst/>
              <a:ahLst/>
              <a:cxnLst/>
              <a:rect l="l" t="t" r="r" b="b"/>
              <a:pathLst>
                <a:path w="1911" h="1333" extrusionOk="0">
                  <a:moveTo>
                    <a:pt x="1793" y="1"/>
                  </a:moveTo>
                  <a:cubicBezTo>
                    <a:pt x="1196" y="67"/>
                    <a:pt x="455" y="292"/>
                    <a:pt x="1" y="804"/>
                  </a:cubicBezTo>
                  <a:cubicBezTo>
                    <a:pt x="51" y="985"/>
                    <a:pt x="107" y="1161"/>
                    <a:pt x="167" y="1332"/>
                  </a:cubicBezTo>
                  <a:cubicBezTo>
                    <a:pt x="519" y="657"/>
                    <a:pt x="1432" y="481"/>
                    <a:pt x="1911" y="437"/>
                  </a:cubicBezTo>
                  <a:cubicBezTo>
                    <a:pt x="1867" y="296"/>
                    <a:pt x="1827" y="151"/>
                    <a:pt x="1793"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846;p38">
              <a:extLst>
                <a:ext uri="{FF2B5EF4-FFF2-40B4-BE49-F238E27FC236}">
                  <a16:creationId xmlns:a16="http://schemas.microsoft.com/office/drawing/2014/main" id="{8E8D9D09-21CF-3540-4015-77134C25A04D}"/>
                </a:ext>
              </a:extLst>
            </p:cNvPr>
            <p:cNvSpPr/>
            <p:nvPr/>
          </p:nvSpPr>
          <p:spPr>
            <a:xfrm>
              <a:off x="2736900" y="2955825"/>
              <a:ext cx="50150" cy="17450"/>
            </a:xfrm>
            <a:custGeom>
              <a:avLst/>
              <a:gdLst/>
              <a:ahLst/>
              <a:cxnLst/>
              <a:rect l="l" t="t" r="r" b="b"/>
              <a:pathLst>
                <a:path w="2006" h="698" extrusionOk="0">
                  <a:moveTo>
                    <a:pt x="905" y="0"/>
                  </a:moveTo>
                  <a:cubicBezTo>
                    <a:pt x="634" y="0"/>
                    <a:pt x="346" y="48"/>
                    <a:pt x="56" y="170"/>
                  </a:cubicBezTo>
                  <a:cubicBezTo>
                    <a:pt x="30" y="343"/>
                    <a:pt x="12" y="519"/>
                    <a:pt x="0" y="697"/>
                  </a:cubicBezTo>
                  <a:cubicBezTo>
                    <a:pt x="315" y="508"/>
                    <a:pt x="632" y="440"/>
                    <a:pt x="925" y="440"/>
                  </a:cubicBezTo>
                  <a:cubicBezTo>
                    <a:pt x="1332" y="440"/>
                    <a:pt x="1694" y="572"/>
                    <a:pt x="1942" y="694"/>
                  </a:cubicBezTo>
                  <a:cubicBezTo>
                    <a:pt x="1957" y="540"/>
                    <a:pt x="1978" y="390"/>
                    <a:pt x="2006" y="243"/>
                  </a:cubicBezTo>
                  <a:cubicBezTo>
                    <a:pt x="1715" y="117"/>
                    <a:pt x="1330" y="0"/>
                    <a:pt x="905"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847;p38">
              <a:extLst>
                <a:ext uri="{FF2B5EF4-FFF2-40B4-BE49-F238E27FC236}">
                  <a16:creationId xmlns:a16="http://schemas.microsoft.com/office/drawing/2014/main" id="{E93F1229-ACEB-9470-5DB0-3334FD8884C8}"/>
                </a:ext>
              </a:extLst>
            </p:cNvPr>
            <p:cNvSpPr/>
            <p:nvPr/>
          </p:nvSpPr>
          <p:spPr>
            <a:xfrm>
              <a:off x="2772900" y="2869025"/>
              <a:ext cx="51800" cy="33125"/>
            </a:xfrm>
            <a:custGeom>
              <a:avLst/>
              <a:gdLst/>
              <a:ahLst/>
              <a:cxnLst/>
              <a:rect l="l" t="t" r="r" b="b"/>
              <a:pathLst>
                <a:path w="2072" h="1325" extrusionOk="0">
                  <a:moveTo>
                    <a:pt x="343" y="1"/>
                  </a:moveTo>
                  <a:cubicBezTo>
                    <a:pt x="235" y="118"/>
                    <a:pt x="131" y="240"/>
                    <a:pt x="31" y="366"/>
                  </a:cubicBezTo>
                  <a:cubicBezTo>
                    <a:pt x="20" y="378"/>
                    <a:pt x="11" y="392"/>
                    <a:pt x="1" y="404"/>
                  </a:cubicBezTo>
                  <a:cubicBezTo>
                    <a:pt x="1050" y="492"/>
                    <a:pt x="1550" y="1017"/>
                    <a:pt x="1756" y="1325"/>
                  </a:cubicBezTo>
                  <a:cubicBezTo>
                    <a:pt x="1858" y="1213"/>
                    <a:pt x="1962" y="1105"/>
                    <a:pt x="2071" y="1002"/>
                  </a:cubicBezTo>
                  <a:cubicBezTo>
                    <a:pt x="1811" y="648"/>
                    <a:pt x="1291" y="159"/>
                    <a:pt x="343"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848;p38">
              <a:extLst>
                <a:ext uri="{FF2B5EF4-FFF2-40B4-BE49-F238E27FC236}">
                  <a16:creationId xmlns:a16="http://schemas.microsoft.com/office/drawing/2014/main" id="{304A5F4A-ADD1-62C3-06A8-ECAA42132A62}"/>
                </a:ext>
              </a:extLst>
            </p:cNvPr>
            <p:cNvSpPr/>
            <p:nvPr/>
          </p:nvSpPr>
          <p:spPr>
            <a:xfrm>
              <a:off x="2839325" y="2819275"/>
              <a:ext cx="38600" cy="45025"/>
            </a:xfrm>
            <a:custGeom>
              <a:avLst/>
              <a:gdLst/>
              <a:ahLst/>
              <a:cxnLst/>
              <a:rect l="l" t="t" r="r" b="b"/>
              <a:pathLst>
                <a:path w="1544" h="1801" extrusionOk="0">
                  <a:moveTo>
                    <a:pt x="393" y="1"/>
                  </a:moveTo>
                  <a:cubicBezTo>
                    <a:pt x="261" y="67"/>
                    <a:pt x="131" y="135"/>
                    <a:pt x="0" y="208"/>
                  </a:cubicBezTo>
                  <a:cubicBezTo>
                    <a:pt x="484" y="1026"/>
                    <a:pt x="874" y="1521"/>
                    <a:pt x="1127" y="1800"/>
                  </a:cubicBezTo>
                  <a:cubicBezTo>
                    <a:pt x="1265" y="1729"/>
                    <a:pt x="1405" y="1661"/>
                    <a:pt x="1544" y="1596"/>
                  </a:cubicBezTo>
                  <a:cubicBezTo>
                    <a:pt x="1327" y="1373"/>
                    <a:pt x="921" y="893"/>
                    <a:pt x="393"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849;p38">
              <a:extLst>
                <a:ext uri="{FF2B5EF4-FFF2-40B4-BE49-F238E27FC236}">
                  <a16:creationId xmlns:a16="http://schemas.microsoft.com/office/drawing/2014/main" id="{9A0F701C-3A03-3DC2-9B77-C9D7142F807B}"/>
                </a:ext>
              </a:extLst>
            </p:cNvPr>
            <p:cNvSpPr/>
            <p:nvPr/>
          </p:nvSpPr>
          <p:spPr>
            <a:xfrm>
              <a:off x="2920500" y="2789525"/>
              <a:ext cx="29300" cy="49500"/>
            </a:xfrm>
            <a:custGeom>
              <a:avLst/>
              <a:gdLst/>
              <a:ahLst/>
              <a:cxnLst/>
              <a:rect l="l" t="t" r="r" b="b"/>
              <a:pathLst>
                <a:path w="1172" h="1980" extrusionOk="0">
                  <a:moveTo>
                    <a:pt x="617" y="0"/>
                  </a:moveTo>
                  <a:cubicBezTo>
                    <a:pt x="468" y="33"/>
                    <a:pt x="308" y="68"/>
                    <a:pt x="145" y="109"/>
                  </a:cubicBezTo>
                  <a:cubicBezTo>
                    <a:pt x="1" y="1004"/>
                    <a:pt x="351" y="1622"/>
                    <a:pt x="666" y="1980"/>
                  </a:cubicBezTo>
                  <a:cubicBezTo>
                    <a:pt x="843" y="1937"/>
                    <a:pt x="1014" y="1900"/>
                    <a:pt x="1172" y="1868"/>
                  </a:cubicBezTo>
                  <a:cubicBezTo>
                    <a:pt x="902" y="1639"/>
                    <a:pt x="372" y="1041"/>
                    <a:pt x="617"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850;p38">
              <a:extLst>
                <a:ext uri="{FF2B5EF4-FFF2-40B4-BE49-F238E27FC236}">
                  <a16:creationId xmlns:a16="http://schemas.microsoft.com/office/drawing/2014/main" id="{5B382122-852E-88E9-DAF6-C025C2A04BD9}"/>
                </a:ext>
              </a:extLst>
            </p:cNvPr>
            <p:cNvSpPr/>
            <p:nvPr/>
          </p:nvSpPr>
          <p:spPr>
            <a:xfrm>
              <a:off x="3067125" y="3030950"/>
              <a:ext cx="62450" cy="74525"/>
            </a:xfrm>
            <a:custGeom>
              <a:avLst/>
              <a:gdLst/>
              <a:ahLst/>
              <a:cxnLst/>
              <a:rect l="l" t="t" r="r" b="b"/>
              <a:pathLst>
                <a:path w="2498" h="2981" extrusionOk="0">
                  <a:moveTo>
                    <a:pt x="1154" y="1"/>
                  </a:moveTo>
                  <a:lnTo>
                    <a:pt x="211" y="523"/>
                  </a:lnTo>
                  <a:cubicBezTo>
                    <a:pt x="62" y="608"/>
                    <a:pt x="1" y="820"/>
                    <a:pt x="28" y="1096"/>
                  </a:cubicBezTo>
                  <a:cubicBezTo>
                    <a:pt x="30" y="1107"/>
                    <a:pt x="30" y="1119"/>
                    <a:pt x="31" y="1129"/>
                  </a:cubicBezTo>
                  <a:cubicBezTo>
                    <a:pt x="36" y="1175"/>
                    <a:pt x="43" y="1220"/>
                    <a:pt x="52" y="1267"/>
                  </a:cubicBezTo>
                  <a:cubicBezTo>
                    <a:pt x="93" y="1476"/>
                    <a:pt x="175" y="1708"/>
                    <a:pt x="295" y="1944"/>
                  </a:cubicBezTo>
                  <a:cubicBezTo>
                    <a:pt x="311" y="1975"/>
                    <a:pt x="327" y="2003"/>
                    <a:pt x="343" y="2034"/>
                  </a:cubicBezTo>
                  <a:cubicBezTo>
                    <a:pt x="513" y="2338"/>
                    <a:pt x="717" y="2590"/>
                    <a:pt x="919" y="2756"/>
                  </a:cubicBezTo>
                  <a:cubicBezTo>
                    <a:pt x="943" y="2774"/>
                    <a:pt x="966" y="2792"/>
                    <a:pt x="989" y="2809"/>
                  </a:cubicBezTo>
                  <a:cubicBezTo>
                    <a:pt x="1001" y="2818"/>
                    <a:pt x="1011" y="2826"/>
                    <a:pt x="1022" y="2833"/>
                  </a:cubicBezTo>
                  <a:cubicBezTo>
                    <a:pt x="1159" y="2928"/>
                    <a:pt x="1291" y="2980"/>
                    <a:pt x="1406" y="2980"/>
                  </a:cubicBezTo>
                  <a:cubicBezTo>
                    <a:pt x="1461" y="2980"/>
                    <a:pt x="1511" y="2968"/>
                    <a:pt x="1557" y="2942"/>
                  </a:cubicBezTo>
                  <a:lnTo>
                    <a:pt x="2497" y="2420"/>
                  </a:lnTo>
                  <a:lnTo>
                    <a:pt x="1154" y="1"/>
                  </a:lnTo>
                  <a:close/>
                </a:path>
              </a:pathLst>
            </a:custGeom>
            <a:solidFill>
              <a:srgbClr val="E9ED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851;p38">
              <a:extLst>
                <a:ext uri="{FF2B5EF4-FFF2-40B4-BE49-F238E27FC236}">
                  <a16:creationId xmlns:a16="http://schemas.microsoft.com/office/drawing/2014/main" id="{686FF067-D973-52B5-C97E-F55E48D72CA1}"/>
                </a:ext>
              </a:extLst>
            </p:cNvPr>
            <p:cNvSpPr/>
            <p:nvPr/>
          </p:nvSpPr>
          <p:spPr>
            <a:xfrm>
              <a:off x="3088500" y="2995375"/>
              <a:ext cx="87375" cy="98250"/>
            </a:xfrm>
            <a:custGeom>
              <a:avLst/>
              <a:gdLst/>
              <a:ahLst/>
              <a:cxnLst/>
              <a:rect l="l" t="t" r="r" b="b"/>
              <a:pathLst>
                <a:path w="3495" h="3930" extrusionOk="0">
                  <a:moveTo>
                    <a:pt x="1538" y="0"/>
                  </a:moveTo>
                  <a:cubicBezTo>
                    <a:pt x="1538" y="0"/>
                    <a:pt x="705" y="355"/>
                    <a:pt x="299" y="1424"/>
                  </a:cubicBezTo>
                  <a:cubicBezTo>
                    <a:pt x="0" y="1591"/>
                    <a:pt x="59" y="2266"/>
                    <a:pt x="429" y="2934"/>
                  </a:cubicBezTo>
                  <a:cubicBezTo>
                    <a:pt x="744" y="3501"/>
                    <a:pt x="1183" y="3881"/>
                    <a:pt x="1491" y="3881"/>
                  </a:cubicBezTo>
                  <a:cubicBezTo>
                    <a:pt x="1537" y="3881"/>
                    <a:pt x="1580" y="3872"/>
                    <a:pt x="1619" y="3855"/>
                  </a:cubicBezTo>
                  <a:lnTo>
                    <a:pt x="1626" y="3864"/>
                  </a:lnTo>
                  <a:cubicBezTo>
                    <a:pt x="1841" y="3911"/>
                    <a:pt x="2043" y="3930"/>
                    <a:pt x="2228" y="3930"/>
                  </a:cubicBezTo>
                  <a:cubicBezTo>
                    <a:pt x="3005" y="3930"/>
                    <a:pt x="3495" y="3599"/>
                    <a:pt x="3495" y="3599"/>
                  </a:cubicBezTo>
                  <a:lnTo>
                    <a:pt x="1538" y="0"/>
                  </a:lnTo>
                  <a:close/>
                </a:path>
              </a:pathLst>
            </a:custGeom>
            <a:solidFill>
              <a:srgbClr val="DEE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852;p38">
              <a:extLst>
                <a:ext uri="{FF2B5EF4-FFF2-40B4-BE49-F238E27FC236}">
                  <a16:creationId xmlns:a16="http://schemas.microsoft.com/office/drawing/2014/main" id="{A233F4BC-B139-AE7F-667E-97B0D01C4B93}"/>
                </a:ext>
              </a:extLst>
            </p:cNvPr>
            <p:cNvSpPr/>
            <p:nvPr/>
          </p:nvSpPr>
          <p:spPr>
            <a:xfrm>
              <a:off x="3116700" y="2994000"/>
              <a:ext cx="69100" cy="92075"/>
            </a:xfrm>
            <a:custGeom>
              <a:avLst/>
              <a:gdLst/>
              <a:ahLst/>
              <a:cxnLst/>
              <a:rect l="l" t="t" r="r" b="b"/>
              <a:pathLst>
                <a:path w="2764" h="3683" extrusionOk="0">
                  <a:moveTo>
                    <a:pt x="633" y="0"/>
                  </a:moveTo>
                  <a:cubicBezTo>
                    <a:pt x="551" y="0"/>
                    <a:pt x="476" y="18"/>
                    <a:pt x="410" y="55"/>
                  </a:cubicBezTo>
                  <a:cubicBezTo>
                    <a:pt x="1" y="282"/>
                    <a:pt x="45" y="1158"/>
                    <a:pt x="491" y="2070"/>
                  </a:cubicBezTo>
                  <a:cubicBezTo>
                    <a:pt x="525" y="2141"/>
                    <a:pt x="563" y="2214"/>
                    <a:pt x="604" y="2285"/>
                  </a:cubicBezTo>
                  <a:cubicBezTo>
                    <a:pt x="688" y="2439"/>
                    <a:pt x="781" y="2585"/>
                    <a:pt x="878" y="2719"/>
                  </a:cubicBezTo>
                  <a:cubicBezTo>
                    <a:pt x="1302" y="3310"/>
                    <a:pt x="1802" y="3683"/>
                    <a:pt x="2173" y="3683"/>
                  </a:cubicBezTo>
                  <a:cubicBezTo>
                    <a:pt x="2253" y="3683"/>
                    <a:pt x="2328" y="3665"/>
                    <a:pt x="2394" y="3628"/>
                  </a:cubicBezTo>
                  <a:cubicBezTo>
                    <a:pt x="2760" y="3424"/>
                    <a:pt x="2764" y="2701"/>
                    <a:pt x="2439" y="1897"/>
                  </a:cubicBezTo>
                  <a:cubicBezTo>
                    <a:pt x="2373" y="1733"/>
                    <a:pt x="2294" y="1565"/>
                    <a:pt x="2200" y="1397"/>
                  </a:cubicBezTo>
                  <a:cubicBezTo>
                    <a:pt x="2146" y="1299"/>
                    <a:pt x="2088" y="1205"/>
                    <a:pt x="2029" y="1114"/>
                  </a:cubicBezTo>
                  <a:cubicBezTo>
                    <a:pt x="1587" y="436"/>
                    <a:pt x="1034" y="0"/>
                    <a:pt x="633" y="0"/>
                  </a:cubicBezTo>
                  <a:close/>
                </a:path>
              </a:pathLst>
            </a:custGeom>
            <a:solidFill>
              <a:srgbClr val="7984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853;p38">
              <a:extLst>
                <a:ext uri="{FF2B5EF4-FFF2-40B4-BE49-F238E27FC236}">
                  <a16:creationId xmlns:a16="http://schemas.microsoft.com/office/drawing/2014/main" id="{8C808E77-EDBC-4DF6-569D-5FD63CAE5AE8}"/>
                </a:ext>
              </a:extLst>
            </p:cNvPr>
            <p:cNvSpPr/>
            <p:nvPr/>
          </p:nvSpPr>
          <p:spPr>
            <a:xfrm>
              <a:off x="3133025" y="3003575"/>
              <a:ext cx="49075" cy="69275"/>
            </a:xfrm>
            <a:custGeom>
              <a:avLst/>
              <a:gdLst/>
              <a:ahLst/>
              <a:cxnLst/>
              <a:rect l="l" t="t" r="r" b="b"/>
              <a:pathLst>
                <a:path w="1963" h="2771" extrusionOk="0">
                  <a:moveTo>
                    <a:pt x="304" y="0"/>
                  </a:moveTo>
                  <a:cubicBezTo>
                    <a:pt x="243" y="0"/>
                    <a:pt x="187" y="14"/>
                    <a:pt x="137" y="42"/>
                  </a:cubicBezTo>
                  <a:cubicBezTo>
                    <a:pt x="81" y="73"/>
                    <a:pt x="35" y="122"/>
                    <a:pt x="1" y="184"/>
                  </a:cubicBezTo>
                  <a:cubicBezTo>
                    <a:pt x="341" y="208"/>
                    <a:pt x="809" y="623"/>
                    <a:pt x="1149" y="1234"/>
                  </a:cubicBezTo>
                  <a:cubicBezTo>
                    <a:pt x="1491" y="1849"/>
                    <a:pt x="1594" y="2470"/>
                    <a:pt x="1430" y="2770"/>
                  </a:cubicBezTo>
                  <a:cubicBezTo>
                    <a:pt x="1440" y="2770"/>
                    <a:pt x="1450" y="2771"/>
                    <a:pt x="1459" y="2771"/>
                  </a:cubicBezTo>
                  <a:cubicBezTo>
                    <a:pt x="1521" y="2771"/>
                    <a:pt x="1579" y="2758"/>
                    <a:pt x="1630" y="2729"/>
                  </a:cubicBezTo>
                  <a:cubicBezTo>
                    <a:pt x="1962" y="2544"/>
                    <a:pt x="1897" y="1794"/>
                    <a:pt x="1485" y="1052"/>
                  </a:cubicBezTo>
                  <a:cubicBezTo>
                    <a:pt x="1135" y="422"/>
                    <a:pt x="647" y="0"/>
                    <a:pt x="304" y="0"/>
                  </a:cubicBezTo>
                  <a:close/>
                </a:path>
              </a:pathLst>
            </a:custGeom>
            <a:solidFill>
              <a:srgbClr val="F4A6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854;p38">
              <a:extLst>
                <a:ext uri="{FF2B5EF4-FFF2-40B4-BE49-F238E27FC236}">
                  <a16:creationId xmlns:a16="http://schemas.microsoft.com/office/drawing/2014/main" id="{92961884-0652-A9BE-F1EA-77704E7B3EA0}"/>
                </a:ext>
              </a:extLst>
            </p:cNvPr>
            <p:cNvSpPr/>
            <p:nvPr/>
          </p:nvSpPr>
          <p:spPr>
            <a:xfrm>
              <a:off x="3129000" y="3008175"/>
              <a:ext cx="42225" cy="64650"/>
            </a:xfrm>
            <a:custGeom>
              <a:avLst/>
              <a:gdLst/>
              <a:ahLst/>
              <a:cxnLst/>
              <a:rect l="l" t="t" r="r" b="b"/>
              <a:pathLst>
                <a:path w="1689" h="2586" extrusionOk="0">
                  <a:moveTo>
                    <a:pt x="162" y="0"/>
                  </a:moveTo>
                  <a:lnTo>
                    <a:pt x="162" y="0"/>
                  </a:lnTo>
                  <a:cubicBezTo>
                    <a:pt x="1" y="295"/>
                    <a:pt x="99" y="903"/>
                    <a:pt x="430" y="1509"/>
                  </a:cubicBezTo>
                  <a:cubicBezTo>
                    <a:pt x="434" y="1518"/>
                    <a:pt x="439" y="1525"/>
                    <a:pt x="443" y="1534"/>
                  </a:cubicBezTo>
                  <a:cubicBezTo>
                    <a:pt x="584" y="1789"/>
                    <a:pt x="748" y="2009"/>
                    <a:pt x="914" y="2181"/>
                  </a:cubicBezTo>
                  <a:cubicBezTo>
                    <a:pt x="1149" y="2424"/>
                    <a:pt x="1391" y="2570"/>
                    <a:pt x="1591" y="2586"/>
                  </a:cubicBezTo>
                  <a:cubicBezTo>
                    <a:pt x="1675" y="2433"/>
                    <a:pt x="1688" y="2196"/>
                    <a:pt x="1635" y="1919"/>
                  </a:cubicBezTo>
                  <a:cubicBezTo>
                    <a:pt x="1591" y="1680"/>
                    <a:pt x="1498" y="1409"/>
                    <a:pt x="1357" y="1138"/>
                  </a:cubicBezTo>
                  <a:cubicBezTo>
                    <a:pt x="1341" y="1109"/>
                    <a:pt x="1326" y="1079"/>
                    <a:pt x="1310" y="1050"/>
                  </a:cubicBezTo>
                  <a:cubicBezTo>
                    <a:pt x="970" y="438"/>
                    <a:pt x="502" y="24"/>
                    <a:pt x="162" y="0"/>
                  </a:cubicBezTo>
                  <a:close/>
                </a:path>
              </a:pathLst>
            </a:custGeom>
            <a:solidFill>
              <a:srgbClr val="F6C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855;p38">
              <a:extLst>
                <a:ext uri="{FF2B5EF4-FFF2-40B4-BE49-F238E27FC236}">
                  <a16:creationId xmlns:a16="http://schemas.microsoft.com/office/drawing/2014/main" id="{14E52E71-76D1-4B1C-6120-1E4BF58133A7}"/>
                </a:ext>
              </a:extLst>
            </p:cNvPr>
            <p:cNvSpPr/>
            <p:nvPr/>
          </p:nvSpPr>
          <p:spPr>
            <a:xfrm>
              <a:off x="3127225" y="2999175"/>
              <a:ext cx="80800" cy="41325"/>
            </a:xfrm>
            <a:custGeom>
              <a:avLst/>
              <a:gdLst/>
              <a:ahLst/>
              <a:cxnLst/>
              <a:rect l="l" t="t" r="r" b="b"/>
              <a:pathLst>
                <a:path w="3232" h="1653" extrusionOk="0">
                  <a:moveTo>
                    <a:pt x="2008" y="1"/>
                  </a:moveTo>
                  <a:cubicBezTo>
                    <a:pt x="1194" y="1"/>
                    <a:pt x="348" y="772"/>
                    <a:pt x="169" y="945"/>
                  </a:cubicBezTo>
                  <a:cubicBezTo>
                    <a:pt x="5" y="1102"/>
                    <a:pt x="1" y="1363"/>
                    <a:pt x="158" y="1526"/>
                  </a:cubicBezTo>
                  <a:cubicBezTo>
                    <a:pt x="239" y="1610"/>
                    <a:pt x="347" y="1653"/>
                    <a:pt x="455" y="1653"/>
                  </a:cubicBezTo>
                  <a:cubicBezTo>
                    <a:pt x="558" y="1653"/>
                    <a:pt x="660" y="1614"/>
                    <a:pt x="740" y="1537"/>
                  </a:cubicBezTo>
                  <a:cubicBezTo>
                    <a:pt x="1073" y="1216"/>
                    <a:pt x="1662" y="823"/>
                    <a:pt x="2007" y="823"/>
                  </a:cubicBezTo>
                  <a:cubicBezTo>
                    <a:pt x="2042" y="823"/>
                    <a:pt x="2074" y="827"/>
                    <a:pt x="2103" y="836"/>
                  </a:cubicBezTo>
                  <a:cubicBezTo>
                    <a:pt x="2258" y="881"/>
                    <a:pt x="2344" y="1105"/>
                    <a:pt x="2388" y="1287"/>
                  </a:cubicBezTo>
                  <a:cubicBezTo>
                    <a:pt x="2434" y="1474"/>
                    <a:pt x="2603" y="1600"/>
                    <a:pt x="2789" y="1600"/>
                  </a:cubicBezTo>
                  <a:cubicBezTo>
                    <a:pt x="2821" y="1600"/>
                    <a:pt x="2854" y="1596"/>
                    <a:pt x="2886" y="1588"/>
                  </a:cubicBezTo>
                  <a:cubicBezTo>
                    <a:pt x="2926" y="1578"/>
                    <a:pt x="2964" y="1563"/>
                    <a:pt x="2998" y="1542"/>
                  </a:cubicBezTo>
                  <a:cubicBezTo>
                    <a:pt x="3150" y="1452"/>
                    <a:pt x="3232" y="1270"/>
                    <a:pt x="3188" y="1090"/>
                  </a:cubicBezTo>
                  <a:cubicBezTo>
                    <a:pt x="3014" y="381"/>
                    <a:pt x="2626" y="130"/>
                    <a:pt x="2330" y="45"/>
                  </a:cubicBezTo>
                  <a:cubicBezTo>
                    <a:pt x="2225" y="14"/>
                    <a:pt x="2117" y="1"/>
                    <a:pt x="2008"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856;p38">
              <a:extLst>
                <a:ext uri="{FF2B5EF4-FFF2-40B4-BE49-F238E27FC236}">
                  <a16:creationId xmlns:a16="http://schemas.microsoft.com/office/drawing/2014/main" id="{F8C063BF-8CF2-5647-6308-8ACA36F9BDDF}"/>
                </a:ext>
              </a:extLst>
            </p:cNvPr>
            <p:cNvSpPr/>
            <p:nvPr/>
          </p:nvSpPr>
          <p:spPr>
            <a:xfrm>
              <a:off x="3119875" y="2973800"/>
              <a:ext cx="80650" cy="45950"/>
            </a:xfrm>
            <a:custGeom>
              <a:avLst/>
              <a:gdLst/>
              <a:ahLst/>
              <a:cxnLst/>
              <a:rect l="l" t="t" r="r" b="b"/>
              <a:pathLst>
                <a:path w="3226" h="1838" extrusionOk="0">
                  <a:moveTo>
                    <a:pt x="2005" y="0"/>
                  </a:moveTo>
                  <a:cubicBezTo>
                    <a:pt x="1143" y="0"/>
                    <a:pt x="312" y="961"/>
                    <a:pt x="145" y="1166"/>
                  </a:cubicBezTo>
                  <a:cubicBezTo>
                    <a:pt x="1" y="1342"/>
                    <a:pt x="27" y="1601"/>
                    <a:pt x="204" y="1745"/>
                  </a:cubicBezTo>
                  <a:cubicBezTo>
                    <a:pt x="280" y="1807"/>
                    <a:pt x="372" y="1837"/>
                    <a:pt x="463" y="1837"/>
                  </a:cubicBezTo>
                  <a:cubicBezTo>
                    <a:pt x="582" y="1837"/>
                    <a:pt x="701" y="1785"/>
                    <a:pt x="783" y="1686"/>
                  </a:cubicBezTo>
                  <a:cubicBezTo>
                    <a:pt x="1088" y="1311"/>
                    <a:pt x="1664" y="824"/>
                    <a:pt x="2003" y="824"/>
                  </a:cubicBezTo>
                  <a:cubicBezTo>
                    <a:pt x="2020" y="824"/>
                    <a:pt x="2037" y="826"/>
                    <a:pt x="2053" y="828"/>
                  </a:cubicBezTo>
                  <a:cubicBezTo>
                    <a:pt x="2212" y="854"/>
                    <a:pt x="2324" y="1066"/>
                    <a:pt x="2390" y="1242"/>
                  </a:cubicBezTo>
                  <a:cubicBezTo>
                    <a:pt x="2452" y="1406"/>
                    <a:pt x="2608" y="1508"/>
                    <a:pt x="2774" y="1508"/>
                  </a:cubicBezTo>
                  <a:cubicBezTo>
                    <a:pt x="2823" y="1508"/>
                    <a:pt x="2872" y="1499"/>
                    <a:pt x="2920" y="1481"/>
                  </a:cubicBezTo>
                  <a:cubicBezTo>
                    <a:pt x="2958" y="1466"/>
                    <a:pt x="2994" y="1446"/>
                    <a:pt x="3026" y="1422"/>
                  </a:cubicBezTo>
                  <a:cubicBezTo>
                    <a:pt x="3165" y="1314"/>
                    <a:pt x="3226" y="1125"/>
                    <a:pt x="3159" y="951"/>
                  </a:cubicBezTo>
                  <a:cubicBezTo>
                    <a:pt x="2903" y="268"/>
                    <a:pt x="2488" y="65"/>
                    <a:pt x="2185" y="15"/>
                  </a:cubicBezTo>
                  <a:cubicBezTo>
                    <a:pt x="2125" y="5"/>
                    <a:pt x="2065" y="0"/>
                    <a:pt x="2005"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857;p38">
              <a:extLst>
                <a:ext uri="{FF2B5EF4-FFF2-40B4-BE49-F238E27FC236}">
                  <a16:creationId xmlns:a16="http://schemas.microsoft.com/office/drawing/2014/main" id="{BB244FA7-CBCB-93E8-27D4-776F67E70A90}"/>
                </a:ext>
              </a:extLst>
            </p:cNvPr>
            <p:cNvSpPr/>
            <p:nvPr/>
          </p:nvSpPr>
          <p:spPr>
            <a:xfrm>
              <a:off x="3139725" y="3034050"/>
              <a:ext cx="73200" cy="45725"/>
            </a:xfrm>
            <a:custGeom>
              <a:avLst/>
              <a:gdLst/>
              <a:ahLst/>
              <a:cxnLst/>
              <a:rect l="l" t="t" r="r" b="b"/>
              <a:pathLst>
                <a:path w="2928" h="1829" extrusionOk="0">
                  <a:moveTo>
                    <a:pt x="1634" y="1"/>
                  </a:moveTo>
                  <a:cubicBezTo>
                    <a:pt x="1395" y="1"/>
                    <a:pt x="1152" y="43"/>
                    <a:pt x="928" y="103"/>
                  </a:cubicBezTo>
                  <a:cubicBezTo>
                    <a:pt x="507" y="215"/>
                    <a:pt x="157" y="389"/>
                    <a:pt x="39" y="451"/>
                  </a:cubicBezTo>
                  <a:cubicBezTo>
                    <a:pt x="25" y="459"/>
                    <a:pt x="13" y="465"/>
                    <a:pt x="1" y="474"/>
                  </a:cubicBezTo>
                  <a:cubicBezTo>
                    <a:pt x="5" y="483"/>
                    <a:pt x="10" y="490"/>
                    <a:pt x="14" y="499"/>
                  </a:cubicBezTo>
                  <a:cubicBezTo>
                    <a:pt x="155" y="754"/>
                    <a:pt x="319" y="974"/>
                    <a:pt x="485" y="1146"/>
                  </a:cubicBezTo>
                  <a:cubicBezTo>
                    <a:pt x="694" y="1043"/>
                    <a:pt x="958" y="945"/>
                    <a:pt x="1206" y="884"/>
                  </a:cubicBezTo>
                  <a:cubicBezTo>
                    <a:pt x="1362" y="847"/>
                    <a:pt x="1513" y="824"/>
                    <a:pt x="1641" y="824"/>
                  </a:cubicBezTo>
                  <a:cubicBezTo>
                    <a:pt x="1742" y="824"/>
                    <a:pt x="1829" y="838"/>
                    <a:pt x="1896" y="869"/>
                  </a:cubicBezTo>
                  <a:cubicBezTo>
                    <a:pt x="1906" y="875"/>
                    <a:pt x="1917" y="881"/>
                    <a:pt x="1926" y="887"/>
                  </a:cubicBezTo>
                  <a:cubicBezTo>
                    <a:pt x="2064" y="974"/>
                    <a:pt x="2082" y="1214"/>
                    <a:pt x="2074" y="1399"/>
                  </a:cubicBezTo>
                  <a:cubicBezTo>
                    <a:pt x="2064" y="1626"/>
                    <a:pt x="2239" y="1819"/>
                    <a:pt x="2468" y="1828"/>
                  </a:cubicBezTo>
                  <a:cubicBezTo>
                    <a:pt x="2473" y="1828"/>
                    <a:pt x="2478" y="1828"/>
                    <a:pt x="2484" y="1828"/>
                  </a:cubicBezTo>
                  <a:cubicBezTo>
                    <a:pt x="2519" y="1828"/>
                    <a:pt x="2555" y="1824"/>
                    <a:pt x="2588" y="1816"/>
                  </a:cubicBezTo>
                  <a:cubicBezTo>
                    <a:pt x="2759" y="1772"/>
                    <a:pt x="2889" y="1620"/>
                    <a:pt x="2897" y="1434"/>
                  </a:cubicBezTo>
                  <a:cubicBezTo>
                    <a:pt x="2927" y="705"/>
                    <a:pt x="2626" y="356"/>
                    <a:pt x="2368" y="192"/>
                  </a:cubicBezTo>
                  <a:cubicBezTo>
                    <a:pt x="2174" y="69"/>
                    <a:pt x="1952" y="15"/>
                    <a:pt x="1721" y="3"/>
                  </a:cubicBezTo>
                  <a:cubicBezTo>
                    <a:pt x="1692" y="1"/>
                    <a:pt x="1663" y="1"/>
                    <a:pt x="1634"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858;p38">
              <a:extLst>
                <a:ext uri="{FF2B5EF4-FFF2-40B4-BE49-F238E27FC236}">
                  <a16:creationId xmlns:a16="http://schemas.microsoft.com/office/drawing/2014/main" id="{8224B30D-0A4E-60F2-0F75-F42C916E5D59}"/>
                </a:ext>
              </a:extLst>
            </p:cNvPr>
            <p:cNvSpPr/>
            <p:nvPr/>
          </p:nvSpPr>
          <p:spPr>
            <a:xfrm>
              <a:off x="2735825" y="2782850"/>
              <a:ext cx="356075" cy="382025"/>
            </a:xfrm>
            <a:custGeom>
              <a:avLst/>
              <a:gdLst/>
              <a:ahLst/>
              <a:cxnLst/>
              <a:rect l="l" t="t" r="r" b="b"/>
              <a:pathLst>
                <a:path w="14243" h="15281" extrusionOk="0">
                  <a:moveTo>
                    <a:pt x="9764" y="0"/>
                  </a:moveTo>
                  <a:cubicBezTo>
                    <a:pt x="9738" y="0"/>
                    <a:pt x="9712" y="1"/>
                    <a:pt x="9686" y="4"/>
                  </a:cubicBezTo>
                  <a:cubicBezTo>
                    <a:pt x="9610" y="8"/>
                    <a:pt x="8950" y="64"/>
                    <a:pt x="8006" y="267"/>
                  </a:cubicBezTo>
                  <a:cubicBezTo>
                    <a:pt x="7855" y="299"/>
                    <a:pt x="7697" y="335"/>
                    <a:pt x="7532" y="376"/>
                  </a:cubicBezTo>
                  <a:cubicBezTo>
                    <a:pt x="6644" y="594"/>
                    <a:pt x="5579" y="934"/>
                    <a:pt x="4534" y="1458"/>
                  </a:cubicBezTo>
                  <a:lnTo>
                    <a:pt x="4533" y="1458"/>
                  </a:lnTo>
                  <a:cubicBezTo>
                    <a:pt x="4401" y="1523"/>
                    <a:pt x="4271" y="1592"/>
                    <a:pt x="4140" y="1665"/>
                  </a:cubicBezTo>
                  <a:cubicBezTo>
                    <a:pt x="3307" y="2123"/>
                    <a:pt x="2502" y="2707"/>
                    <a:pt x="1827" y="3448"/>
                  </a:cubicBezTo>
                  <a:cubicBezTo>
                    <a:pt x="1718" y="3565"/>
                    <a:pt x="1614" y="3687"/>
                    <a:pt x="1514" y="3813"/>
                  </a:cubicBezTo>
                  <a:cubicBezTo>
                    <a:pt x="1503" y="3825"/>
                    <a:pt x="1494" y="3839"/>
                    <a:pt x="1485" y="3851"/>
                  </a:cubicBezTo>
                  <a:cubicBezTo>
                    <a:pt x="734" y="4805"/>
                    <a:pt x="270" y="5888"/>
                    <a:pt x="99" y="7089"/>
                  </a:cubicBezTo>
                  <a:cubicBezTo>
                    <a:pt x="75" y="7262"/>
                    <a:pt x="55" y="7438"/>
                    <a:pt x="43" y="7615"/>
                  </a:cubicBezTo>
                  <a:cubicBezTo>
                    <a:pt x="1" y="8219"/>
                    <a:pt x="26" y="8851"/>
                    <a:pt x="123" y="9510"/>
                  </a:cubicBezTo>
                  <a:cubicBezTo>
                    <a:pt x="192" y="9973"/>
                    <a:pt x="282" y="10410"/>
                    <a:pt x="398" y="10819"/>
                  </a:cubicBezTo>
                  <a:cubicBezTo>
                    <a:pt x="448" y="11000"/>
                    <a:pt x="504" y="11176"/>
                    <a:pt x="564" y="11347"/>
                  </a:cubicBezTo>
                  <a:cubicBezTo>
                    <a:pt x="908" y="12327"/>
                    <a:pt x="1403" y="13130"/>
                    <a:pt x="2046" y="13750"/>
                  </a:cubicBezTo>
                  <a:cubicBezTo>
                    <a:pt x="2197" y="13896"/>
                    <a:pt x="2356" y="14033"/>
                    <a:pt x="2524" y="14159"/>
                  </a:cubicBezTo>
                  <a:cubicBezTo>
                    <a:pt x="2818" y="14378"/>
                    <a:pt x="3136" y="14567"/>
                    <a:pt x="3479" y="14727"/>
                  </a:cubicBezTo>
                  <a:cubicBezTo>
                    <a:pt x="4101" y="15013"/>
                    <a:pt x="4793" y="15189"/>
                    <a:pt x="5552" y="15252"/>
                  </a:cubicBezTo>
                  <a:cubicBezTo>
                    <a:pt x="5722" y="15267"/>
                    <a:pt x="5898" y="15276"/>
                    <a:pt x="6076" y="15279"/>
                  </a:cubicBezTo>
                  <a:cubicBezTo>
                    <a:pt x="6126" y="15279"/>
                    <a:pt x="6176" y="15281"/>
                    <a:pt x="6228" y="15281"/>
                  </a:cubicBezTo>
                  <a:cubicBezTo>
                    <a:pt x="7164" y="15281"/>
                    <a:pt x="8191" y="15126"/>
                    <a:pt x="9304" y="14820"/>
                  </a:cubicBezTo>
                  <a:cubicBezTo>
                    <a:pt x="9493" y="14769"/>
                    <a:pt x="9684" y="14711"/>
                    <a:pt x="9878" y="14651"/>
                  </a:cubicBezTo>
                  <a:cubicBezTo>
                    <a:pt x="10216" y="14545"/>
                    <a:pt x="10561" y="14427"/>
                    <a:pt x="10914" y="14293"/>
                  </a:cubicBezTo>
                  <a:cubicBezTo>
                    <a:pt x="11272" y="14159"/>
                    <a:pt x="11616" y="14018"/>
                    <a:pt x="11941" y="13877"/>
                  </a:cubicBezTo>
                  <a:cubicBezTo>
                    <a:pt x="12085" y="13815"/>
                    <a:pt x="12224" y="13753"/>
                    <a:pt x="12361" y="13690"/>
                  </a:cubicBezTo>
                  <a:cubicBezTo>
                    <a:pt x="13151" y="13328"/>
                    <a:pt x="13806" y="12979"/>
                    <a:pt x="14242" y="12733"/>
                  </a:cubicBezTo>
                  <a:cubicBezTo>
                    <a:pt x="14218" y="12716"/>
                    <a:pt x="14195" y="12698"/>
                    <a:pt x="14171" y="12679"/>
                  </a:cubicBezTo>
                  <a:cubicBezTo>
                    <a:pt x="13969" y="12512"/>
                    <a:pt x="13765" y="12262"/>
                    <a:pt x="13595" y="11958"/>
                  </a:cubicBezTo>
                  <a:cubicBezTo>
                    <a:pt x="13579" y="11927"/>
                    <a:pt x="13563" y="11897"/>
                    <a:pt x="13547" y="11868"/>
                  </a:cubicBezTo>
                  <a:cubicBezTo>
                    <a:pt x="13427" y="11632"/>
                    <a:pt x="13345" y="11399"/>
                    <a:pt x="13304" y="11191"/>
                  </a:cubicBezTo>
                  <a:lnTo>
                    <a:pt x="13304" y="11190"/>
                  </a:lnTo>
                  <a:cubicBezTo>
                    <a:pt x="13295" y="11144"/>
                    <a:pt x="13288" y="11097"/>
                    <a:pt x="13283" y="11053"/>
                  </a:cubicBezTo>
                  <a:cubicBezTo>
                    <a:pt x="13091" y="11162"/>
                    <a:pt x="12876" y="11281"/>
                    <a:pt x="12644" y="11402"/>
                  </a:cubicBezTo>
                  <a:cubicBezTo>
                    <a:pt x="12659" y="11450"/>
                    <a:pt x="12676" y="11502"/>
                    <a:pt x="12694" y="11555"/>
                  </a:cubicBezTo>
                  <a:cubicBezTo>
                    <a:pt x="12883" y="12086"/>
                    <a:pt x="12641" y="12677"/>
                    <a:pt x="12123" y="12903"/>
                  </a:cubicBezTo>
                  <a:cubicBezTo>
                    <a:pt x="9598" y="13999"/>
                    <a:pt x="7671" y="14438"/>
                    <a:pt x="6193" y="14438"/>
                  </a:cubicBezTo>
                  <a:cubicBezTo>
                    <a:pt x="2022" y="14438"/>
                    <a:pt x="1426" y="10940"/>
                    <a:pt x="1046" y="8828"/>
                  </a:cubicBezTo>
                  <a:cubicBezTo>
                    <a:pt x="263" y="1088"/>
                    <a:pt x="10143" y="688"/>
                    <a:pt x="10682" y="672"/>
                  </a:cubicBezTo>
                  <a:cubicBezTo>
                    <a:pt x="10557" y="277"/>
                    <a:pt x="10189" y="0"/>
                    <a:pt x="9764"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76459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10A78AD3-4BEC-E26A-DB74-6ADD151D21AF}"/>
            </a:ext>
          </a:extLst>
        </p:cNvPr>
        <p:cNvGrpSpPr/>
        <p:nvPr/>
      </p:nvGrpSpPr>
      <p:grpSpPr>
        <a:xfrm>
          <a:off x="0" y="0"/>
          <a:ext cx="0" cy="0"/>
          <a:chOff x="0" y="0"/>
          <a:chExt cx="0" cy="0"/>
        </a:xfrm>
      </p:grpSpPr>
      <p:sp>
        <p:nvSpPr>
          <p:cNvPr id="201" name="Google Shape;201;p23">
            <a:extLst>
              <a:ext uri="{FF2B5EF4-FFF2-40B4-BE49-F238E27FC236}">
                <a16:creationId xmlns:a16="http://schemas.microsoft.com/office/drawing/2014/main" id="{8AFD59AD-C408-4D62-74C0-57176CA5CAF6}"/>
              </a:ext>
            </a:extLst>
          </p:cNvPr>
          <p:cNvSpPr txBox="1">
            <a:spLocks noGrp="1"/>
          </p:cNvSpPr>
          <p:nvPr>
            <p:ph type="title"/>
          </p:nvPr>
        </p:nvSpPr>
        <p:spPr>
          <a:xfrm>
            <a:off x="715100" y="2542537"/>
            <a:ext cx="7713900" cy="1071600"/>
          </a:xfrm>
          <a:prstGeom prst="rect">
            <a:avLst/>
          </a:prstGeom>
        </p:spPr>
        <p:txBody>
          <a:bodyPr spcFirstLastPara="1" wrap="square" lIns="91425" tIns="91425" rIns="91425" bIns="91425" anchor="t" anchorCtr="0">
            <a:noAutofit/>
          </a:bodyPr>
          <a:lstStyle/>
          <a:p>
            <a:r>
              <a:rPr lang="en-US" sz="4800" dirty="0">
                <a:solidFill>
                  <a:schemeClr val="bg1"/>
                </a:solidFill>
                <a:latin typeface="+mn-lt"/>
              </a:rPr>
              <a:t>Conclusion</a:t>
            </a:r>
            <a:endParaRPr dirty="0"/>
          </a:p>
        </p:txBody>
      </p:sp>
      <p:sp>
        <p:nvSpPr>
          <p:cNvPr id="202" name="Google Shape;202;p23">
            <a:extLst>
              <a:ext uri="{FF2B5EF4-FFF2-40B4-BE49-F238E27FC236}">
                <a16:creationId xmlns:a16="http://schemas.microsoft.com/office/drawing/2014/main" id="{D52CA072-1D84-E235-8F29-F702327FAA3E}"/>
              </a:ext>
            </a:extLst>
          </p:cNvPr>
          <p:cNvSpPr txBox="1">
            <a:spLocks noGrp="1"/>
          </p:cNvSpPr>
          <p:nvPr>
            <p:ph type="title" idx="2"/>
          </p:nvPr>
        </p:nvSpPr>
        <p:spPr>
          <a:xfrm>
            <a:off x="715100" y="1382334"/>
            <a:ext cx="2035200" cy="10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07</a:t>
            </a:r>
            <a:endParaRPr dirty="0"/>
          </a:p>
        </p:txBody>
      </p:sp>
      <p:grpSp>
        <p:nvGrpSpPr>
          <p:cNvPr id="2" name="Google Shape;529;p36">
            <a:extLst>
              <a:ext uri="{FF2B5EF4-FFF2-40B4-BE49-F238E27FC236}">
                <a16:creationId xmlns:a16="http://schemas.microsoft.com/office/drawing/2014/main" id="{8452DE90-0335-2BAC-49FA-6870FFF07B87}"/>
              </a:ext>
            </a:extLst>
          </p:cNvPr>
          <p:cNvGrpSpPr/>
          <p:nvPr/>
        </p:nvGrpSpPr>
        <p:grpSpPr>
          <a:xfrm flipH="1">
            <a:off x="5583962" y="2593416"/>
            <a:ext cx="3706695" cy="2550084"/>
            <a:chOff x="4388650" y="2224200"/>
            <a:chExt cx="1707525" cy="1174775"/>
          </a:xfrm>
        </p:grpSpPr>
        <p:sp>
          <p:nvSpPr>
            <p:cNvPr id="3" name="Google Shape;530;p36">
              <a:extLst>
                <a:ext uri="{FF2B5EF4-FFF2-40B4-BE49-F238E27FC236}">
                  <a16:creationId xmlns:a16="http://schemas.microsoft.com/office/drawing/2014/main" id="{94FEDEBE-ED21-0162-D964-59B02AA226D9}"/>
                </a:ext>
              </a:extLst>
            </p:cNvPr>
            <p:cNvSpPr/>
            <p:nvPr/>
          </p:nvSpPr>
          <p:spPr>
            <a:xfrm>
              <a:off x="4422875" y="3236475"/>
              <a:ext cx="284875" cy="162500"/>
            </a:xfrm>
            <a:custGeom>
              <a:avLst/>
              <a:gdLst/>
              <a:ahLst/>
              <a:cxnLst/>
              <a:rect l="l" t="t" r="r" b="b"/>
              <a:pathLst>
                <a:path w="11395" h="6500" extrusionOk="0">
                  <a:moveTo>
                    <a:pt x="440" y="0"/>
                  </a:moveTo>
                  <a:cubicBezTo>
                    <a:pt x="352" y="135"/>
                    <a:pt x="270" y="274"/>
                    <a:pt x="193" y="415"/>
                  </a:cubicBezTo>
                  <a:lnTo>
                    <a:pt x="191" y="415"/>
                  </a:lnTo>
                  <a:cubicBezTo>
                    <a:pt x="1" y="767"/>
                    <a:pt x="2303" y="2396"/>
                    <a:pt x="5337" y="4058"/>
                  </a:cubicBezTo>
                  <a:cubicBezTo>
                    <a:pt x="7981" y="5506"/>
                    <a:pt x="10305" y="6500"/>
                    <a:pt x="10986" y="6500"/>
                  </a:cubicBezTo>
                  <a:cubicBezTo>
                    <a:pt x="11087" y="6500"/>
                    <a:pt x="11151" y="6478"/>
                    <a:pt x="11176" y="6433"/>
                  </a:cubicBezTo>
                  <a:cubicBezTo>
                    <a:pt x="11255" y="6291"/>
                    <a:pt x="11326" y="6147"/>
                    <a:pt x="11394" y="6000"/>
                  </a:cubicBezTo>
                  <a:lnTo>
                    <a:pt x="11394" y="6000"/>
                  </a:lnTo>
                  <a:cubicBezTo>
                    <a:pt x="11360" y="6019"/>
                    <a:pt x="11310" y="6028"/>
                    <a:pt x="11244" y="6028"/>
                  </a:cubicBezTo>
                  <a:cubicBezTo>
                    <a:pt x="10562" y="6028"/>
                    <a:pt x="8237" y="5036"/>
                    <a:pt x="5594" y="3587"/>
                  </a:cubicBezTo>
                  <a:cubicBezTo>
                    <a:pt x="2697" y="2000"/>
                    <a:pt x="464" y="441"/>
                    <a:pt x="4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31;p36">
              <a:extLst>
                <a:ext uri="{FF2B5EF4-FFF2-40B4-BE49-F238E27FC236}">
                  <a16:creationId xmlns:a16="http://schemas.microsoft.com/office/drawing/2014/main" id="{F61B2502-0737-719E-42CE-2BE5AE78C023}"/>
                </a:ext>
              </a:extLst>
            </p:cNvPr>
            <p:cNvSpPr/>
            <p:nvPr/>
          </p:nvSpPr>
          <p:spPr>
            <a:xfrm>
              <a:off x="4433850" y="3137400"/>
              <a:ext cx="302375" cy="249825"/>
            </a:xfrm>
            <a:custGeom>
              <a:avLst/>
              <a:gdLst/>
              <a:ahLst/>
              <a:cxnLst/>
              <a:rect l="l" t="t" r="r" b="b"/>
              <a:pathLst>
                <a:path w="12095" h="9993" extrusionOk="0">
                  <a:moveTo>
                    <a:pt x="4816" y="1"/>
                  </a:moveTo>
                  <a:cubicBezTo>
                    <a:pt x="4816" y="1"/>
                    <a:pt x="3750" y="461"/>
                    <a:pt x="2529" y="1359"/>
                  </a:cubicBezTo>
                  <a:cubicBezTo>
                    <a:pt x="2453" y="1415"/>
                    <a:pt x="2377" y="1473"/>
                    <a:pt x="2300" y="1532"/>
                  </a:cubicBezTo>
                  <a:cubicBezTo>
                    <a:pt x="1488" y="2156"/>
                    <a:pt x="636" y="2970"/>
                    <a:pt x="1" y="3963"/>
                  </a:cubicBezTo>
                  <a:cubicBezTo>
                    <a:pt x="25" y="4404"/>
                    <a:pt x="2258" y="5963"/>
                    <a:pt x="5155" y="7552"/>
                  </a:cubicBezTo>
                  <a:cubicBezTo>
                    <a:pt x="7800" y="9000"/>
                    <a:pt x="10126" y="9993"/>
                    <a:pt x="10806" y="9993"/>
                  </a:cubicBezTo>
                  <a:cubicBezTo>
                    <a:pt x="10871" y="9993"/>
                    <a:pt x="10921" y="9983"/>
                    <a:pt x="10955" y="9964"/>
                  </a:cubicBezTo>
                  <a:cubicBezTo>
                    <a:pt x="11116" y="9616"/>
                    <a:pt x="11249" y="9257"/>
                    <a:pt x="11358" y="8900"/>
                  </a:cubicBezTo>
                  <a:cubicBezTo>
                    <a:pt x="11385" y="8809"/>
                    <a:pt x="11411" y="8718"/>
                    <a:pt x="11435" y="8627"/>
                  </a:cubicBezTo>
                  <a:cubicBezTo>
                    <a:pt x="12094" y="6188"/>
                    <a:pt x="11700" y="3772"/>
                    <a:pt x="11700" y="3772"/>
                  </a:cubicBezTo>
                  <a:lnTo>
                    <a:pt x="48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32;p36">
              <a:extLst>
                <a:ext uri="{FF2B5EF4-FFF2-40B4-BE49-F238E27FC236}">
                  <a16:creationId xmlns:a16="http://schemas.microsoft.com/office/drawing/2014/main" id="{BCB5815F-766D-BA37-F4AC-7518C4A0C29B}"/>
                </a:ext>
              </a:extLst>
            </p:cNvPr>
            <p:cNvSpPr/>
            <p:nvPr/>
          </p:nvSpPr>
          <p:spPr>
            <a:xfrm>
              <a:off x="5008550" y="2646000"/>
              <a:ext cx="577200" cy="331650"/>
            </a:xfrm>
            <a:custGeom>
              <a:avLst/>
              <a:gdLst/>
              <a:ahLst/>
              <a:cxnLst/>
              <a:rect l="l" t="t" r="r" b="b"/>
              <a:pathLst>
                <a:path w="23088" h="13266" extrusionOk="0">
                  <a:moveTo>
                    <a:pt x="21874" y="0"/>
                  </a:moveTo>
                  <a:cubicBezTo>
                    <a:pt x="21472" y="0"/>
                    <a:pt x="21087" y="228"/>
                    <a:pt x="20908" y="617"/>
                  </a:cubicBezTo>
                  <a:lnTo>
                    <a:pt x="19853" y="2890"/>
                  </a:lnTo>
                  <a:lnTo>
                    <a:pt x="19244" y="4204"/>
                  </a:lnTo>
                  <a:lnTo>
                    <a:pt x="18984" y="4767"/>
                  </a:lnTo>
                  <a:lnTo>
                    <a:pt x="18851" y="5055"/>
                  </a:lnTo>
                  <a:lnTo>
                    <a:pt x="18411" y="6003"/>
                  </a:lnTo>
                  <a:cubicBezTo>
                    <a:pt x="18074" y="6732"/>
                    <a:pt x="17645" y="7395"/>
                    <a:pt x="17147" y="7983"/>
                  </a:cubicBezTo>
                  <a:cubicBezTo>
                    <a:pt x="17086" y="8057"/>
                    <a:pt x="17021" y="8131"/>
                    <a:pt x="16956" y="8203"/>
                  </a:cubicBezTo>
                  <a:cubicBezTo>
                    <a:pt x="16301" y="8927"/>
                    <a:pt x="15538" y="9528"/>
                    <a:pt x="14703" y="9994"/>
                  </a:cubicBezTo>
                  <a:cubicBezTo>
                    <a:pt x="14622" y="10040"/>
                    <a:pt x="14538" y="10084"/>
                    <a:pt x="14455" y="10126"/>
                  </a:cubicBezTo>
                  <a:cubicBezTo>
                    <a:pt x="13584" y="10579"/>
                    <a:pt x="12642" y="10885"/>
                    <a:pt x="11666" y="11032"/>
                  </a:cubicBezTo>
                  <a:cubicBezTo>
                    <a:pt x="11574" y="11047"/>
                    <a:pt x="11480" y="11059"/>
                    <a:pt x="11385" y="11070"/>
                  </a:cubicBezTo>
                  <a:cubicBezTo>
                    <a:pt x="11043" y="11110"/>
                    <a:pt x="10699" y="11130"/>
                    <a:pt x="10353" y="11130"/>
                  </a:cubicBezTo>
                  <a:cubicBezTo>
                    <a:pt x="9477" y="11130"/>
                    <a:pt x="8591" y="11000"/>
                    <a:pt x="7722" y="10726"/>
                  </a:cubicBezTo>
                  <a:cubicBezTo>
                    <a:pt x="7633" y="10699"/>
                    <a:pt x="7542" y="10668"/>
                    <a:pt x="7452" y="10637"/>
                  </a:cubicBezTo>
                  <a:cubicBezTo>
                    <a:pt x="7380" y="10611"/>
                    <a:pt x="7307" y="10585"/>
                    <a:pt x="7234" y="10556"/>
                  </a:cubicBezTo>
                  <a:lnTo>
                    <a:pt x="1563" y="8402"/>
                  </a:lnTo>
                  <a:cubicBezTo>
                    <a:pt x="1439" y="8355"/>
                    <a:pt x="1312" y="8333"/>
                    <a:pt x="1186" y="8333"/>
                  </a:cubicBezTo>
                  <a:cubicBezTo>
                    <a:pt x="758" y="8333"/>
                    <a:pt x="353" y="8595"/>
                    <a:pt x="191" y="9020"/>
                  </a:cubicBezTo>
                  <a:cubicBezTo>
                    <a:pt x="0" y="9522"/>
                    <a:pt x="214" y="10079"/>
                    <a:pt x="673" y="10331"/>
                  </a:cubicBezTo>
                  <a:cubicBezTo>
                    <a:pt x="715" y="10355"/>
                    <a:pt x="760" y="10375"/>
                    <a:pt x="807" y="10393"/>
                  </a:cubicBezTo>
                  <a:lnTo>
                    <a:pt x="1842" y="10787"/>
                  </a:lnTo>
                  <a:lnTo>
                    <a:pt x="6479" y="12547"/>
                  </a:lnTo>
                  <a:cubicBezTo>
                    <a:pt x="6900" y="12707"/>
                    <a:pt x="7328" y="12841"/>
                    <a:pt x="7761" y="12948"/>
                  </a:cubicBezTo>
                  <a:cubicBezTo>
                    <a:pt x="7895" y="12980"/>
                    <a:pt x="8027" y="13010"/>
                    <a:pt x="8160" y="13037"/>
                  </a:cubicBezTo>
                  <a:cubicBezTo>
                    <a:pt x="8892" y="13189"/>
                    <a:pt x="9636" y="13265"/>
                    <a:pt x="10379" y="13265"/>
                  </a:cubicBezTo>
                  <a:cubicBezTo>
                    <a:pt x="10999" y="13265"/>
                    <a:pt x="11618" y="13213"/>
                    <a:pt x="12231" y="13107"/>
                  </a:cubicBezTo>
                  <a:cubicBezTo>
                    <a:pt x="12346" y="13089"/>
                    <a:pt x="12462" y="13066"/>
                    <a:pt x="12577" y="13042"/>
                  </a:cubicBezTo>
                  <a:cubicBezTo>
                    <a:pt x="13237" y="12907"/>
                    <a:pt x="13887" y="12710"/>
                    <a:pt x="14522" y="12451"/>
                  </a:cubicBezTo>
                  <a:cubicBezTo>
                    <a:pt x="15006" y="12254"/>
                    <a:pt x="15473" y="12024"/>
                    <a:pt x="15918" y="11765"/>
                  </a:cubicBezTo>
                  <a:cubicBezTo>
                    <a:pt x="16008" y="11712"/>
                    <a:pt x="16097" y="11659"/>
                    <a:pt x="16185" y="11603"/>
                  </a:cubicBezTo>
                  <a:cubicBezTo>
                    <a:pt x="17116" y="11026"/>
                    <a:pt x="17951" y="10314"/>
                    <a:pt x="18666" y="9492"/>
                  </a:cubicBezTo>
                  <a:cubicBezTo>
                    <a:pt x="18733" y="9416"/>
                    <a:pt x="18796" y="9339"/>
                    <a:pt x="18860" y="9261"/>
                  </a:cubicBezTo>
                  <a:cubicBezTo>
                    <a:pt x="19447" y="8548"/>
                    <a:pt x="19947" y="7756"/>
                    <a:pt x="20343" y="6900"/>
                  </a:cubicBezTo>
                  <a:lnTo>
                    <a:pt x="20733" y="6056"/>
                  </a:lnTo>
                  <a:lnTo>
                    <a:pt x="20862" y="5782"/>
                  </a:lnTo>
                  <a:lnTo>
                    <a:pt x="21751" y="3864"/>
                  </a:lnTo>
                  <a:lnTo>
                    <a:pt x="22840" y="1512"/>
                  </a:lnTo>
                  <a:cubicBezTo>
                    <a:pt x="23087" y="979"/>
                    <a:pt x="22856" y="346"/>
                    <a:pt x="22321" y="99"/>
                  </a:cubicBezTo>
                  <a:cubicBezTo>
                    <a:pt x="22176" y="32"/>
                    <a:pt x="22024" y="0"/>
                    <a:pt x="218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33;p36">
              <a:extLst>
                <a:ext uri="{FF2B5EF4-FFF2-40B4-BE49-F238E27FC236}">
                  <a16:creationId xmlns:a16="http://schemas.microsoft.com/office/drawing/2014/main" id="{156B9AA3-2C6F-9C8C-1345-34BC7B1B0B2E}"/>
                </a:ext>
              </a:extLst>
            </p:cNvPr>
            <p:cNvSpPr/>
            <p:nvPr/>
          </p:nvSpPr>
          <p:spPr>
            <a:xfrm>
              <a:off x="4444500" y="2590075"/>
              <a:ext cx="711075" cy="698300"/>
            </a:xfrm>
            <a:custGeom>
              <a:avLst/>
              <a:gdLst/>
              <a:ahLst/>
              <a:cxnLst/>
              <a:rect l="l" t="t" r="r" b="b"/>
              <a:pathLst>
                <a:path w="28443" h="27932" extrusionOk="0">
                  <a:moveTo>
                    <a:pt x="5556" y="0"/>
                  </a:moveTo>
                  <a:lnTo>
                    <a:pt x="1502" y="12131"/>
                  </a:lnTo>
                  <a:cubicBezTo>
                    <a:pt x="0" y="16623"/>
                    <a:pt x="1321" y="21379"/>
                    <a:pt x="4507" y="24475"/>
                  </a:cubicBezTo>
                  <a:cubicBezTo>
                    <a:pt x="4575" y="24541"/>
                    <a:pt x="4645" y="24608"/>
                    <a:pt x="4714" y="24672"/>
                  </a:cubicBezTo>
                  <a:cubicBezTo>
                    <a:pt x="5905" y="25774"/>
                    <a:pt x="7339" y="26651"/>
                    <a:pt x="8972" y="27209"/>
                  </a:cubicBezTo>
                  <a:cubicBezTo>
                    <a:pt x="9036" y="27230"/>
                    <a:pt x="9099" y="27251"/>
                    <a:pt x="9163" y="27272"/>
                  </a:cubicBezTo>
                  <a:cubicBezTo>
                    <a:pt x="9227" y="27294"/>
                    <a:pt x="9289" y="27315"/>
                    <a:pt x="9352" y="27335"/>
                  </a:cubicBezTo>
                  <a:cubicBezTo>
                    <a:pt x="9548" y="27400"/>
                    <a:pt x="9743" y="27457"/>
                    <a:pt x="9940" y="27512"/>
                  </a:cubicBezTo>
                  <a:cubicBezTo>
                    <a:pt x="10982" y="27795"/>
                    <a:pt x="12033" y="27931"/>
                    <a:pt x="13070" y="27931"/>
                  </a:cubicBezTo>
                  <a:cubicBezTo>
                    <a:pt x="18065" y="27931"/>
                    <a:pt x="22718" y="24773"/>
                    <a:pt x="24387" y="19779"/>
                  </a:cubicBezTo>
                  <a:lnTo>
                    <a:pt x="27146" y="11527"/>
                  </a:lnTo>
                  <a:lnTo>
                    <a:pt x="28442" y="7648"/>
                  </a:lnTo>
                  <a:lnTo>
                    <a:pt x="55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4;p36">
              <a:extLst>
                <a:ext uri="{FF2B5EF4-FFF2-40B4-BE49-F238E27FC236}">
                  <a16:creationId xmlns:a16="http://schemas.microsoft.com/office/drawing/2014/main" id="{84520087-0526-6C05-3921-8C116B001F0C}"/>
                </a:ext>
              </a:extLst>
            </p:cNvPr>
            <p:cNvSpPr/>
            <p:nvPr/>
          </p:nvSpPr>
          <p:spPr>
            <a:xfrm>
              <a:off x="4574225" y="2577925"/>
              <a:ext cx="590500" cy="215475"/>
            </a:xfrm>
            <a:custGeom>
              <a:avLst/>
              <a:gdLst/>
              <a:ahLst/>
              <a:cxnLst/>
              <a:rect l="l" t="t" r="r" b="b"/>
              <a:pathLst>
                <a:path w="23620" h="8619" extrusionOk="0">
                  <a:moveTo>
                    <a:pt x="1951" y="0"/>
                  </a:moveTo>
                  <a:cubicBezTo>
                    <a:pt x="1043" y="0"/>
                    <a:pt x="477" y="156"/>
                    <a:pt x="367" y="485"/>
                  </a:cubicBezTo>
                  <a:cubicBezTo>
                    <a:pt x="1" y="1581"/>
                    <a:pt x="4828" y="4181"/>
                    <a:pt x="11148" y="6294"/>
                  </a:cubicBezTo>
                  <a:cubicBezTo>
                    <a:pt x="15570" y="7771"/>
                    <a:pt x="19552" y="8618"/>
                    <a:pt x="21670" y="8618"/>
                  </a:cubicBezTo>
                  <a:cubicBezTo>
                    <a:pt x="22578" y="8618"/>
                    <a:pt x="23143" y="8463"/>
                    <a:pt x="23253" y="8134"/>
                  </a:cubicBezTo>
                  <a:cubicBezTo>
                    <a:pt x="23620" y="7037"/>
                    <a:pt x="18792" y="4436"/>
                    <a:pt x="12473" y="2325"/>
                  </a:cubicBezTo>
                  <a:cubicBezTo>
                    <a:pt x="8050" y="847"/>
                    <a:pt x="4068" y="0"/>
                    <a:pt x="19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35;p36">
              <a:extLst>
                <a:ext uri="{FF2B5EF4-FFF2-40B4-BE49-F238E27FC236}">
                  <a16:creationId xmlns:a16="http://schemas.microsoft.com/office/drawing/2014/main" id="{F56184AF-9812-6F32-31B7-35CCAA6C71D5}"/>
                </a:ext>
              </a:extLst>
            </p:cNvPr>
            <p:cNvSpPr/>
            <p:nvPr/>
          </p:nvSpPr>
          <p:spPr>
            <a:xfrm>
              <a:off x="4590900" y="2586800"/>
              <a:ext cx="557175" cy="197700"/>
            </a:xfrm>
            <a:custGeom>
              <a:avLst/>
              <a:gdLst/>
              <a:ahLst/>
              <a:cxnLst/>
              <a:rect l="l" t="t" r="r" b="b"/>
              <a:pathLst>
                <a:path w="22287" h="7908" extrusionOk="0">
                  <a:moveTo>
                    <a:pt x="1289" y="1"/>
                  </a:moveTo>
                  <a:cubicBezTo>
                    <a:pt x="358" y="1"/>
                    <a:pt x="61" y="168"/>
                    <a:pt x="37" y="242"/>
                  </a:cubicBezTo>
                  <a:cubicBezTo>
                    <a:pt x="0" y="351"/>
                    <a:pt x="329" y="1014"/>
                    <a:pt x="2601" y="2258"/>
                  </a:cubicBezTo>
                  <a:lnTo>
                    <a:pt x="2600" y="2258"/>
                  </a:lnTo>
                  <a:cubicBezTo>
                    <a:pt x="4629" y="3370"/>
                    <a:pt x="7468" y="4557"/>
                    <a:pt x="10593" y="5601"/>
                  </a:cubicBezTo>
                  <a:cubicBezTo>
                    <a:pt x="13631" y="6617"/>
                    <a:pt x="16552" y="7365"/>
                    <a:pt x="18819" y="7711"/>
                  </a:cubicBezTo>
                  <a:cubicBezTo>
                    <a:pt x="19779" y="7857"/>
                    <a:pt x="20485" y="7908"/>
                    <a:pt x="20998" y="7908"/>
                  </a:cubicBezTo>
                  <a:cubicBezTo>
                    <a:pt x="21929" y="7908"/>
                    <a:pt x="22226" y="7740"/>
                    <a:pt x="22250" y="7667"/>
                  </a:cubicBezTo>
                  <a:cubicBezTo>
                    <a:pt x="22286" y="7558"/>
                    <a:pt x="21958" y="6894"/>
                    <a:pt x="19686" y="5649"/>
                  </a:cubicBezTo>
                  <a:cubicBezTo>
                    <a:pt x="17656" y="4537"/>
                    <a:pt x="14817" y="3351"/>
                    <a:pt x="11694" y="2306"/>
                  </a:cubicBezTo>
                  <a:cubicBezTo>
                    <a:pt x="8657" y="1291"/>
                    <a:pt x="5735" y="542"/>
                    <a:pt x="3468" y="198"/>
                  </a:cubicBezTo>
                  <a:cubicBezTo>
                    <a:pt x="2508" y="52"/>
                    <a:pt x="1802" y="1"/>
                    <a:pt x="12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6;p36">
              <a:extLst>
                <a:ext uri="{FF2B5EF4-FFF2-40B4-BE49-F238E27FC236}">
                  <a16:creationId xmlns:a16="http://schemas.microsoft.com/office/drawing/2014/main" id="{0B9ED519-C26D-1B17-362B-D4ACDAA8F8E4}"/>
                </a:ext>
              </a:extLst>
            </p:cNvPr>
            <p:cNvSpPr/>
            <p:nvPr/>
          </p:nvSpPr>
          <p:spPr>
            <a:xfrm>
              <a:off x="4590825" y="2520000"/>
              <a:ext cx="586625" cy="223800"/>
            </a:xfrm>
            <a:custGeom>
              <a:avLst/>
              <a:gdLst/>
              <a:ahLst/>
              <a:cxnLst/>
              <a:rect l="l" t="t" r="r" b="b"/>
              <a:pathLst>
                <a:path w="23465" h="8952" extrusionOk="0">
                  <a:moveTo>
                    <a:pt x="644" y="1"/>
                  </a:moveTo>
                  <a:cubicBezTo>
                    <a:pt x="608" y="102"/>
                    <a:pt x="571" y="204"/>
                    <a:pt x="538" y="307"/>
                  </a:cubicBezTo>
                  <a:lnTo>
                    <a:pt x="367" y="817"/>
                  </a:lnTo>
                  <a:cubicBezTo>
                    <a:pt x="0" y="1914"/>
                    <a:pt x="4826" y="4513"/>
                    <a:pt x="11147" y="6626"/>
                  </a:cubicBezTo>
                  <a:cubicBezTo>
                    <a:pt x="15570" y="8104"/>
                    <a:pt x="19551" y="8952"/>
                    <a:pt x="21668" y="8952"/>
                  </a:cubicBezTo>
                  <a:cubicBezTo>
                    <a:pt x="22577" y="8952"/>
                    <a:pt x="23142" y="8796"/>
                    <a:pt x="23251" y="8467"/>
                  </a:cubicBezTo>
                  <a:lnTo>
                    <a:pt x="23422" y="7955"/>
                  </a:lnTo>
                  <a:cubicBezTo>
                    <a:pt x="23437" y="7912"/>
                    <a:pt x="23450" y="7871"/>
                    <a:pt x="23465" y="7829"/>
                  </a:cubicBezTo>
                  <a:lnTo>
                    <a:pt x="23465" y="7829"/>
                  </a:lnTo>
                  <a:cubicBezTo>
                    <a:pt x="23188" y="7920"/>
                    <a:pt x="22797" y="7965"/>
                    <a:pt x="22308" y="7965"/>
                  </a:cubicBezTo>
                  <a:cubicBezTo>
                    <a:pt x="20153" y="7965"/>
                    <a:pt x="16101" y="7102"/>
                    <a:pt x="11598" y="5598"/>
                  </a:cubicBezTo>
                  <a:cubicBezTo>
                    <a:pt x="5712" y="3630"/>
                    <a:pt x="1097" y="1246"/>
                    <a:pt x="6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7;p36">
              <a:extLst>
                <a:ext uri="{FF2B5EF4-FFF2-40B4-BE49-F238E27FC236}">
                  <a16:creationId xmlns:a16="http://schemas.microsoft.com/office/drawing/2014/main" id="{294AACA9-6358-C393-AFE2-F3C6C3921408}"/>
                </a:ext>
              </a:extLst>
            </p:cNvPr>
            <p:cNvSpPr/>
            <p:nvPr/>
          </p:nvSpPr>
          <p:spPr>
            <a:xfrm>
              <a:off x="4606925" y="2321525"/>
              <a:ext cx="621150" cy="397600"/>
            </a:xfrm>
            <a:custGeom>
              <a:avLst/>
              <a:gdLst/>
              <a:ahLst/>
              <a:cxnLst/>
              <a:rect l="l" t="t" r="r" b="b"/>
              <a:pathLst>
                <a:path w="24846" h="15904" extrusionOk="0">
                  <a:moveTo>
                    <a:pt x="11335" y="1"/>
                  </a:moveTo>
                  <a:cubicBezTo>
                    <a:pt x="9445" y="1"/>
                    <a:pt x="7603" y="449"/>
                    <a:pt x="5948" y="1274"/>
                  </a:cubicBezTo>
                  <a:cubicBezTo>
                    <a:pt x="3276" y="2607"/>
                    <a:pt x="1095" y="4929"/>
                    <a:pt x="0" y="7940"/>
                  </a:cubicBezTo>
                  <a:cubicBezTo>
                    <a:pt x="453" y="9185"/>
                    <a:pt x="5068" y="11569"/>
                    <a:pt x="10954" y="13537"/>
                  </a:cubicBezTo>
                  <a:cubicBezTo>
                    <a:pt x="15457" y="15041"/>
                    <a:pt x="19509" y="15904"/>
                    <a:pt x="21664" y="15904"/>
                  </a:cubicBezTo>
                  <a:cubicBezTo>
                    <a:pt x="22153" y="15904"/>
                    <a:pt x="22544" y="15859"/>
                    <a:pt x="22821" y="15768"/>
                  </a:cubicBezTo>
                  <a:cubicBezTo>
                    <a:pt x="24846" y="9483"/>
                    <a:pt x="21439" y="2725"/>
                    <a:pt x="15161" y="627"/>
                  </a:cubicBezTo>
                  <a:cubicBezTo>
                    <a:pt x="13892" y="202"/>
                    <a:pt x="12603" y="1"/>
                    <a:pt x="113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38;p36">
              <a:extLst>
                <a:ext uri="{FF2B5EF4-FFF2-40B4-BE49-F238E27FC236}">
                  <a16:creationId xmlns:a16="http://schemas.microsoft.com/office/drawing/2014/main" id="{066D94EC-069C-A9D8-732C-44118E288E58}"/>
                </a:ext>
              </a:extLst>
            </p:cNvPr>
            <p:cNvSpPr/>
            <p:nvPr/>
          </p:nvSpPr>
          <p:spPr>
            <a:xfrm>
              <a:off x="4719000" y="2826275"/>
              <a:ext cx="401475" cy="462100"/>
            </a:xfrm>
            <a:custGeom>
              <a:avLst/>
              <a:gdLst/>
              <a:ahLst/>
              <a:cxnLst/>
              <a:rect l="l" t="t" r="r" b="b"/>
              <a:pathLst>
                <a:path w="16059" h="18484" extrusionOk="0">
                  <a:moveTo>
                    <a:pt x="11689" y="0"/>
                  </a:moveTo>
                  <a:cubicBezTo>
                    <a:pt x="9277" y="0"/>
                    <a:pt x="6932" y="1498"/>
                    <a:pt x="6117" y="4063"/>
                  </a:cubicBezTo>
                  <a:cubicBezTo>
                    <a:pt x="5037" y="7462"/>
                    <a:pt x="3225" y="12146"/>
                    <a:pt x="585" y="15808"/>
                  </a:cubicBezTo>
                  <a:cubicBezTo>
                    <a:pt x="578" y="15816"/>
                    <a:pt x="573" y="15825"/>
                    <a:pt x="566" y="15833"/>
                  </a:cubicBezTo>
                  <a:cubicBezTo>
                    <a:pt x="1" y="16617"/>
                    <a:pt x="234" y="17632"/>
                    <a:pt x="911" y="18149"/>
                  </a:cubicBezTo>
                  <a:cubicBezTo>
                    <a:pt x="1175" y="18349"/>
                    <a:pt x="1506" y="18474"/>
                    <a:pt x="1882" y="18482"/>
                  </a:cubicBezTo>
                  <a:cubicBezTo>
                    <a:pt x="1950" y="18483"/>
                    <a:pt x="2019" y="18484"/>
                    <a:pt x="2087" y="18484"/>
                  </a:cubicBezTo>
                  <a:cubicBezTo>
                    <a:pt x="7084" y="18484"/>
                    <a:pt x="11738" y="15327"/>
                    <a:pt x="13407" y="10331"/>
                  </a:cubicBezTo>
                  <a:lnTo>
                    <a:pt x="15413" y="4330"/>
                  </a:lnTo>
                  <a:lnTo>
                    <a:pt x="15532" y="3972"/>
                  </a:lnTo>
                  <a:lnTo>
                    <a:pt x="15861" y="2988"/>
                  </a:lnTo>
                  <a:cubicBezTo>
                    <a:pt x="16058" y="2402"/>
                    <a:pt x="15875" y="1756"/>
                    <a:pt x="15402" y="1360"/>
                  </a:cubicBezTo>
                  <a:cubicBezTo>
                    <a:pt x="15098" y="1102"/>
                    <a:pt x="14777" y="885"/>
                    <a:pt x="14445" y="704"/>
                  </a:cubicBezTo>
                  <a:cubicBezTo>
                    <a:pt x="14375" y="666"/>
                    <a:pt x="14304" y="628"/>
                    <a:pt x="14233" y="593"/>
                  </a:cubicBezTo>
                  <a:cubicBezTo>
                    <a:pt x="13421" y="191"/>
                    <a:pt x="12550" y="0"/>
                    <a:pt x="116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39;p36">
              <a:extLst>
                <a:ext uri="{FF2B5EF4-FFF2-40B4-BE49-F238E27FC236}">
                  <a16:creationId xmlns:a16="http://schemas.microsoft.com/office/drawing/2014/main" id="{231D7804-94F8-09FD-0F13-6B8F37FD0794}"/>
                </a:ext>
              </a:extLst>
            </p:cNvPr>
            <p:cNvSpPr/>
            <p:nvPr/>
          </p:nvSpPr>
          <p:spPr>
            <a:xfrm>
              <a:off x="4705700" y="2820425"/>
              <a:ext cx="369125" cy="459575"/>
            </a:xfrm>
            <a:custGeom>
              <a:avLst/>
              <a:gdLst/>
              <a:ahLst/>
              <a:cxnLst/>
              <a:rect l="l" t="t" r="r" b="b"/>
              <a:pathLst>
                <a:path w="14765" h="18383" extrusionOk="0">
                  <a:moveTo>
                    <a:pt x="11794" y="1"/>
                  </a:moveTo>
                  <a:cubicBezTo>
                    <a:pt x="9383" y="1"/>
                    <a:pt x="7038" y="1497"/>
                    <a:pt x="6222" y="4063"/>
                  </a:cubicBezTo>
                  <a:lnTo>
                    <a:pt x="6223" y="4063"/>
                  </a:lnTo>
                  <a:cubicBezTo>
                    <a:pt x="5142" y="7463"/>
                    <a:pt x="3330" y="12145"/>
                    <a:pt x="690" y="15808"/>
                  </a:cubicBezTo>
                  <a:cubicBezTo>
                    <a:pt x="684" y="15817"/>
                    <a:pt x="678" y="15824"/>
                    <a:pt x="672" y="15833"/>
                  </a:cubicBezTo>
                  <a:cubicBezTo>
                    <a:pt x="1" y="16765"/>
                    <a:pt x="457" y="18022"/>
                    <a:pt x="1443" y="18383"/>
                  </a:cubicBezTo>
                  <a:cubicBezTo>
                    <a:pt x="766" y="17866"/>
                    <a:pt x="533" y="16851"/>
                    <a:pt x="1098" y="16067"/>
                  </a:cubicBezTo>
                  <a:cubicBezTo>
                    <a:pt x="1104" y="16059"/>
                    <a:pt x="1111" y="16050"/>
                    <a:pt x="1117" y="16041"/>
                  </a:cubicBezTo>
                  <a:cubicBezTo>
                    <a:pt x="3757" y="12378"/>
                    <a:pt x="5568" y="7696"/>
                    <a:pt x="6649" y="4296"/>
                  </a:cubicBezTo>
                  <a:cubicBezTo>
                    <a:pt x="7465" y="1731"/>
                    <a:pt x="9810" y="234"/>
                    <a:pt x="12221" y="234"/>
                  </a:cubicBezTo>
                  <a:cubicBezTo>
                    <a:pt x="13083" y="234"/>
                    <a:pt x="13953" y="425"/>
                    <a:pt x="14765" y="827"/>
                  </a:cubicBezTo>
                  <a:cubicBezTo>
                    <a:pt x="14694" y="785"/>
                    <a:pt x="14622" y="744"/>
                    <a:pt x="14551" y="704"/>
                  </a:cubicBezTo>
                  <a:cubicBezTo>
                    <a:pt x="13679" y="227"/>
                    <a:pt x="12732" y="1"/>
                    <a:pt x="117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0;p36">
              <a:extLst>
                <a:ext uri="{FF2B5EF4-FFF2-40B4-BE49-F238E27FC236}">
                  <a16:creationId xmlns:a16="http://schemas.microsoft.com/office/drawing/2014/main" id="{8940B755-B91F-E8E5-610B-B5A25B5BA1E1}"/>
                </a:ext>
              </a:extLst>
            </p:cNvPr>
            <p:cNvSpPr/>
            <p:nvPr/>
          </p:nvSpPr>
          <p:spPr>
            <a:xfrm>
              <a:off x="5487750" y="2687725"/>
              <a:ext cx="86000" cy="65025"/>
            </a:xfrm>
            <a:custGeom>
              <a:avLst/>
              <a:gdLst/>
              <a:ahLst/>
              <a:cxnLst/>
              <a:rect l="l" t="t" r="r" b="b"/>
              <a:pathLst>
                <a:path w="3440" h="2601" extrusionOk="0">
                  <a:moveTo>
                    <a:pt x="546" y="1"/>
                  </a:moveTo>
                  <a:lnTo>
                    <a:pt x="83" y="1126"/>
                  </a:lnTo>
                  <a:cubicBezTo>
                    <a:pt x="1" y="1326"/>
                    <a:pt x="129" y="1588"/>
                    <a:pt x="401" y="1838"/>
                  </a:cubicBezTo>
                  <a:cubicBezTo>
                    <a:pt x="613" y="2035"/>
                    <a:pt x="911" y="2223"/>
                    <a:pt x="1264" y="2368"/>
                  </a:cubicBezTo>
                  <a:cubicBezTo>
                    <a:pt x="1642" y="2524"/>
                    <a:pt x="2013" y="2600"/>
                    <a:pt x="2315" y="2600"/>
                  </a:cubicBezTo>
                  <a:cubicBezTo>
                    <a:pt x="2342" y="2600"/>
                    <a:pt x="2369" y="2600"/>
                    <a:pt x="2395" y="2598"/>
                  </a:cubicBezTo>
                  <a:cubicBezTo>
                    <a:pt x="2689" y="2583"/>
                    <a:pt x="2906" y="2489"/>
                    <a:pt x="2976" y="2317"/>
                  </a:cubicBezTo>
                  <a:lnTo>
                    <a:pt x="3439" y="1191"/>
                  </a:lnTo>
                  <a:lnTo>
                    <a:pt x="5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41;p36">
              <a:extLst>
                <a:ext uri="{FF2B5EF4-FFF2-40B4-BE49-F238E27FC236}">
                  <a16:creationId xmlns:a16="http://schemas.microsoft.com/office/drawing/2014/main" id="{935FAB78-32A1-ECAC-1505-CC450B788378}"/>
                </a:ext>
              </a:extLst>
            </p:cNvPr>
            <p:cNvSpPr/>
            <p:nvPr/>
          </p:nvSpPr>
          <p:spPr>
            <a:xfrm>
              <a:off x="5491475" y="2634400"/>
              <a:ext cx="118875" cy="90200"/>
            </a:xfrm>
            <a:custGeom>
              <a:avLst/>
              <a:gdLst/>
              <a:ahLst/>
              <a:cxnLst/>
              <a:rect l="l" t="t" r="r" b="b"/>
              <a:pathLst>
                <a:path w="4755" h="3608" extrusionOk="0">
                  <a:moveTo>
                    <a:pt x="488" y="1"/>
                  </a:moveTo>
                  <a:cubicBezTo>
                    <a:pt x="488" y="1"/>
                    <a:pt x="0" y="902"/>
                    <a:pt x="397" y="2134"/>
                  </a:cubicBezTo>
                  <a:cubicBezTo>
                    <a:pt x="250" y="2491"/>
                    <a:pt x="779" y="3047"/>
                    <a:pt x="1577" y="3376"/>
                  </a:cubicBezTo>
                  <a:cubicBezTo>
                    <a:pt x="1955" y="3530"/>
                    <a:pt x="2325" y="3607"/>
                    <a:pt x="2626" y="3607"/>
                  </a:cubicBezTo>
                  <a:cubicBezTo>
                    <a:pt x="2947" y="3607"/>
                    <a:pt x="3189" y="3520"/>
                    <a:pt x="3278" y="3348"/>
                  </a:cubicBezTo>
                  <a:lnTo>
                    <a:pt x="3290" y="3354"/>
                  </a:lnTo>
                  <a:cubicBezTo>
                    <a:pt x="4449" y="2779"/>
                    <a:pt x="4755" y="1802"/>
                    <a:pt x="4755" y="1802"/>
                  </a:cubicBezTo>
                  <a:lnTo>
                    <a:pt x="4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42;p36">
              <a:extLst>
                <a:ext uri="{FF2B5EF4-FFF2-40B4-BE49-F238E27FC236}">
                  <a16:creationId xmlns:a16="http://schemas.microsoft.com/office/drawing/2014/main" id="{A4C2BED0-511F-54E2-84BB-94F6BE0B1A0D}"/>
                </a:ext>
              </a:extLst>
            </p:cNvPr>
            <p:cNvSpPr/>
            <p:nvPr/>
          </p:nvSpPr>
          <p:spPr>
            <a:xfrm>
              <a:off x="5498250" y="2623925"/>
              <a:ext cx="117675" cy="64950"/>
            </a:xfrm>
            <a:custGeom>
              <a:avLst/>
              <a:gdLst/>
              <a:ahLst/>
              <a:cxnLst/>
              <a:rect l="l" t="t" r="r" b="b"/>
              <a:pathLst>
                <a:path w="4707" h="2598" extrusionOk="0">
                  <a:moveTo>
                    <a:pt x="1198" y="1"/>
                  </a:moveTo>
                  <a:cubicBezTo>
                    <a:pt x="701" y="1"/>
                    <a:pt x="331" y="142"/>
                    <a:pt x="217" y="420"/>
                  </a:cubicBezTo>
                  <a:cubicBezTo>
                    <a:pt x="0" y="947"/>
                    <a:pt x="780" y="1769"/>
                    <a:pt x="1960" y="2254"/>
                  </a:cubicBezTo>
                  <a:cubicBezTo>
                    <a:pt x="2517" y="2484"/>
                    <a:pt x="3064" y="2597"/>
                    <a:pt x="3509" y="2597"/>
                  </a:cubicBezTo>
                  <a:cubicBezTo>
                    <a:pt x="4006" y="2597"/>
                    <a:pt x="4375" y="2456"/>
                    <a:pt x="4490" y="2178"/>
                  </a:cubicBezTo>
                  <a:cubicBezTo>
                    <a:pt x="4707" y="1650"/>
                    <a:pt x="3926" y="829"/>
                    <a:pt x="2746" y="343"/>
                  </a:cubicBezTo>
                  <a:cubicBezTo>
                    <a:pt x="2189" y="114"/>
                    <a:pt x="1642" y="1"/>
                    <a:pt x="1198" y="1"/>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3;p36">
              <a:extLst>
                <a:ext uri="{FF2B5EF4-FFF2-40B4-BE49-F238E27FC236}">
                  <a16:creationId xmlns:a16="http://schemas.microsoft.com/office/drawing/2014/main" id="{46CA9F95-AE2C-E61E-0F73-DE0F0875FC07}"/>
                </a:ext>
              </a:extLst>
            </p:cNvPr>
            <p:cNvSpPr/>
            <p:nvPr/>
          </p:nvSpPr>
          <p:spPr>
            <a:xfrm>
              <a:off x="4786400" y="2462150"/>
              <a:ext cx="360800" cy="211625"/>
            </a:xfrm>
            <a:custGeom>
              <a:avLst/>
              <a:gdLst/>
              <a:ahLst/>
              <a:cxnLst/>
              <a:rect l="l" t="t" r="r" b="b"/>
              <a:pathLst>
                <a:path w="14432" h="8465" extrusionOk="0">
                  <a:moveTo>
                    <a:pt x="2547" y="0"/>
                  </a:moveTo>
                  <a:cubicBezTo>
                    <a:pt x="1724" y="0"/>
                    <a:pt x="984" y="572"/>
                    <a:pt x="804" y="1409"/>
                  </a:cubicBezTo>
                  <a:lnTo>
                    <a:pt x="210" y="4152"/>
                  </a:lnTo>
                  <a:cubicBezTo>
                    <a:pt x="1" y="5117"/>
                    <a:pt x="614" y="6068"/>
                    <a:pt x="1578" y="6276"/>
                  </a:cubicBezTo>
                  <a:lnTo>
                    <a:pt x="11505" y="8424"/>
                  </a:lnTo>
                  <a:cubicBezTo>
                    <a:pt x="11633" y="8451"/>
                    <a:pt x="11760" y="8465"/>
                    <a:pt x="11885" y="8465"/>
                  </a:cubicBezTo>
                  <a:cubicBezTo>
                    <a:pt x="12708" y="8465"/>
                    <a:pt x="13447" y="7893"/>
                    <a:pt x="13629" y="7056"/>
                  </a:cubicBezTo>
                  <a:lnTo>
                    <a:pt x="14222" y="4313"/>
                  </a:lnTo>
                  <a:cubicBezTo>
                    <a:pt x="14431" y="3348"/>
                    <a:pt x="13818" y="2397"/>
                    <a:pt x="12855" y="2189"/>
                  </a:cubicBezTo>
                  <a:lnTo>
                    <a:pt x="2927" y="41"/>
                  </a:lnTo>
                  <a:cubicBezTo>
                    <a:pt x="2800" y="14"/>
                    <a:pt x="2672" y="0"/>
                    <a:pt x="25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44;p36">
              <a:extLst>
                <a:ext uri="{FF2B5EF4-FFF2-40B4-BE49-F238E27FC236}">
                  <a16:creationId xmlns:a16="http://schemas.microsoft.com/office/drawing/2014/main" id="{C9C61DC5-9D3C-77D9-FC99-BA00D1A64793}"/>
                </a:ext>
              </a:extLst>
            </p:cNvPr>
            <p:cNvSpPr/>
            <p:nvPr/>
          </p:nvSpPr>
          <p:spPr>
            <a:xfrm>
              <a:off x="4841500" y="2474075"/>
              <a:ext cx="360800" cy="211625"/>
            </a:xfrm>
            <a:custGeom>
              <a:avLst/>
              <a:gdLst/>
              <a:ahLst/>
              <a:cxnLst/>
              <a:rect l="l" t="t" r="r" b="b"/>
              <a:pathLst>
                <a:path w="14432" h="8465" extrusionOk="0">
                  <a:moveTo>
                    <a:pt x="2547" y="1"/>
                  </a:moveTo>
                  <a:cubicBezTo>
                    <a:pt x="1724" y="1"/>
                    <a:pt x="985" y="572"/>
                    <a:pt x="803" y="1409"/>
                  </a:cubicBezTo>
                  <a:lnTo>
                    <a:pt x="210" y="4152"/>
                  </a:lnTo>
                  <a:cubicBezTo>
                    <a:pt x="1" y="5117"/>
                    <a:pt x="614" y="6067"/>
                    <a:pt x="1578" y="6276"/>
                  </a:cubicBezTo>
                  <a:lnTo>
                    <a:pt x="11505" y="8424"/>
                  </a:lnTo>
                  <a:cubicBezTo>
                    <a:pt x="11632" y="8451"/>
                    <a:pt x="11759" y="8465"/>
                    <a:pt x="11884" y="8465"/>
                  </a:cubicBezTo>
                  <a:cubicBezTo>
                    <a:pt x="12707" y="8465"/>
                    <a:pt x="13447" y="7892"/>
                    <a:pt x="13629" y="7056"/>
                  </a:cubicBezTo>
                  <a:lnTo>
                    <a:pt x="14222" y="4313"/>
                  </a:lnTo>
                  <a:cubicBezTo>
                    <a:pt x="14431" y="3348"/>
                    <a:pt x="13818" y="2397"/>
                    <a:pt x="12855" y="2189"/>
                  </a:cubicBezTo>
                  <a:lnTo>
                    <a:pt x="2927" y="41"/>
                  </a:lnTo>
                  <a:cubicBezTo>
                    <a:pt x="2799" y="14"/>
                    <a:pt x="2672" y="1"/>
                    <a:pt x="25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45;p36">
              <a:extLst>
                <a:ext uri="{FF2B5EF4-FFF2-40B4-BE49-F238E27FC236}">
                  <a16:creationId xmlns:a16="http://schemas.microsoft.com/office/drawing/2014/main" id="{EC794750-8AE5-9007-9DAC-4463A3C2D059}"/>
                </a:ext>
              </a:extLst>
            </p:cNvPr>
            <p:cNvSpPr/>
            <p:nvPr/>
          </p:nvSpPr>
          <p:spPr>
            <a:xfrm>
              <a:off x="4852100" y="2482925"/>
              <a:ext cx="339600" cy="193900"/>
            </a:xfrm>
            <a:custGeom>
              <a:avLst/>
              <a:gdLst/>
              <a:ahLst/>
              <a:cxnLst/>
              <a:rect l="l" t="t" r="r" b="b"/>
              <a:pathLst>
                <a:path w="13584" h="7756" extrusionOk="0">
                  <a:moveTo>
                    <a:pt x="2125" y="0"/>
                  </a:moveTo>
                  <a:cubicBezTo>
                    <a:pt x="1466" y="0"/>
                    <a:pt x="871" y="460"/>
                    <a:pt x="726" y="1129"/>
                  </a:cubicBezTo>
                  <a:lnTo>
                    <a:pt x="133" y="3874"/>
                  </a:lnTo>
                  <a:cubicBezTo>
                    <a:pt x="1" y="4485"/>
                    <a:pt x="275" y="5106"/>
                    <a:pt x="816" y="5416"/>
                  </a:cubicBezTo>
                  <a:cubicBezTo>
                    <a:pt x="944" y="5490"/>
                    <a:pt x="1082" y="5543"/>
                    <a:pt x="1229" y="5575"/>
                  </a:cubicBezTo>
                  <a:lnTo>
                    <a:pt x="11155" y="7723"/>
                  </a:lnTo>
                  <a:cubicBezTo>
                    <a:pt x="11257" y="7745"/>
                    <a:pt x="11358" y="7755"/>
                    <a:pt x="11459" y="7755"/>
                  </a:cubicBezTo>
                  <a:cubicBezTo>
                    <a:pt x="12118" y="7755"/>
                    <a:pt x="12713" y="7297"/>
                    <a:pt x="12858" y="6626"/>
                  </a:cubicBezTo>
                  <a:lnTo>
                    <a:pt x="13451" y="3883"/>
                  </a:lnTo>
                  <a:cubicBezTo>
                    <a:pt x="13583" y="3271"/>
                    <a:pt x="13309" y="2652"/>
                    <a:pt x="12767" y="2340"/>
                  </a:cubicBezTo>
                  <a:cubicBezTo>
                    <a:pt x="12640" y="2266"/>
                    <a:pt x="12500" y="2212"/>
                    <a:pt x="12355" y="2181"/>
                  </a:cubicBezTo>
                  <a:lnTo>
                    <a:pt x="2427" y="33"/>
                  </a:lnTo>
                  <a:cubicBezTo>
                    <a:pt x="2326" y="11"/>
                    <a:pt x="2225" y="0"/>
                    <a:pt x="2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46;p36">
              <a:extLst>
                <a:ext uri="{FF2B5EF4-FFF2-40B4-BE49-F238E27FC236}">
                  <a16:creationId xmlns:a16="http://schemas.microsoft.com/office/drawing/2014/main" id="{078C24CA-2F27-1EFB-9A14-3EF5A1136B4B}"/>
                </a:ext>
              </a:extLst>
            </p:cNvPr>
            <p:cNvSpPr/>
            <p:nvPr/>
          </p:nvSpPr>
          <p:spPr>
            <a:xfrm>
              <a:off x="5110550" y="2563175"/>
              <a:ext cx="51225" cy="89100"/>
            </a:xfrm>
            <a:custGeom>
              <a:avLst/>
              <a:gdLst/>
              <a:ahLst/>
              <a:cxnLst/>
              <a:rect l="l" t="t" r="r" b="b"/>
              <a:pathLst>
                <a:path w="2049" h="3564" extrusionOk="0">
                  <a:moveTo>
                    <a:pt x="1252" y="1"/>
                  </a:moveTo>
                  <a:cubicBezTo>
                    <a:pt x="916" y="1"/>
                    <a:pt x="615" y="234"/>
                    <a:pt x="540" y="575"/>
                  </a:cubicBezTo>
                  <a:lnTo>
                    <a:pt x="86" y="2680"/>
                  </a:lnTo>
                  <a:cubicBezTo>
                    <a:pt x="1" y="3074"/>
                    <a:pt x="249" y="3462"/>
                    <a:pt x="643" y="3547"/>
                  </a:cubicBezTo>
                  <a:cubicBezTo>
                    <a:pt x="695" y="3558"/>
                    <a:pt x="746" y="3563"/>
                    <a:pt x="797" y="3563"/>
                  </a:cubicBezTo>
                  <a:cubicBezTo>
                    <a:pt x="1132" y="3563"/>
                    <a:pt x="1434" y="3330"/>
                    <a:pt x="1508" y="2988"/>
                  </a:cubicBezTo>
                  <a:lnTo>
                    <a:pt x="1964" y="882"/>
                  </a:lnTo>
                  <a:cubicBezTo>
                    <a:pt x="2049" y="490"/>
                    <a:pt x="1799" y="102"/>
                    <a:pt x="1406" y="17"/>
                  </a:cubicBezTo>
                  <a:cubicBezTo>
                    <a:pt x="1355" y="6"/>
                    <a:pt x="1303" y="1"/>
                    <a:pt x="12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47;p36">
              <a:extLst>
                <a:ext uri="{FF2B5EF4-FFF2-40B4-BE49-F238E27FC236}">
                  <a16:creationId xmlns:a16="http://schemas.microsoft.com/office/drawing/2014/main" id="{4C09AE70-1E7D-4671-87E0-F6F43428BC4B}"/>
                </a:ext>
              </a:extLst>
            </p:cNvPr>
            <p:cNvSpPr/>
            <p:nvPr/>
          </p:nvSpPr>
          <p:spPr>
            <a:xfrm>
              <a:off x="4967900" y="2531650"/>
              <a:ext cx="51275" cy="89075"/>
            </a:xfrm>
            <a:custGeom>
              <a:avLst/>
              <a:gdLst/>
              <a:ahLst/>
              <a:cxnLst/>
              <a:rect l="l" t="t" r="r" b="b"/>
              <a:pathLst>
                <a:path w="2051" h="3563" extrusionOk="0">
                  <a:moveTo>
                    <a:pt x="1253" y="0"/>
                  </a:moveTo>
                  <a:cubicBezTo>
                    <a:pt x="917" y="0"/>
                    <a:pt x="615" y="233"/>
                    <a:pt x="542" y="574"/>
                  </a:cubicBezTo>
                  <a:lnTo>
                    <a:pt x="87" y="2679"/>
                  </a:lnTo>
                  <a:cubicBezTo>
                    <a:pt x="1" y="3073"/>
                    <a:pt x="251" y="3461"/>
                    <a:pt x="645" y="3546"/>
                  </a:cubicBezTo>
                  <a:cubicBezTo>
                    <a:pt x="696" y="3557"/>
                    <a:pt x="748" y="3562"/>
                    <a:pt x="799" y="3562"/>
                  </a:cubicBezTo>
                  <a:cubicBezTo>
                    <a:pt x="1134" y="3562"/>
                    <a:pt x="1436" y="3329"/>
                    <a:pt x="1509" y="2988"/>
                  </a:cubicBezTo>
                  <a:lnTo>
                    <a:pt x="1965" y="883"/>
                  </a:lnTo>
                  <a:cubicBezTo>
                    <a:pt x="2050" y="489"/>
                    <a:pt x="1800" y="101"/>
                    <a:pt x="1408" y="17"/>
                  </a:cubicBezTo>
                  <a:cubicBezTo>
                    <a:pt x="1356" y="5"/>
                    <a:pt x="1304" y="0"/>
                    <a:pt x="12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48;p36">
              <a:extLst>
                <a:ext uri="{FF2B5EF4-FFF2-40B4-BE49-F238E27FC236}">
                  <a16:creationId xmlns:a16="http://schemas.microsoft.com/office/drawing/2014/main" id="{23CD0C0A-E879-FD1D-38EB-EFBC6DE4DC98}"/>
                </a:ext>
              </a:extLst>
            </p:cNvPr>
            <p:cNvSpPr/>
            <p:nvPr/>
          </p:nvSpPr>
          <p:spPr>
            <a:xfrm>
              <a:off x="5563000" y="2623925"/>
              <a:ext cx="144650" cy="69950"/>
            </a:xfrm>
            <a:custGeom>
              <a:avLst/>
              <a:gdLst/>
              <a:ahLst/>
              <a:cxnLst/>
              <a:rect l="l" t="t" r="r" b="b"/>
              <a:pathLst>
                <a:path w="5786" h="2798" extrusionOk="0">
                  <a:moveTo>
                    <a:pt x="5180" y="1"/>
                  </a:moveTo>
                  <a:cubicBezTo>
                    <a:pt x="4976" y="1"/>
                    <a:pt x="4781" y="119"/>
                    <a:pt x="4693" y="318"/>
                  </a:cubicBezTo>
                  <a:cubicBezTo>
                    <a:pt x="4307" y="1189"/>
                    <a:pt x="3451" y="1732"/>
                    <a:pt x="2525" y="1732"/>
                  </a:cubicBezTo>
                  <a:cubicBezTo>
                    <a:pt x="2390" y="1732"/>
                    <a:pt x="2252" y="1721"/>
                    <a:pt x="2115" y="1697"/>
                  </a:cubicBezTo>
                  <a:lnTo>
                    <a:pt x="662" y="1444"/>
                  </a:lnTo>
                  <a:cubicBezTo>
                    <a:pt x="632" y="1439"/>
                    <a:pt x="601" y="1436"/>
                    <a:pt x="571" y="1436"/>
                  </a:cubicBezTo>
                  <a:cubicBezTo>
                    <a:pt x="317" y="1436"/>
                    <a:pt x="92" y="1618"/>
                    <a:pt x="47" y="1877"/>
                  </a:cubicBezTo>
                  <a:cubicBezTo>
                    <a:pt x="0" y="2141"/>
                    <a:pt x="158" y="2394"/>
                    <a:pt x="405" y="2474"/>
                  </a:cubicBezTo>
                  <a:cubicBezTo>
                    <a:pt x="429" y="2483"/>
                    <a:pt x="453" y="2489"/>
                    <a:pt x="479" y="2493"/>
                  </a:cubicBezTo>
                  <a:lnTo>
                    <a:pt x="1932" y="2746"/>
                  </a:lnTo>
                  <a:cubicBezTo>
                    <a:pt x="2131" y="2781"/>
                    <a:pt x="2329" y="2798"/>
                    <a:pt x="2525" y="2798"/>
                  </a:cubicBezTo>
                  <a:cubicBezTo>
                    <a:pt x="3868" y="2798"/>
                    <a:pt x="5108" y="2011"/>
                    <a:pt x="5667" y="749"/>
                  </a:cubicBezTo>
                  <a:cubicBezTo>
                    <a:pt x="5785" y="479"/>
                    <a:pt x="5664" y="165"/>
                    <a:pt x="5394" y="46"/>
                  </a:cubicBezTo>
                  <a:cubicBezTo>
                    <a:pt x="5325" y="15"/>
                    <a:pt x="5252" y="1"/>
                    <a:pt x="5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49;p36">
              <a:extLst>
                <a:ext uri="{FF2B5EF4-FFF2-40B4-BE49-F238E27FC236}">
                  <a16:creationId xmlns:a16="http://schemas.microsoft.com/office/drawing/2014/main" id="{A1119234-AE02-47C2-AA35-00CEDE8370C6}"/>
                </a:ext>
              </a:extLst>
            </p:cNvPr>
            <p:cNvSpPr/>
            <p:nvPr/>
          </p:nvSpPr>
          <p:spPr>
            <a:xfrm>
              <a:off x="5560725" y="2556250"/>
              <a:ext cx="98475" cy="106000"/>
            </a:xfrm>
            <a:custGeom>
              <a:avLst/>
              <a:gdLst/>
              <a:ahLst/>
              <a:cxnLst/>
              <a:rect l="l" t="t" r="r" b="b"/>
              <a:pathLst>
                <a:path w="3939" h="4240" extrusionOk="0">
                  <a:moveTo>
                    <a:pt x="3307" y="1"/>
                  </a:moveTo>
                  <a:cubicBezTo>
                    <a:pt x="3296" y="1"/>
                    <a:pt x="3285" y="1"/>
                    <a:pt x="3274" y="2"/>
                  </a:cubicBezTo>
                  <a:cubicBezTo>
                    <a:pt x="2980" y="20"/>
                    <a:pt x="2757" y="273"/>
                    <a:pt x="2777" y="567"/>
                  </a:cubicBezTo>
                  <a:cubicBezTo>
                    <a:pt x="2847" y="1658"/>
                    <a:pt x="2167" y="2650"/>
                    <a:pt x="1126" y="2980"/>
                  </a:cubicBezTo>
                  <a:lnTo>
                    <a:pt x="435" y="3200"/>
                  </a:lnTo>
                  <a:cubicBezTo>
                    <a:pt x="155" y="3289"/>
                    <a:pt x="1" y="3587"/>
                    <a:pt x="88" y="3868"/>
                  </a:cubicBezTo>
                  <a:cubicBezTo>
                    <a:pt x="148" y="4051"/>
                    <a:pt x="296" y="4181"/>
                    <a:pt x="472" y="4224"/>
                  </a:cubicBezTo>
                  <a:cubicBezTo>
                    <a:pt x="513" y="4234"/>
                    <a:pt x="555" y="4239"/>
                    <a:pt x="598" y="4239"/>
                  </a:cubicBezTo>
                  <a:cubicBezTo>
                    <a:pt x="651" y="4239"/>
                    <a:pt x="705" y="4231"/>
                    <a:pt x="758" y="4214"/>
                  </a:cubicBezTo>
                  <a:lnTo>
                    <a:pt x="1447" y="3995"/>
                  </a:lnTo>
                  <a:cubicBezTo>
                    <a:pt x="2956" y="3516"/>
                    <a:pt x="3939" y="2079"/>
                    <a:pt x="3839" y="499"/>
                  </a:cubicBezTo>
                  <a:cubicBezTo>
                    <a:pt x="3821" y="218"/>
                    <a:pt x="3587" y="1"/>
                    <a:pt x="3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50;p36">
              <a:extLst>
                <a:ext uri="{FF2B5EF4-FFF2-40B4-BE49-F238E27FC236}">
                  <a16:creationId xmlns:a16="http://schemas.microsoft.com/office/drawing/2014/main" id="{3E8C2343-FDCB-22D6-BCB2-5E716254E4F6}"/>
                </a:ext>
              </a:extLst>
            </p:cNvPr>
            <p:cNvSpPr/>
            <p:nvPr/>
          </p:nvSpPr>
          <p:spPr>
            <a:xfrm>
              <a:off x="4873700" y="2352750"/>
              <a:ext cx="192300" cy="110800"/>
            </a:xfrm>
            <a:custGeom>
              <a:avLst/>
              <a:gdLst/>
              <a:ahLst/>
              <a:cxnLst/>
              <a:rect l="l" t="t" r="r" b="b"/>
              <a:pathLst>
                <a:path w="7692" h="4432" extrusionOk="0">
                  <a:moveTo>
                    <a:pt x="2638" y="0"/>
                  </a:moveTo>
                  <a:cubicBezTo>
                    <a:pt x="1529" y="0"/>
                    <a:pt x="620" y="328"/>
                    <a:pt x="229" y="900"/>
                  </a:cubicBezTo>
                  <a:cubicBezTo>
                    <a:pt x="150" y="1015"/>
                    <a:pt x="93" y="1141"/>
                    <a:pt x="58" y="1274"/>
                  </a:cubicBezTo>
                  <a:lnTo>
                    <a:pt x="58" y="1276"/>
                  </a:lnTo>
                  <a:cubicBezTo>
                    <a:pt x="0" y="1498"/>
                    <a:pt x="11" y="1729"/>
                    <a:pt x="84" y="1960"/>
                  </a:cubicBezTo>
                  <a:cubicBezTo>
                    <a:pt x="368" y="2881"/>
                    <a:pt x="1598" y="3807"/>
                    <a:pt x="3219" y="4220"/>
                  </a:cubicBezTo>
                  <a:cubicBezTo>
                    <a:pt x="3777" y="4364"/>
                    <a:pt x="4324" y="4431"/>
                    <a:pt x="4829" y="4431"/>
                  </a:cubicBezTo>
                  <a:cubicBezTo>
                    <a:pt x="6161" y="4431"/>
                    <a:pt x="7203" y="3960"/>
                    <a:pt x="7409" y="3157"/>
                  </a:cubicBezTo>
                  <a:cubicBezTo>
                    <a:pt x="7692" y="2048"/>
                    <a:pt x="6277" y="731"/>
                    <a:pt x="4246" y="211"/>
                  </a:cubicBezTo>
                  <a:cubicBezTo>
                    <a:pt x="3688" y="68"/>
                    <a:pt x="3142" y="0"/>
                    <a:pt x="26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51;p36">
              <a:extLst>
                <a:ext uri="{FF2B5EF4-FFF2-40B4-BE49-F238E27FC236}">
                  <a16:creationId xmlns:a16="http://schemas.microsoft.com/office/drawing/2014/main" id="{AF67FF16-9666-1D7D-2206-0531706CCC0E}"/>
                </a:ext>
              </a:extLst>
            </p:cNvPr>
            <p:cNvSpPr/>
            <p:nvPr/>
          </p:nvSpPr>
          <p:spPr>
            <a:xfrm>
              <a:off x="4873700" y="2375275"/>
              <a:ext cx="16175" cy="26500"/>
            </a:xfrm>
            <a:custGeom>
              <a:avLst/>
              <a:gdLst/>
              <a:ahLst/>
              <a:cxnLst/>
              <a:rect l="l" t="t" r="r" b="b"/>
              <a:pathLst>
                <a:path w="647" h="1060" extrusionOk="0">
                  <a:moveTo>
                    <a:pt x="227" y="1"/>
                  </a:moveTo>
                  <a:cubicBezTo>
                    <a:pt x="149" y="114"/>
                    <a:pt x="91" y="240"/>
                    <a:pt x="58" y="375"/>
                  </a:cubicBezTo>
                  <a:cubicBezTo>
                    <a:pt x="0" y="597"/>
                    <a:pt x="11" y="828"/>
                    <a:pt x="84" y="1059"/>
                  </a:cubicBezTo>
                  <a:cubicBezTo>
                    <a:pt x="330" y="1020"/>
                    <a:pt x="529" y="875"/>
                    <a:pt x="583" y="661"/>
                  </a:cubicBezTo>
                  <a:cubicBezTo>
                    <a:pt x="647" y="413"/>
                    <a:pt x="496" y="149"/>
                    <a:pt x="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52;p36">
              <a:extLst>
                <a:ext uri="{FF2B5EF4-FFF2-40B4-BE49-F238E27FC236}">
                  <a16:creationId xmlns:a16="http://schemas.microsoft.com/office/drawing/2014/main" id="{FA094914-EE9B-F357-2547-61CA5E65744E}"/>
                </a:ext>
              </a:extLst>
            </p:cNvPr>
            <p:cNvSpPr/>
            <p:nvPr/>
          </p:nvSpPr>
          <p:spPr>
            <a:xfrm>
              <a:off x="4801900" y="2507750"/>
              <a:ext cx="50225" cy="71325"/>
            </a:xfrm>
            <a:custGeom>
              <a:avLst/>
              <a:gdLst/>
              <a:ahLst/>
              <a:cxnLst/>
              <a:rect l="l" t="t" r="r" b="b"/>
              <a:pathLst>
                <a:path w="2009" h="2853" extrusionOk="0">
                  <a:moveTo>
                    <a:pt x="1036" y="0"/>
                  </a:moveTo>
                  <a:cubicBezTo>
                    <a:pt x="887" y="0"/>
                    <a:pt x="753" y="104"/>
                    <a:pt x="720" y="255"/>
                  </a:cubicBezTo>
                  <a:lnTo>
                    <a:pt x="271" y="2327"/>
                  </a:lnTo>
                  <a:cubicBezTo>
                    <a:pt x="234" y="2501"/>
                    <a:pt x="0" y="2598"/>
                    <a:pt x="176" y="2636"/>
                  </a:cubicBezTo>
                  <a:lnTo>
                    <a:pt x="1139" y="2845"/>
                  </a:lnTo>
                  <a:cubicBezTo>
                    <a:pt x="1162" y="2850"/>
                    <a:pt x="1186" y="2852"/>
                    <a:pt x="1208" y="2852"/>
                  </a:cubicBezTo>
                  <a:cubicBezTo>
                    <a:pt x="1357" y="2852"/>
                    <a:pt x="1491" y="2749"/>
                    <a:pt x="1524" y="2596"/>
                  </a:cubicBezTo>
                  <a:lnTo>
                    <a:pt x="1971" y="526"/>
                  </a:lnTo>
                  <a:cubicBezTo>
                    <a:pt x="2009" y="352"/>
                    <a:pt x="1898" y="179"/>
                    <a:pt x="1724" y="141"/>
                  </a:cubicBezTo>
                  <a:lnTo>
                    <a:pt x="1105" y="8"/>
                  </a:lnTo>
                  <a:cubicBezTo>
                    <a:pt x="1081" y="3"/>
                    <a:pt x="1058" y="0"/>
                    <a:pt x="1036"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53;p36">
              <a:extLst>
                <a:ext uri="{FF2B5EF4-FFF2-40B4-BE49-F238E27FC236}">
                  <a16:creationId xmlns:a16="http://schemas.microsoft.com/office/drawing/2014/main" id="{64227935-DF17-C561-AD17-AD0E35916820}"/>
                </a:ext>
              </a:extLst>
            </p:cNvPr>
            <p:cNvSpPr/>
            <p:nvPr/>
          </p:nvSpPr>
          <p:spPr>
            <a:xfrm>
              <a:off x="4799725" y="2506000"/>
              <a:ext cx="39675" cy="70200"/>
            </a:xfrm>
            <a:custGeom>
              <a:avLst/>
              <a:gdLst/>
              <a:ahLst/>
              <a:cxnLst/>
              <a:rect l="l" t="t" r="r" b="b"/>
              <a:pathLst>
                <a:path w="1587" h="2808" extrusionOk="0">
                  <a:moveTo>
                    <a:pt x="802" y="1"/>
                  </a:moveTo>
                  <a:cubicBezTo>
                    <a:pt x="653" y="1"/>
                    <a:pt x="519" y="104"/>
                    <a:pt x="487" y="255"/>
                  </a:cubicBezTo>
                  <a:lnTo>
                    <a:pt x="39" y="2327"/>
                  </a:lnTo>
                  <a:cubicBezTo>
                    <a:pt x="1" y="2501"/>
                    <a:pt x="112" y="2674"/>
                    <a:pt x="286" y="2712"/>
                  </a:cubicBezTo>
                  <a:lnTo>
                    <a:pt x="717" y="2800"/>
                  </a:lnTo>
                  <a:cubicBezTo>
                    <a:pt x="741" y="2805"/>
                    <a:pt x="764" y="2807"/>
                    <a:pt x="786" y="2807"/>
                  </a:cubicBezTo>
                  <a:cubicBezTo>
                    <a:pt x="935" y="2807"/>
                    <a:pt x="1069" y="2704"/>
                    <a:pt x="1102" y="2551"/>
                  </a:cubicBezTo>
                  <a:lnTo>
                    <a:pt x="1549" y="481"/>
                  </a:lnTo>
                  <a:cubicBezTo>
                    <a:pt x="1587" y="306"/>
                    <a:pt x="1476" y="134"/>
                    <a:pt x="1302" y="96"/>
                  </a:cubicBezTo>
                  <a:lnTo>
                    <a:pt x="870" y="8"/>
                  </a:lnTo>
                  <a:cubicBezTo>
                    <a:pt x="847" y="3"/>
                    <a:pt x="824" y="1"/>
                    <a:pt x="8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54;p36">
              <a:extLst>
                <a:ext uri="{FF2B5EF4-FFF2-40B4-BE49-F238E27FC236}">
                  <a16:creationId xmlns:a16="http://schemas.microsoft.com/office/drawing/2014/main" id="{48DC42CD-4574-A3E5-A35D-13BDB0936D2C}"/>
                </a:ext>
              </a:extLst>
            </p:cNvPr>
            <p:cNvSpPr/>
            <p:nvPr/>
          </p:nvSpPr>
          <p:spPr>
            <a:xfrm>
              <a:off x="4812500" y="2313275"/>
              <a:ext cx="60150" cy="225100"/>
            </a:xfrm>
            <a:custGeom>
              <a:avLst/>
              <a:gdLst/>
              <a:ahLst/>
              <a:cxnLst/>
              <a:rect l="l" t="t" r="r" b="b"/>
              <a:pathLst>
                <a:path w="2406" h="9004" extrusionOk="0">
                  <a:moveTo>
                    <a:pt x="2107" y="1"/>
                  </a:moveTo>
                  <a:cubicBezTo>
                    <a:pt x="1980" y="1"/>
                    <a:pt x="1867" y="89"/>
                    <a:pt x="1839" y="216"/>
                  </a:cubicBezTo>
                  <a:lnTo>
                    <a:pt x="32" y="8671"/>
                  </a:lnTo>
                  <a:cubicBezTo>
                    <a:pt x="0" y="8818"/>
                    <a:pt x="94" y="8965"/>
                    <a:pt x="243" y="8997"/>
                  </a:cubicBezTo>
                  <a:cubicBezTo>
                    <a:pt x="262" y="9001"/>
                    <a:pt x="281" y="9003"/>
                    <a:pt x="300" y="9003"/>
                  </a:cubicBezTo>
                  <a:cubicBezTo>
                    <a:pt x="426" y="9003"/>
                    <a:pt x="539" y="8915"/>
                    <a:pt x="567" y="8786"/>
                  </a:cubicBezTo>
                  <a:lnTo>
                    <a:pt x="2374" y="331"/>
                  </a:lnTo>
                  <a:cubicBezTo>
                    <a:pt x="2406" y="184"/>
                    <a:pt x="2312" y="39"/>
                    <a:pt x="2165" y="7"/>
                  </a:cubicBezTo>
                  <a:cubicBezTo>
                    <a:pt x="2145" y="3"/>
                    <a:pt x="2126" y="1"/>
                    <a:pt x="21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55;p36">
              <a:extLst>
                <a:ext uri="{FF2B5EF4-FFF2-40B4-BE49-F238E27FC236}">
                  <a16:creationId xmlns:a16="http://schemas.microsoft.com/office/drawing/2014/main" id="{83D1E49C-D509-EA94-078D-886C6D82065A}"/>
                </a:ext>
              </a:extLst>
            </p:cNvPr>
            <p:cNvSpPr/>
            <p:nvPr/>
          </p:nvSpPr>
          <p:spPr>
            <a:xfrm>
              <a:off x="5479800" y="2765175"/>
              <a:ext cx="50275" cy="32250"/>
            </a:xfrm>
            <a:custGeom>
              <a:avLst/>
              <a:gdLst/>
              <a:ahLst/>
              <a:cxnLst/>
              <a:rect l="l" t="t" r="r" b="b"/>
              <a:pathLst>
                <a:path w="2011" h="1290" extrusionOk="0">
                  <a:moveTo>
                    <a:pt x="134" y="0"/>
                  </a:moveTo>
                  <a:lnTo>
                    <a:pt x="1" y="288"/>
                  </a:lnTo>
                  <a:cubicBezTo>
                    <a:pt x="272" y="609"/>
                    <a:pt x="558" y="832"/>
                    <a:pt x="834" y="983"/>
                  </a:cubicBezTo>
                  <a:cubicBezTo>
                    <a:pt x="1228" y="1198"/>
                    <a:pt x="1602" y="1271"/>
                    <a:pt x="1883" y="1289"/>
                  </a:cubicBezTo>
                  <a:lnTo>
                    <a:pt x="2011" y="1015"/>
                  </a:lnTo>
                  <a:lnTo>
                    <a:pt x="2011" y="1015"/>
                  </a:lnTo>
                  <a:cubicBezTo>
                    <a:pt x="2008" y="1015"/>
                    <a:pt x="2006" y="1015"/>
                    <a:pt x="2004" y="1015"/>
                  </a:cubicBezTo>
                  <a:cubicBezTo>
                    <a:pt x="1583" y="1015"/>
                    <a:pt x="809" y="877"/>
                    <a:pt x="13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56;p36">
              <a:extLst>
                <a:ext uri="{FF2B5EF4-FFF2-40B4-BE49-F238E27FC236}">
                  <a16:creationId xmlns:a16="http://schemas.microsoft.com/office/drawing/2014/main" id="{597E555B-B62B-43EE-47F6-7C0220A6E1E6}"/>
                </a:ext>
              </a:extLst>
            </p:cNvPr>
            <p:cNvSpPr/>
            <p:nvPr/>
          </p:nvSpPr>
          <p:spPr>
            <a:xfrm>
              <a:off x="5432425" y="2845550"/>
              <a:ext cx="47625" cy="37750"/>
            </a:xfrm>
            <a:custGeom>
              <a:avLst/>
              <a:gdLst/>
              <a:ahLst/>
              <a:cxnLst/>
              <a:rect l="l" t="t" r="r" b="b"/>
              <a:pathLst>
                <a:path w="1905" h="1510" extrusionOk="0">
                  <a:moveTo>
                    <a:pt x="192" y="1"/>
                  </a:moveTo>
                  <a:cubicBezTo>
                    <a:pt x="129" y="75"/>
                    <a:pt x="66" y="149"/>
                    <a:pt x="1" y="221"/>
                  </a:cubicBezTo>
                  <a:cubicBezTo>
                    <a:pt x="352" y="726"/>
                    <a:pt x="773" y="1054"/>
                    <a:pt x="1163" y="1267"/>
                  </a:cubicBezTo>
                  <a:cubicBezTo>
                    <a:pt x="1358" y="1375"/>
                    <a:pt x="1546" y="1452"/>
                    <a:pt x="1711" y="1510"/>
                  </a:cubicBezTo>
                  <a:cubicBezTo>
                    <a:pt x="1778" y="1434"/>
                    <a:pt x="1841" y="1357"/>
                    <a:pt x="1905" y="1279"/>
                  </a:cubicBezTo>
                  <a:cubicBezTo>
                    <a:pt x="1440" y="1143"/>
                    <a:pt x="723" y="811"/>
                    <a:pt x="192"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57;p36">
              <a:extLst>
                <a:ext uri="{FF2B5EF4-FFF2-40B4-BE49-F238E27FC236}">
                  <a16:creationId xmlns:a16="http://schemas.microsoft.com/office/drawing/2014/main" id="{603C466C-7C18-3EAB-3A69-5BA830F3352B}"/>
                </a:ext>
              </a:extLst>
            </p:cNvPr>
            <p:cNvSpPr/>
            <p:nvPr/>
          </p:nvSpPr>
          <p:spPr>
            <a:xfrm>
              <a:off x="5369900" y="2895850"/>
              <a:ext cx="43275" cy="44300"/>
            </a:xfrm>
            <a:custGeom>
              <a:avLst/>
              <a:gdLst/>
              <a:ahLst/>
              <a:cxnLst/>
              <a:rect l="l" t="t" r="r" b="b"/>
              <a:pathLst>
                <a:path w="1731" h="1772" extrusionOk="0">
                  <a:moveTo>
                    <a:pt x="249" y="0"/>
                  </a:moveTo>
                  <a:cubicBezTo>
                    <a:pt x="168" y="46"/>
                    <a:pt x="84" y="90"/>
                    <a:pt x="1" y="132"/>
                  </a:cubicBezTo>
                  <a:cubicBezTo>
                    <a:pt x="342" y="940"/>
                    <a:pt x="948" y="1456"/>
                    <a:pt x="1464" y="1771"/>
                  </a:cubicBezTo>
                  <a:cubicBezTo>
                    <a:pt x="1554" y="1718"/>
                    <a:pt x="1643" y="1665"/>
                    <a:pt x="1731" y="1609"/>
                  </a:cubicBezTo>
                  <a:cubicBezTo>
                    <a:pt x="1223" y="1330"/>
                    <a:pt x="587" y="835"/>
                    <a:pt x="24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58;p36">
              <a:extLst>
                <a:ext uri="{FF2B5EF4-FFF2-40B4-BE49-F238E27FC236}">
                  <a16:creationId xmlns:a16="http://schemas.microsoft.com/office/drawing/2014/main" id="{7C253107-3587-ACCD-9243-57B68660E298}"/>
                </a:ext>
              </a:extLst>
            </p:cNvPr>
            <p:cNvSpPr/>
            <p:nvPr/>
          </p:nvSpPr>
          <p:spPr>
            <a:xfrm>
              <a:off x="5292900" y="2921750"/>
              <a:ext cx="30075" cy="51950"/>
            </a:xfrm>
            <a:custGeom>
              <a:avLst/>
              <a:gdLst/>
              <a:ahLst/>
              <a:cxnLst/>
              <a:rect l="l" t="t" r="r" b="b"/>
              <a:pathLst>
                <a:path w="1203" h="2078" extrusionOk="0">
                  <a:moveTo>
                    <a:pt x="294" y="0"/>
                  </a:moveTo>
                  <a:cubicBezTo>
                    <a:pt x="200" y="16"/>
                    <a:pt x="105" y="28"/>
                    <a:pt x="11" y="40"/>
                  </a:cubicBezTo>
                  <a:cubicBezTo>
                    <a:pt x="0" y="1050"/>
                    <a:pt x="468" y="1706"/>
                    <a:pt x="857" y="2077"/>
                  </a:cubicBezTo>
                  <a:cubicBezTo>
                    <a:pt x="972" y="2057"/>
                    <a:pt x="1088" y="2036"/>
                    <a:pt x="1203" y="2012"/>
                  </a:cubicBezTo>
                  <a:cubicBezTo>
                    <a:pt x="839" y="1724"/>
                    <a:pt x="264" y="1096"/>
                    <a:pt x="294"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559;p36">
              <a:extLst>
                <a:ext uri="{FF2B5EF4-FFF2-40B4-BE49-F238E27FC236}">
                  <a16:creationId xmlns:a16="http://schemas.microsoft.com/office/drawing/2014/main" id="{65909142-9E8C-C482-5F5E-9FF20794B85D}"/>
                </a:ext>
              </a:extLst>
            </p:cNvPr>
            <p:cNvSpPr/>
            <p:nvPr/>
          </p:nvSpPr>
          <p:spPr>
            <a:xfrm>
              <a:off x="5185875" y="2911900"/>
              <a:ext cx="26675" cy="60050"/>
            </a:xfrm>
            <a:custGeom>
              <a:avLst/>
              <a:gdLst/>
              <a:ahLst/>
              <a:cxnLst/>
              <a:rect l="l" t="t" r="r" b="b"/>
              <a:pathLst>
                <a:path w="1067" h="2402" extrusionOk="0">
                  <a:moveTo>
                    <a:pt x="359" y="1"/>
                  </a:moveTo>
                  <a:lnTo>
                    <a:pt x="359" y="1"/>
                  </a:lnTo>
                  <a:cubicBezTo>
                    <a:pt x="0" y="912"/>
                    <a:pt x="299" y="1732"/>
                    <a:pt x="668" y="2311"/>
                  </a:cubicBezTo>
                  <a:cubicBezTo>
                    <a:pt x="800" y="2344"/>
                    <a:pt x="934" y="2374"/>
                    <a:pt x="1067" y="2401"/>
                  </a:cubicBezTo>
                  <a:cubicBezTo>
                    <a:pt x="665" y="1880"/>
                    <a:pt x="246" y="1043"/>
                    <a:pt x="631" y="90"/>
                  </a:cubicBezTo>
                  <a:cubicBezTo>
                    <a:pt x="540" y="63"/>
                    <a:pt x="450" y="32"/>
                    <a:pt x="35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560;p36">
              <a:extLst>
                <a:ext uri="{FF2B5EF4-FFF2-40B4-BE49-F238E27FC236}">
                  <a16:creationId xmlns:a16="http://schemas.microsoft.com/office/drawing/2014/main" id="{8A6C06A0-1A7A-C3E5-E073-7EC92350B38C}"/>
                </a:ext>
              </a:extLst>
            </p:cNvPr>
            <p:cNvSpPr/>
            <p:nvPr/>
          </p:nvSpPr>
          <p:spPr>
            <a:xfrm>
              <a:off x="4491350" y="3171375"/>
              <a:ext cx="228400" cy="188525"/>
            </a:xfrm>
            <a:custGeom>
              <a:avLst/>
              <a:gdLst/>
              <a:ahLst/>
              <a:cxnLst/>
              <a:rect l="l" t="t" r="r" b="b"/>
              <a:pathLst>
                <a:path w="9136" h="7541" extrusionOk="0">
                  <a:moveTo>
                    <a:pt x="229" y="0"/>
                  </a:moveTo>
                  <a:cubicBezTo>
                    <a:pt x="153" y="56"/>
                    <a:pt x="77" y="114"/>
                    <a:pt x="0" y="173"/>
                  </a:cubicBezTo>
                  <a:cubicBezTo>
                    <a:pt x="652" y="1229"/>
                    <a:pt x="1609" y="1856"/>
                    <a:pt x="1972" y="2068"/>
                  </a:cubicBezTo>
                  <a:cubicBezTo>
                    <a:pt x="1721" y="2419"/>
                    <a:pt x="1468" y="2810"/>
                    <a:pt x="1224" y="3243"/>
                  </a:cubicBezTo>
                  <a:lnTo>
                    <a:pt x="1165" y="3349"/>
                  </a:lnTo>
                  <a:lnTo>
                    <a:pt x="1260" y="3424"/>
                  </a:lnTo>
                  <a:cubicBezTo>
                    <a:pt x="2589" y="4481"/>
                    <a:pt x="3825" y="5275"/>
                    <a:pt x="4914" y="5871"/>
                  </a:cubicBezTo>
                  <a:cubicBezTo>
                    <a:pt x="6909" y="6964"/>
                    <a:pt x="8405" y="7391"/>
                    <a:pt x="9058" y="7541"/>
                  </a:cubicBezTo>
                  <a:cubicBezTo>
                    <a:pt x="9085" y="7450"/>
                    <a:pt x="9111" y="7359"/>
                    <a:pt x="9135" y="7268"/>
                  </a:cubicBezTo>
                  <a:cubicBezTo>
                    <a:pt x="8187" y="7053"/>
                    <a:pt x="5235" y="6196"/>
                    <a:pt x="1532" y="3278"/>
                  </a:cubicBezTo>
                  <a:cubicBezTo>
                    <a:pt x="1962" y="2528"/>
                    <a:pt x="2425" y="1907"/>
                    <a:pt x="2842" y="1420"/>
                  </a:cubicBezTo>
                  <a:cubicBezTo>
                    <a:pt x="2771" y="1356"/>
                    <a:pt x="2701" y="1289"/>
                    <a:pt x="2633" y="1223"/>
                  </a:cubicBezTo>
                  <a:cubicBezTo>
                    <a:pt x="2475" y="1408"/>
                    <a:pt x="2309" y="1612"/>
                    <a:pt x="2140" y="1838"/>
                  </a:cubicBezTo>
                  <a:cubicBezTo>
                    <a:pt x="1824" y="1653"/>
                    <a:pt x="859" y="1033"/>
                    <a:pt x="2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561;p36">
              <a:extLst>
                <a:ext uri="{FF2B5EF4-FFF2-40B4-BE49-F238E27FC236}">
                  <a16:creationId xmlns:a16="http://schemas.microsoft.com/office/drawing/2014/main" id="{997DC927-A775-7AD1-5DD9-F73067F805B4}"/>
                </a:ext>
              </a:extLst>
            </p:cNvPr>
            <p:cNvSpPr/>
            <p:nvPr/>
          </p:nvSpPr>
          <p:spPr>
            <a:xfrm>
              <a:off x="5269600" y="2224200"/>
              <a:ext cx="826575" cy="449875"/>
            </a:xfrm>
            <a:custGeom>
              <a:avLst/>
              <a:gdLst/>
              <a:ahLst/>
              <a:cxnLst/>
              <a:rect l="l" t="t" r="r" b="b"/>
              <a:pathLst>
                <a:path w="33063" h="17995" extrusionOk="0">
                  <a:moveTo>
                    <a:pt x="0" y="0"/>
                  </a:moveTo>
                  <a:lnTo>
                    <a:pt x="0" y="17995"/>
                  </a:lnTo>
                  <a:lnTo>
                    <a:pt x="2533" y="15262"/>
                  </a:lnTo>
                  <a:lnTo>
                    <a:pt x="33062" y="15262"/>
                  </a:lnTo>
                  <a:lnTo>
                    <a:pt x="330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562;p36">
              <a:extLst>
                <a:ext uri="{FF2B5EF4-FFF2-40B4-BE49-F238E27FC236}">
                  <a16:creationId xmlns:a16="http://schemas.microsoft.com/office/drawing/2014/main" id="{7AFD8308-CC4A-76A0-9DDF-5F28361D5FC5}"/>
                </a:ext>
              </a:extLst>
            </p:cNvPr>
            <p:cNvSpPr/>
            <p:nvPr/>
          </p:nvSpPr>
          <p:spPr>
            <a:xfrm>
              <a:off x="5851600" y="2306750"/>
              <a:ext cx="215675" cy="196525"/>
            </a:xfrm>
            <a:custGeom>
              <a:avLst/>
              <a:gdLst/>
              <a:ahLst/>
              <a:cxnLst/>
              <a:rect l="l" t="t" r="r" b="b"/>
              <a:pathLst>
                <a:path w="8627" h="7861" extrusionOk="0">
                  <a:moveTo>
                    <a:pt x="4313" y="0"/>
                  </a:moveTo>
                  <a:cubicBezTo>
                    <a:pt x="3307" y="0"/>
                    <a:pt x="2302" y="384"/>
                    <a:pt x="1534" y="1151"/>
                  </a:cubicBezTo>
                  <a:cubicBezTo>
                    <a:pt x="0" y="2687"/>
                    <a:pt x="0" y="5174"/>
                    <a:pt x="1534" y="6709"/>
                  </a:cubicBezTo>
                  <a:cubicBezTo>
                    <a:pt x="2302" y="7477"/>
                    <a:pt x="3307" y="7861"/>
                    <a:pt x="4313" y="7861"/>
                  </a:cubicBezTo>
                  <a:cubicBezTo>
                    <a:pt x="5319" y="7861"/>
                    <a:pt x="6325" y="7477"/>
                    <a:pt x="7092" y="6709"/>
                  </a:cubicBezTo>
                  <a:cubicBezTo>
                    <a:pt x="8626" y="5174"/>
                    <a:pt x="8626" y="2687"/>
                    <a:pt x="7092" y="1151"/>
                  </a:cubicBezTo>
                  <a:cubicBezTo>
                    <a:pt x="6325" y="384"/>
                    <a:pt x="5319" y="0"/>
                    <a:pt x="43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563;p36">
              <a:extLst>
                <a:ext uri="{FF2B5EF4-FFF2-40B4-BE49-F238E27FC236}">
                  <a16:creationId xmlns:a16="http://schemas.microsoft.com/office/drawing/2014/main" id="{DAAB3B44-DC87-C59D-CACE-357540A57F0B}"/>
                </a:ext>
              </a:extLst>
            </p:cNvPr>
            <p:cNvSpPr/>
            <p:nvPr/>
          </p:nvSpPr>
          <p:spPr>
            <a:xfrm>
              <a:off x="5312100" y="2329950"/>
              <a:ext cx="496750" cy="16000"/>
            </a:xfrm>
            <a:custGeom>
              <a:avLst/>
              <a:gdLst/>
              <a:ahLst/>
              <a:cxnLst/>
              <a:rect l="l" t="t" r="r" b="b"/>
              <a:pathLst>
                <a:path w="19870" h="640" extrusionOk="0">
                  <a:moveTo>
                    <a:pt x="320" y="1"/>
                  </a:moveTo>
                  <a:cubicBezTo>
                    <a:pt x="142" y="1"/>
                    <a:pt x="0" y="143"/>
                    <a:pt x="0" y="320"/>
                  </a:cubicBezTo>
                  <a:cubicBezTo>
                    <a:pt x="0" y="496"/>
                    <a:pt x="142" y="640"/>
                    <a:pt x="320" y="640"/>
                  </a:cubicBezTo>
                  <a:lnTo>
                    <a:pt x="19550" y="640"/>
                  </a:lnTo>
                  <a:cubicBezTo>
                    <a:pt x="19728" y="640"/>
                    <a:pt x="19870" y="496"/>
                    <a:pt x="19870" y="320"/>
                  </a:cubicBezTo>
                  <a:cubicBezTo>
                    <a:pt x="19870" y="143"/>
                    <a:pt x="19728" y="1"/>
                    <a:pt x="195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564;p36">
              <a:extLst>
                <a:ext uri="{FF2B5EF4-FFF2-40B4-BE49-F238E27FC236}">
                  <a16:creationId xmlns:a16="http://schemas.microsoft.com/office/drawing/2014/main" id="{0B7EDE72-C96C-4983-17B4-9C732653079A}"/>
                </a:ext>
              </a:extLst>
            </p:cNvPr>
            <p:cNvSpPr/>
            <p:nvPr/>
          </p:nvSpPr>
          <p:spPr>
            <a:xfrm>
              <a:off x="5623275" y="2389025"/>
              <a:ext cx="185575" cy="16000"/>
            </a:xfrm>
            <a:custGeom>
              <a:avLst/>
              <a:gdLst/>
              <a:ahLst/>
              <a:cxnLst/>
              <a:rect l="l" t="t" r="r" b="b"/>
              <a:pathLst>
                <a:path w="7423" h="640" extrusionOk="0">
                  <a:moveTo>
                    <a:pt x="320" y="1"/>
                  </a:moveTo>
                  <a:cubicBezTo>
                    <a:pt x="143" y="1"/>
                    <a:pt x="1" y="143"/>
                    <a:pt x="1" y="320"/>
                  </a:cubicBezTo>
                  <a:cubicBezTo>
                    <a:pt x="1" y="497"/>
                    <a:pt x="143" y="640"/>
                    <a:pt x="320" y="640"/>
                  </a:cubicBezTo>
                  <a:lnTo>
                    <a:pt x="7103" y="640"/>
                  </a:lnTo>
                  <a:cubicBezTo>
                    <a:pt x="7281" y="640"/>
                    <a:pt x="7423" y="497"/>
                    <a:pt x="7423" y="320"/>
                  </a:cubicBezTo>
                  <a:cubicBezTo>
                    <a:pt x="7423" y="143"/>
                    <a:pt x="7281" y="1"/>
                    <a:pt x="7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565;p36">
              <a:extLst>
                <a:ext uri="{FF2B5EF4-FFF2-40B4-BE49-F238E27FC236}">
                  <a16:creationId xmlns:a16="http://schemas.microsoft.com/office/drawing/2014/main" id="{535A29D3-7058-CE4D-06F7-8E9E82C556E0}"/>
                </a:ext>
              </a:extLst>
            </p:cNvPr>
            <p:cNvSpPr/>
            <p:nvPr/>
          </p:nvSpPr>
          <p:spPr>
            <a:xfrm>
              <a:off x="5308075" y="2389025"/>
              <a:ext cx="288225" cy="16000"/>
            </a:xfrm>
            <a:custGeom>
              <a:avLst/>
              <a:gdLst/>
              <a:ahLst/>
              <a:cxnLst/>
              <a:rect l="l" t="t" r="r" b="b"/>
              <a:pathLst>
                <a:path w="11529" h="640" extrusionOk="0">
                  <a:moveTo>
                    <a:pt x="320" y="1"/>
                  </a:moveTo>
                  <a:cubicBezTo>
                    <a:pt x="144" y="1"/>
                    <a:pt x="0" y="143"/>
                    <a:pt x="0" y="320"/>
                  </a:cubicBezTo>
                  <a:cubicBezTo>
                    <a:pt x="0" y="496"/>
                    <a:pt x="144" y="640"/>
                    <a:pt x="320" y="640"/>
                  </a:cubicBezTo>
                  <a:lnTo>
                    <a:pt x="11209" y="640"/>
                  </a:lnTo>
                  <a:cubicBezTo>
                    <a:pt x="11387" y="640"/>
                    <a:pt x="11529" y="496"/>
                    <a:pt x="11529" y="320"/>
                  </a:cubicBezTo>
                  <a:cubicBezTo>
                    <a:pt x="11529" y="143"/>
                    <a:pt x="11387" y="1"/>
                    <a:pt x="11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566;p36">
              <a:extLst>
                <a:ext uri="{FF2B5EF4-FFF2-40B4-BE49-F238E27FC236}">
                  <a16:creationId xmlns:a16="http://schemas.microsoft.com/office/drawing/2014/main" id="{0B412DE3-DF36-5B58-654E-2294210DD789}"/>
                </a:ext>
              </a:extLst>
            </p:cNvPr>
            <p:cNvSpPr/>
            <p:nvPr/>
          </p:nvSpPr>
          <p:spPr>
            <a:xfrm>
              <a:off x="5312100" y="2448100"/>
              <a:ext cx="496750" cy="16000"/>
            </a:xfrm>
            <a:custGeom>
              <a:avLst/>
              <a:gdLst/>
              <a:ahLst/>
              <a:cxnLst/>
              <a:rect l="l" t="t" r="r" b="b"/>
              <a:pathLst>
                <a:path w="19870" h="640" extrusionOk="0">
                  <a:moveTo>
                    <a:pt x="320" y="0"/>
                  </a:moveTo>
                  <a:cubicBezTo>
                    <a:pt x="142" y="0"/>
                    <a:pt x="0" y="144"/>
                    <a:pt x="0" y="320"/>
                  </a:cubicBezTo>
                  <a:cubicBezTo>
                    <a:pt x="0" y="497"/>
                    <a:pt x="142" y="640"/>
                    <a:pt x="320" y="640"/>
                  </a:cubicBezTo>
                  <a:lnTo>
                    <a:pt x="19550" y="640"/>
                  </a:lnTo>
                  <a:cubicBezTo>
                    <a:pt x="19728" y="640"/>
                    <a:pt x="19870" y="497"/>
                    <a:pt x="19870" y="320"/>
                  </a:cubicBezTo>
                  <a:cubicBezTo>
                    <a:pt x="19870" y="144"/>
                    <a:pt x="19728" y="0"/>
                    <a:pt x="19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567;p36">
              <a:extLst>
                <a:ext uri="{FF2B5EF4-FFF2-40B4-BE49-F238E27FC236}">
                  <a16:creationId xmlns:a16="http://schemas.microsoft.com/office/drawing/2014/main" id="{205B81F9-F3BA-2879-1121-B34A0C7A8312}"/>
                </a:ext>
              </a:extLst>
            </p:cNvPr>
            <p:cNvSpPr/>
            <p:nvPr/>
          </p:nvSpPr>
          <p:spPr>
            <a:xfrm>
              <a:off x="5657100" y="2507200"/>
              <a:ext cx="151750" cy="16025"/>
            </a:xfrm>
            <a:custGeom>
              <a:avLst/>
              <a:gdLst/>
              <a:ahLst/>
              <a:cxnLst/>
              <a:rect l="l" t="t" r="r" b="b"/>
              <a:pathLst>
                <a:path w="6070" h="641" extrusionOk="0">
                  <a:moveTo>
                    <a:pt x="320" y="1"/>
                  </a:moveTo>
                  <a:cubicBezTo>
                    <a:pt x="143" y="1"/>
                    <a:pt x="1" y="143"/>
                    <a:pt x="1" y="321"/>
                  </a:cubicBezTo>
                  <a:cubicBezTo>
                    <a:pt x="1" y="496"/>
                    <a:pt x="143" y="640"/>
                    <a:pt x="320" y="640"/>
                  </a:cubicBezTo>
                  <a:lnTo>
                    <a:pt x="5750" y="640"/>
                  </a:lnTo>
                  <a:cubicBezTo>
                    <a:pt x="5928" y="640"/>
                    <a:pt x="6070" y="496"/>
                    <a:pt x="6070" y="321"/>
                  </a:cubicBezTo>
                  <a:cubicBezTo>
                    <a:pt x="6070" y="143"/>
                    <a:pt x="5928" y="1"/>
                    <a:pt x="57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568;p36">
              <a:extLst>
                <a:ext uri="{FF2B5EF4-FFF2-40B4-BE49-F238E27FC236}">
                  <a16:creationId xmlns:a16="http://schemas.microsoft.com/office/drawing/2014/main" id="{CCCFCC2B-0CE8-8F49-7279-8ED314E1AF50}"/>
                </a:ext>
              </a:extLst>
            </p:cNvPr>
            <p:cNvSpPr/>
            <p:nvPr/>
          </p:nvSpPr>
          <p:spPr>
            <a:xfrm>
              <a:off x="5429550" y="2507200"/>
              <a:ext cx="201875" cy="16025"/>
            </a:xfrm>
            <a:custGeom>
              <a:avLst/>
              <a:gdLst/>
              <a:ahLst/>
              <a:cxnLst/>
              <a:rect l="l" t="t" r="r" b="b"/>
              <a:pathLst>
                <a:path w="8075" h="641" extrusionOk="0">
                  <a:moveTo>
                    <a:pt x="320" y="1"/>
                  </a:moveTo>
                  <a:cubicBezTo>
                    <a:pt x="145" y="1"/>
                    <a:pt x="1" y="143"/>
                    <a:pt x="1" y="321"/>
                  </a:cubicBezTo>
                  <a:cubicBezTo>
                    <a:pt x="1" y="496"/>
                    <a:pt x="145" y="640"/>
                    <a:pt x="320" y="640"/>
                  </a:cubicBezTo>
                  <a:lnTo>
                    <a:pt x="7754" y="640"/>
                  </a:lnTo>
                  <a:cubicBezTo>
                    <a:pt x="7932" y="640"/>
                    <a:pt x="8074" y="496"/>
                    <a:pt x="8074" y="321"/>
                  </a:cubicBezTo>
                  <a:cubicBezTo>
                    <a:pt x="8074" y="143"/>
                    <a:pt x="7932" y="1"/>
                    <a:pt x="77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569;p36">
              <a:extLst>
                <a:ext uri="{FF2B5EF4-FFF2-40B4-BE49-F238E27FC236}">
                  <a16:creationId xmlns:a16="http://schemas.microsoft.com/office/drawing/2014/main" id="{C50BD072-1671-0631-B296-51882A1FD9E0}"/>
                </a:ext>
              </a:extLst>
            </p:cNvPr>
            <p:cNvSpPr/>
            <p:nvPr/>
          </p:nvSpPr>
          <p:spPr>
            <a:xfrm>
              <a:off x="5493200" y="2531950"/>
              <a:ext cx="70325" cy="122725"/>
            </a:xfrm>
            <a:custGeom>
              <a:avLst/>
              <a:gdLst/>
              <a:ahLst/>
              <a:cxnLst/>
              <a:rect l="l" t="t" r="r" b="b"/>
              <a:pathLst>
                <a:path w="2813" h="4909" extrusionOk="0">
                  <a:moveTo>
                    <a:pt x="2207" y="1"/>
                  </a:moveTo>
                  <a:cubicBezTo>
                    <a:pt x="2100" y="1"/>
                    <a:pt x="1992" y="33"/>
                    <a:pt x="1899" y="100"/>
                  </a:cubicBezTo>
                  <a:cubicBezTo>
                    <a:pt x="832" y="859"/>
                    <a:pt x="237" y="1719"/>
                    <a:pt x="134" y="2655"/>
                  </a:cubicBezTo>
                  <a:cubicBezTo>
                    <a:pt x="1" y="3850"/>
                    <a:pt x="743" y="4696"/>
                    <a:pt x="775" y="4730"/>
                  </a:cubicBezTo>
                  <a:cubicBezTo>
                    <a:pt x="816" y="4777"/>
                    <a:pt x="864" y="4815"/>
                    <a:pt x="916" y="4843"/>
                  </a:cubicBezTo>
                  <a:cubicBezTo>
                    <a:pt x="995" y="4886"/>
                    <a:pt x="1084" y="4908"/>
                    <a:pt x="1172" y="4908"/>
                  </a:cubicBezTo>
                  <a:cubicBezTo>
                    <a:pt x="1298" y="4908"/>
                    <a:pt x="1425" y="4864"/>
                    <a:pt x="1526" y="4773"/>
                  </a:cubicBezTo>
                  <a:cubicBezTo>
                    <a:pt x="1744" y="4577"/>
                    <a:pt x="1764" y="4243"/>
                    <a:pt x="1570" y="4023"/>
                  </a:cubicBezTo>
                  <a:cubicBezTo>
                    <a:pt x="1555" y="4006"/>
                    <a:pt x="1108" y="3472"/>
                    <a:pt x="1193" y="2760"/>
                  </a:cubicBezTo>
                  <a:cubicBezTo>
                    <a:pt x="1267" y="2142"/>
                    <a:pt x="1712" y="1539"/>
                    <a:pt x="2515" y="968"/>
                  </a:cubicBezTo>
                  <a:cubicBezTo>
                    <a:pt x="2756" y="797"/>
                    <a:pt x="2812" y="465"/>
                    <a:pt x="2641" y="226"/>
                  </a:cubicBezTo>
                  <a:cubicBezTo>
                    <a:pt x="2538" y="79"/>
                    <a:pt x="2374" y="1"/>
                    <a:pt x="2207" y="1"/>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570;p36">
              <a:extLst>
                <a:ext uri="{FF2B5EF4-FFF2-40B4-BE49-F238E27FC236}">
                  <a16:creationId xmlns:a16="http://schemas.microsoft.com/office/drawing/2014/main" id="{EDEAB092-2B2C-EB06-C476-F75A03539128}"/>
                </a:ext>
              </a:extLst>
            </p:cNvPr>
            <p:cNvSpPr/>
            <p:nvPr/>
          </p:nvSpPr>
          <p:spPr>
            <a:xfrm>
              <a:off x="5503650" y="2630150"/>
              <a:ext cx="104675" cy="57775"/>
            </a:xfrm>
            <a:custGeom>
              <a:avLst/>
              <a:gdLst/>
              <a:ahLst/>
              <a:cxnLst/>
              <a:rect l="l" t="t" r="r" b="b"/>
              <a:pathLst>
                <a:path w="4187" h="2311" extrusionOk="0">
                  <a:moveTo>
                    <a:pt x="1065" y="1"/>
                  </a:moveTo>
                  <a:cubicBezTo>
                    <a:pt x="624" y="1"/>
                    <a:pt x="296" y="126"/>
                    <a:pt x="193" y="374"/>
                  </a:cubicBezTo>
                  <a:cubicBezTo>
                    <a:pt x="1" y="843"/>
                    <a:pt x="695" y="1573"/>
                    <a:pt x="1744" y="2005"/>
                  </a:cubicBezTo>
                  <a:cubicBezTo>
                    <a:pt x="2240" y="2209"/>
                    <a:pt x="2726" y="2310"/>
                    <a:pt x="3122" y="2310"/>
                  </a:cubicBezTo>
                  <a:cubicBezTo>
                    <a:pt x="3563" y="2310"/>
                    <a:pt x="3891" y="2185"/>
                    <a:pt x="3994" y="1937"/>
                  </a:cubicBezTo>
                  <a:cubicBezTo>
                    <a:pt x="4186" y="1467"/>
                    <a:pt x="3492" y="737"/>
                    <a:pt x="2443" y="306"/>
                  </a:cubicBezTo>
                  <a:cubicBezTo>
                    <a:pt x="1947" y="102"/>
                    <a:pt x="1461" y="1"/>
                    <a:pt x="10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571;p36">
              <a:extLst>
                <a:ext uri="{FF2B5EF4-FFF2-40B4-BE49-F238E27FC236}">
                  <a16:creationId xmlns:a16="http://schemas.microsoft.com/office/drawing/2014/main" id="{F5588D9E-31B0-8512-70CB-A92C1E76A2CE}"/>
                </a:ext>
              </a:extLst>
            </p:cNvPr>
            <p:cNvSpPr/>
            <p:nvPr/>
          </p:nvSpPr>
          <p:spPr>
            <a:xfrm>
              <a:off x="5527175" y="2641900"/>
              <a:ext cx="59900" cy="34300"/>
            </a:xfrm>
            <a:custGeom>
              <a:avLst/>
              <a:gdLst/>
              <a:ahLst/>
              <a:cxnLst/>
              <a:rect l="l" t="t" r="r" b="b"/>
              <a:pathLst>
                <a:path w="2396" h="1372" extrusionOk="0">
                  <a:moveTo>
                    <a:pt x="542" y="0"/>
                  </a:moveTo>
                  <a:cubicBezTo>
                    <a:pt x="280" y="0"/>
                    <a:pt x="85" y="75"/>
                    <a:pt x="25" y="222"/>
                  </a:cubicBezTo>
                  <a:cubicBezTo>
                    <a:pt x="4" y="270"/>
                    <a:pt x="1" y="323"/>
                    <a:pt x="11" y="381"/>
                  </a:cubicBezTo>
                  <a:cubicBezTo>
                    <a:pt x="61" y="646"/>
                    <a:pt x="431" y="979"/>
                    <a:pt x="946" y="1190"/>
                  </a:cubicBezTo>
                  <a:cubicBezTo>
                    <a:pt x="1240" y="1311"/>
                    <a:pt x="1529" y="1371"/>
                    <a:pt x="1764" y="1371"/>
                  </a:cubicBezTo>
                  <a:cubicBezTo>
                    <a:pt x="1907" y="1371"/>
                    <a:pt x="2030" y="1349"/>
                    <a:pt x="2123" y="1305"/>
                  </a:cubicBezTo>
                  <a:cubicBezTo>
                    <a:pt x="2198" y="1269"/>
                    <a:pt x="2253" y="1217"/>
                    <a:pt x="2280" y="1150"/>
                  </a:cubicBezTo>
                  <a:cubicBezTo>
                    <a:pt x="2395" y="872"/>
                    <a:pt x="1983" y="437"/>
                    <a:pt x="1361" y="181"/>
                  </a:cubicBezTo>
                  <a:cubicBezTo>
                    <a:pt x="1066" y="60"/>
                    <a:pt x="777" y="0"/>
                    <a:pt x="5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572;p36">
              <a:extLst>
                <a:ext uri="{FF2B5EF4-FFF2-40B4-BE49-F238E27FC236}">
                  <a16:creationId xmlns:a16="http://schemas.microsoft.com/office/drawing/2014/main" id="{F22550F9-EE40-534E-9E7F-A1B1AB6F1F70}"/>
                </a:ext>
              </a:extLst>
            </p:cNvPr>
            <p:cNvSpPr/>
            <p:nvPr/>
          </p:nvSpPr>
          <p:spPr>
            <a:xfrm>
              <a:off x="5527450" y="2649750"/>
              <a:ext cx="52800" cy="26450"/>
            </a:xfrm>
            <a:custGeom>
              <a:avLst/>
              <a:gdLst/>
              <a:ahLst/>
              <a:cxnLst/>
              <a:rect l="l" t="t" r="r" b="b"/>
              <a:pathLst>
                <a:path w="2112" h="1058" extrusionOk="0">
                  <a:moveTo>
                    <a:pt x="357" y="1"/>
                  </a:moveTo>
                  <a:cubicBezTo>
                    <a:pt x="215" y="1"/>
                    <a:pt x="92" y="23"/>
                    <a:pt x="0" y="67"/>
                  </a:cubicBezTo>
                  <a:cubicBezTo>
                    <a:pt x="50" y="332"/>
                    <a:pt x="420" y="665"/>
                    <a:pt x="935" y="876"/>
                  </a:cubicBezTo>
                  <a:cubicBezTo>
                    <a:pt x="1229" y="997"/>
                    <a:pt x="1518" y="1057"/>
                    <a:pt x="1753" y="1057"/>
                  </a:cubicBezTo>
                  <a:cubicBezTo>
                    <a:pt x="1896" y="1057"/>
                    <a:pt x="2019" y="1035"/>
                    <a:pt x="2112" y="991"/>
                  </a:cubicBezTo>
                  <a:cubicBezTo>
                    <a:pt x="2062" y="724"/>
                    <a:pt x="1691" y="393"/>
                    <a:pt x="1177" y="182"/>
                  </a:cubicBezTo>
                  <a:cubicBezTo>
                    <a:pt x="881" y="61"/>
                    <a:pt x="592" y="1"/>
                    <a:pt x="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573;p36">
              <a:extLst>
                <a:ext uri="{FF2B5EF4-FFF2-40B4-BE49-F238E27FC236}">
                  <a16:creationId xmlns:a16="http://schemas.microsoft.com/office/drawing/2014/main" id="{855CD094-898D-32F2-183C-44713EF2EE88}"/>
                </a:ext>
              </a:extLst>
            </p:cNvPr>
            <p:cNvSpPr/>
            <p:nvPr/>
          </p:nvSpPr>
          <p:spPr>
            <a:xfrm>
              <a:off x="5104300" y="2733650"/>
              <a:ext cx="443350" cy="244000"/>
            </a:xfrm>
            <a:custGeom>
              <a:avLst/>
              <a:gdLst/>
              <a:ahLst/>
              <a:cxnLst/>
              <a:rect l="l" t="t" r="r" b="b"/>
              <a:pathLst>
                <a:path w="17734" h="9760" extrusionOk="0">
                  <a:moveTo>
                    <a:pt x="15739" y="1"/>
                  </a:moveTo>
                  <a:lnTo>
                    <a:pt x="15416" y="698"/>
                  </a:lnTo>
                  <a:cubicBezTo>
                    <a:pt x="15477" y="798"/>
                    <a:pt x="15631" y="958"/>
                    <a:pt x="16025" y="1146"/>
                  </a:cubicBezTo>
                  <a:cubicBezTo>
                    <a:pt x="16588" y="1416"/>
                    <a:pt x="16802" y="2108"/>
                    <a:pt x="16494" y="2650"/>
                  </a:cubicBezTo>
                  <a:cubicBezTo>
                    <a:pt x="15065" y="5155"/>
                    <a:pt x="11958" y="9266"/>
                    <a:pt x="6459" y="9266"/>
                  </a:cubicBezTo>
                  <a:cubicBezTo>
                    <a:pt x="4623" y="9266"/>
                    <a:pt x="2519" y="8808"/>
                    <a:pt x="122" y="7677"/>
                  </a:cubicBezTo>
                  <a:lnTo>
                    <a:pt x="120" y="7677"/>
                  </a:lnTo>
                  <a:lnTo>
                    <a:pt x="1" y="8035"/>
                  </a:lnTo>
                  <a:lnTo>
                    <a:pt x="2649" y="9041"/>
                  </a:lnTo>
                  <a:cubicBezTo>
                    <a:pt x="3070" y="9201"/>
                    <a:pt x="3498" y="9335"/>
                    <a:pt x="3931" y="9441"/>
                  </a:cubicBezTo>
                  <a:cubicBezTo>
                    <a:pt x="4065" y="9474"/>
                    <a:pt x="4197" y="9504"/>
                    <a:pt x="4330" y="9531"/>
                  </a:cubicBezTo>
                  <a:cubicBezTo>
                    <a:pt x="5062" y="9683"/>
                    <a:pt x="5806" y="9759"/>
                    <a:pt x="6549" y="9759"/>
                  </a:cubicBezTo>
                  <a:cubicBezTo>
                    <a:pt x="7169" y="9759"/>
                    <a:pt x="7788" y="9707"/>
                    <a:pt x="8401" y="9601"/>
                  </a:cubicBezTo>
                  <a:cubicBezTo>
                    <a:pt x="8516" y="9581"/>
                    <a:pt x="8632" y="9560"/>
                    <a:pt x="8747" y="9536"/>
                  </a:cubicBezTo>
                  <a:cubicBezTo>
                    <a:pt x="9407" y="9401"/>
                    <a:pt x="10057" y="9204"/>
                    <a:pt x="10692" y="8945"/>
                  </a:cubicBezTo>
                  <a:cubicBezTo>
                    <a:pt x="11176" y="8748"/>
                    <a:pt x="11643" y="8518"/>
                    <a:pt x="12088" y="8258"/>
                  </a:cubicBezTo>
                  <a:cubicBezTo>
                    <a:pt x="12178" y="8206"/>
                    <a:pt x="12267" y="8153"/>
                    <a:pt x="12355" y="8097"/>
                  </a:cubicBezTo>
                  <a:cubicBezTo>
                    <a:pt x="13286" y="7520"/>
                    <a:pt x="14121" y="6806"/>
                    <a:pt x="14836" y="5984"/>
                  </a:cubicBezTo>
                  <a:cubicBezTo>
                    <a:pt x="14903" y="5910"/>
                    <a:pt x="14966" y="5833"/>
                    <a:pt x="15030" y="5755"/>
                  </a:cubicBezTo>
                  <a:cubicBezTo>
                    <a:pt x="15617" y="5042"/>
                    <a:pt x="16117" y="4250"/>
                    <a:pt x="16513" y="3392"/>
                  </a:cubicBezTo>
                  <a:lnTo>
                    <a:pt x="16903" y="2550"/>
                  </a:lnTo>
                  <a:lnTo>
                    <a:pt x="17032" y="2276"/>
                  </a:lnTo>
                  <a:lnTo>
                    <a:pt x="17733" y="761"/>
                  </a:lnTo>
                  <a:lnTo>
                    <a:pt x="17733" y="761"/>
                  </a:lnTo>
                  <a:cubicBezTo>
                    <a:pt x="17707" y="763"/>
                    <a:pt x="17680" y="763"/>
                    <a:pt x="17653" y="763"/>
                  </a:cubicBezTo>
                  <a:cubicBezTo>
                    <a:pt x="17351" y="763"/>
                    <a:pt x="16980" y="687"/>
                    <a:pt x="16602" y="531"/>
                  </a:cubicBezTo>
                  <a:cubicBezTo>
                    <a:pt x="16249" y="386"/>
                    <a:pt x="15951" y="198"/>
                    <a:pt x="1573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574;p36">
              <a:extLst>
                <a:ext uri="{FF2B5EF4-FFF2-40B4-BE49-F238E27FC236}">
                  <a16:creationId xmlns:a16="http://schemas.microsoft.com/office/drawing/2014/main" id="{7081AE18-59B8-3EB4-F5CA-2832860736C6}"/>
                </a:ext>
              </a:extLst>
            </p:cNvPr>
            <p:cNvSpPr/>
            <p:nvPr/>
          </p:nvSpPr>
          <p:spPr>
            <a:xfrm>
              <a:off x="4549275" y="2667375"/>
              <a:ext cx="142750" cy="163300"/>
            </a:xfrm>
            <a:custGeom>
              <a:avLst/>
              <a:gdLst/>
              <a:ahLst/>
              <a:cxnLst/>
              <a:rect l="l" t="t" r="r" b="b"/>
              <a:pathLst>
                <a:path w="5710" h="6532" extrusionOk="0">
                  <a:moveTo>
                    <a:pt x="3284" y="0"/>
                  </a:moveTo>
                  <a:cubicBezTo>
                    <a:pt x="2143" y="0"/>
                    <a:pt x="978" y="1045"/>
                    <a:pt x="523" y="2573"/>
                  </a:cubicBezTo>
                  <a:cubicBezTo>
                    <a:pt x="1" y="4335"/>
                    <a:pt x="620" y="6074"/>
                    <a:pt x="1908" y="6457"/>
                  </a:cubicBezTo>
                  <a:cubicBezTo>
                    <a:pt x="2078" y="6507"/>
                    <a:pt x="2251" y="6532"/>
                    <a:pt x="2425" y="6532"/>
                  </a:cubicBezTo>
                  <a:cubicBezTo>
                    <a:pt x="3567" y="6532"/>
                    <a:pt x="4732" y="5488"/>
                    <a:pt x="5187" y="3959"/>
                  </a:cubicBezTo>
                  <a:cubicBezTo>
                    <a:pt x="5710" y="2197"/>
                    <a:pt x="5092" y="459"/>
                    <a:pt x="3803" y="75"/>
                  </a:cubicBezTo>
                  <a:cubicBezTo>
                    <a:pt x="3632" y="25"/>
                    <a:pt x="3458" y="0"/>
                    <a:pt x="3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575;p36">
              <a:extLst>
                <a:ext uri="{FF2B5EF4-FFF2-40B4-BE49-F238E27FC236}">
                  <a16:creationId xmlns:a16="http://schemas.microsoft.com/office/drawing/2014/main" id="{9C0B0196-7106-3949-7DCE-CA866DA2959F}"/>
                </a:ext>
              </a:extLst>
            </p:cNvPr>
            <p:cNvSpPr/>
            <p:nvPr/>
          </p:nvSpPr>
          <p:spPr>
            <a:xfrm>
              <a:off x="4539175" y="2681025"/>
              <a:ext cx="125200" cy="130775"/>
            </a:xfrm>
            <a:custGeom>
              <a:avLst/>
              <a:gdLst/>
              <a:ahLst/>
              <a:cxnLst/>
              <a:rect l="l" t="t" r="r" b="b"/>
              <a:pathLst>
                <a:path w="5008" h="5231" extrusionOk="0">
                  <a:moveTo>
                    <a:pt x="2952" y="0"/>
                  </a:moveTo>
                  <a:cubicBezTo>
                    <a:pt x="1968" y="0"/>
                    <a:pt x="770" y="643"/>
                    <a:pt x="420" y="1821"/>
                  </a:cubicBezTo>
                  <a:cubicBezTo>
                    <a:pt x="0" y="3228"/>
                    <a:pt x="951" y="4867"/>
                    <a:pt x="1981" y="5173"/>
                  </a:cubicBezTo>
                  <a:cubicBezTo>
                    <a:pt x="2111" y="5212"/>
                    <a:pt x="2242" y="5230"/>
                    <a:pt x="2374" y="5230"/>
                  </a:cubicBezTo>
                  <a:cubicBezTo>
                    <a:pt x="3290" y="5230"/>
                    <a:pt x="4223" y="4340"/>
                    <a:pt x="4588" y="3110"/>
                  </a:cubicBezTo>
                  <a:cubicBezTo>
                    <a:pt x="5008" y="1701"/>
                    <a:pt x="4525" y="381"/>
                    <a:pt x="3496" y="75"/>
                  </a:cubicBezTo>
                  <a:cubicBezTo>
                    <a:pt x="3328" y="25"/>
                    <a:pt x="3144" y="0"/>
                    <a:pt x="2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576;p36">
              <a:extLst>
                <a:ext uri="{FF2B5EF4-FFF2-40B4-BE49-F238E27FC236}">
                  <a16:creationId xmlns:a16="http://schemas.microsoft.com/office/drawing/2014/main" id="{F638F731-D4EE-BE37-B8DB-DFBAD997E8D4}"/>
                </a:ext>
              </a:extLst>
            </p:cNvPr>
            <p:cNvSpPr/>
            <p:nvPr/>
          </p:nvSpPr>
          <p:spPr>
            <a:xfrm>
              <a:off x="4558700" y="2709425"/>
              <a:ext cx="52075" cy="56600"/>
            </a:xfrm>
            <a:custGeom>
              <a:avLst/>
              <a:gdLst/>
              <a:ahLst/>
              <a:cxnLst/>
              <a:rect l="l" t="t" r="r" b="b"/>
              <a:pathLst>
                <a:path w="2083" h="2264" extrusionOk="0">
                  <a:moveTo>
                    <a:pt x="1336" y="0"/>
                  </a:moveTo>
                  <a:cubicBezTo>
                    <a:pt x="980" y="0"/>
                    <a:pt x="572" y="282"/>
                    <a:pt x="322" y="738"/>
                  </a:cubicBezTo>
                  <a:cubicBezTo>
                    <a:pt x="1" y="1324"/>
                    <a:pt x="63" y="1976"/>
                    <a:pt x="460" y="2192"/>
                  </a:cubicBezTo>
                  <a:cubicBezTo>
                    <a:pt x="548" y="2241"/>
                    <a:pt x="646" y="2264"/>
                    <a:pt x="747" y="2264"/>
                  </a:cubicBezTo>
                  <a:cubicBezTo>
                    <a:pt x="1104" y="2264"/>
                    <a:pt x="1511" y="1982"/>
                    <a:pt x="1761" y="1526"/>
                  </a:cubicBezTo>
                  <a:cubicBezTo>
                    <a:pt x="2082" y="940"/>
                    <a:pt x="2020" y="288"/>
                    <a:pt x="1623" y="72"/>
                  </a:cubicBezTo>
                  <a:cubicBezTo>
                    <a:pt x="1535" y="23"/>
                    <a:pt x="1438" y="0"/>
                    <a:pt x="13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577;p36">
              <a:extLst>
                <a:ext uri="{FF2B5EF4-FFF2-40B4-BE49-F238E27FC236}">
                  <a16:creationId xmlns:a16="http://schemas.microsoft.com/office/drawing/2014/main" id="{A4B44DB4-05F0-83A1-739B-3CB8917113F4}"/>
                </a:ext>
              </a:extLst>
            </p:cNvPr>
            <p:cNvSpPr/>
            <p:nvPr/>
          </p:nvSpPr>
          <p:spPr>
            <a:xfrm>
              <a:off x="4570225" y="2711200"/>
              <a:ext cx="53825" cy="62125"/>
            </a:xfrm>
            <a:custGeom>
              <a:avLst/>
              <a:gdLst/>
              <a:ahLst/>
              <a:cxnLst/>
              <a:rect l="l" t="t" r="r" b="b"/>
              <a:pathLst>
                <a:path w="2153" h="2485" extrusionOk="0">
                  <a:moveTo>
                    <a:pt x="1162" y="1"/>
                  </a:moveTo>
                  <a:lnTo>
                    <a:pt x="1163" y="1"/>
                  </a:lnTo>
                  <a:lnTo>
                    <a:pt x="1163" y="1"/>
                  </a:lnTo>
                  <a:cubicBezTo>
                    <a:pt x="1163" y="1"/>
                    <a:pt x="1162" y="1"/>
                    <a:pt x="1162" y="1"/>
                  </a:cubicBezTo>
                  <a:close/>
                  <a:moveTo>
                    <a:pt x="1163" y="1"/>
                  </a:moveTo>
                  <a:lnTo>
                    <a:pt x="1163" y="1"/>
                  </a:lnTo>
                  <a:cubicBezTo>
                    <a:pt x="1559" y="218"/>
                    <a:pt x="1621" y="869"/>
                    <a:pt x="1300" y="1455"/>
                  </a:cubicBezTo>
                  <a:cubicBezTo>
                    <a:pt x="1050" y="1911"/>
                    <a:pt x="642" y="2193"/>
                    <a:pt x="286" y="2193"/>
                  </a:cubicBezTo>
                  <a:cubicBezTo>
                    <a:pt x="185" y="2193"/>
                    <a:pt x="88" y="2171"/>
                    <a:pt x="0" y="2123"/>
                  </a:cubicBezTo>
                  <a:lnTo>
                    <a:pt x="0" y="2123"/>
                  </a:lnTo>
                  <a:lnTo>
                    <a:pt x="530" y="2414"/>
                  </a:lnTo>
                  <a:cubicBezTo>
                    <a:pt x="619" y="2462"/>
                    <a:pt x="716" y="2485"/>
                    <a:pt x="817" y="2485"/>
                  </a:cubicBezTo>
                  <a:cubicBezTo>
                    <a:pt x="1174" y="2485"/>
                    <a:pt x="1582" y="2202"/>
                    <a:pt x="1832" y="1747"/>
                  </a:cubicBezTo>
                  <a:cubicBezTo>
                    <a:pt x="2153" y="1161"/>
                    <a:pt x="2091" y="510"/>
                    <a:pt x="1694" y="292"/>
                  </a:cubicBez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578;p36">
              <a:extLst>
                <a:ext uri="{FF2B5EF4-FFF2-40B4-BE49-F238E27FC236}">
                  <a16:creationId xmlns:a16="http://schemas.microsoft.com/office/drawing/2014/main" id="{04430308-7522-D017-48C4-0279F2E0218E}"/>
                </a:ext>
              </a:extLst>
            </p:cNvPr>
            <p:cNvSpPr/>
            <p:nvPr/>
          </p:nvSpPr>
          <p:spPr>
            <a:xfrm>
              <a:off x="4388650" y="2693800"/>
              <a:ext cx="248175" cy="388675"/>
            </a:xfrm>
            <a:custGeom>
              <a:avLst/>
              <a:gdLst/>
              <a:ahLst/>
              <a:cxnLst/>
              <a:rect l="l" t="t" r="r" b="b"/>
              <a:pathLst>
                <a:path w="9927" h="15547" extrusionOk="0">
                  <a:moveTo>
                    <a:pt x="5545" y="1"/>
                  </a:moveTo>
                  <a:cubicBezTo>
                    <a:pt x="5470" y="1"/>
                    <a:pt x="5395" y="3"/>
                    <a:pt x="5320" y="6"/>
                  </a:cubicBezTo>
                  <a:cubicBezTo>
                    <a:pt x="5202" y="11"/>
                    <a:pt x="5082" y="21"/>
                    <a:pt x="4962" y="35"/>
                  </a:cubicBezTo>
                  <a:cubicBezTo>
                    <a:pt x="4785" y="56"/>
                    <a:pt x="4610" y="85"/>
                    <a:pt x="4434" y="126"/>
                  </a:cubicBezTo>
                  <a:cubicBezTo>
                    <a:pt x="3786" y="271"/>
                    <a:pt x="3178" y="544"/>
                    <a:pt x="2645" y="921"/>
                  </a:cubicBezTo>
                  <a:cubicBezTo>
                    <a:pt x="2559" y="983"/>
                    <a:pt x="2472" y="1048"/>
                    <a:pt x="2390" y="1116"/>
                  </a:cubicBezTo>
                  <a:cubicBezTo>
                    <a:pt x="2066" y="1378"/>
                    <a:pt x="1774" y="1681"/>
                    <a:pt x="1523" y="2022"/>
                  </a:cubicBezTo>
                  <a:cubicBezTo>
                    <a:pt x="1185" y="2481"/>
                    <a:pt x="902" y="2975"/>
                    <a:pt x="679" y="3490"/>
                  </a:cubicBezTo>
                  <a:lnTo>
                    <a:pt x="679" y="3491"/>
                  </a:lnTo>
                  <a:cubicBezTo>
                    <a:pt x="635" y="3596"/>
                    <a:pt x="591" y="3702"/>
                    <a:pt x="552" y="3808"/>
                  </a:cubicBezTo>
                  <a:cubicBezTo>
                    <a:pt x="161" y="4841"/>
                    <a:pt x="0" y="5957"/>
                    <a:pt x="87" y="7077"/>
                  </a:cubicBezTo>
                  <a:cubicBezTo>
                    <a:pt x="94" y="7189"/>
                    <a:pt x="106" y="7301"/>
                    <a:pt x="120" y="7413"/>
                  </a:cubicBezTo>
                  <a:cubicBezTo>
                    <a:pt x="149" y="7655"/>
                    <a:pt x="191" y="7899"/>
                    <a:pt x="244" y="8140"/>
                  </a:cubicBezTo>
                  <a:cubicBezTo>
                    <a:pt x="443" y="9047"/>
                    <a:pt x="799" y="9885"/>
                    <a:pt x="1292" y="10630"/>
                  </a:cubicBezTo>
                  <a:cubicBezTo>
                    <a:pt x="1360" y="10733"/>
                    <a:pt x="1429" y="10833"/>
                    <a:pt x="1503" y="10930"/>
                  </a:cubicBezTo>
                  <a:cubicBezTo>
                    <a:pt x="2054" y="11680"/>
                    <a:pt x="2753" y="12324"/>
                    <a:pt x="3575" y="12834"/>
                  </a:cubicBezTo>
                  <a:cubicBezTo>
                    <a:pt x="3663" y="12890"/>
                    <a:pt x="3752" y="12943"/>
                    <a:pt x="3843" y="12995"/>
                  </a:cubicBezTo>
                  <a:cubicBezTo>
                    <a:pt x="3881" y="13016"/>
                    <a:pt x="3917" y="13037"/>
                    <a:pt x="3955" y="13057"/>
                  </a:cubicBezTo>
                  <a:lnTo>
                    <a:pt x="8260" y="15415"/>
                  </a:lnTo>
                  <a:cubicBezTo>
                    <a:pt x="8422" y="15504"/>
                    <a:pt x="8596" y="15547"/>
                    <a:pt x="8768" y="15547"/>
                  </a:cubicBezTo>
                  <a:cubicBezTo>
                    <a:pt x="8798" y="15547"/>
                    <a:pt x="8829" y="15545"/>
                    <a:pt x="8860" y="15542"/>
                  </a:cubicBezTo>
                  <a:cubicBezTo>
                    <a:pt x="9204" y="15514"/>
                    <a:pt x="9528" y="15318"/>
                    <a:pt x="9705" y="14994"/>
                  </a:cubicBezTo>
                  <a:cubicBezTo>
                    <a:pt x="9926" y="14590"/>
                    <a:pt x="9860" y="14108"/>
                    <a:pt x="9573" y="13781"/>
                  </a:cubicBezTo>
                  <a:cubicBezTo>
                    <a:pt x="9493" y="13690"/>
                    <a:pt x="9396" y="13610"/>
                    <a:pt x="9282" y="13549"/>
                  </a:cubicBezTo>
                  <a:lnTo>
                    <a:pt x="4978" y="11191"/>
                  </a:lnTo>
                  <a:cubicBezTo>
                    <a:pt x="4967" y="11185"/>
                    <a:pt x="4956" y="11178"/>
                    <a:pt x="4946" y="11171"/>
                  </a:cubicBezTo>
                  <a:cubicBezTo>
                    <a:pt x="4853" y="11121"/>
                    <a:pt x="4766" y="11069"/>
                    <a:pt x="4681" y="11015"/>
                  </a:cubicBezTo>
                  <a:cubicBezTo>
                    <a:pt x="3995" y="10585"/>
                    <a:pt x="3431" y="10024"/>
                    <a:pt x="3015" y="9370"/>
                  </a:cubicBezTo>
                  <a:cubicBezTo>
                    <a:pt x="2965" y="9290"/>
                    <a:pt x="2916" y="9209"/>
                    <a:pt x="2871" y="9128"/>
                  </a:cubicBezTo>
                  <a:cubicBezTo>
                    <a:pt x="2621" y="8682"/>
                    <a:pt x="2436" y="8198"/>
                    <a:pt x="2322" y="7683"/>
                  </a:cubicBezTo>
                  <a:cubicBezTo>
                    <a:pt x="2274" y="7463"/>
                    <a:pt x="2241" y="7242"/>
                    <a:pt x="2219" y="7021"/>
                  </a:cubicBezTo>
                  <a:cubicBezTo>
                    <a:pt x="2210" y="6924"/>
                    <a:pt x="2204" y="6827"/>
                    <a:pt x="2201" y="6730"/>
                  </a:cubicBezTo>
                  <a:cubicBezTo>
                    <a:pt x="2169" y="5921"/>
                    <a:pt x="2315" y="5111"/>
                    <a:pt x="2622" y="4374"/>
                  </a:cubicBezTo>
                  <a:cubicBezTo>
                    <a:pt x="2660" y="4285"/>
                    <a:pt x="2700" y="4197"/>
                    <a:pt x="2740" y="4109"/>
                  </a:cubicBezTo>
                  <a:cubicBezTo>
                    <a:pt x="2880" y="3822"/>
                    <a:pt x="3045" y="3546"/>
                    <a:pt x="3236" y="3288"/>
                  </a:cubicBezTo>
                  <a:cubicBezTo>
                    <a:pt x="3449" y="2999"/>
                    <a:pt x="3707" y="2761"/>
                    <a:pt x="3993" y="2576"/>
                  </a:cubicBezTo>
                  <a:cubicBezTo>
                    <a:pt x="4070" y="2528"/>
                    <a:pt x="4149" y="2483"/>
                    <a:pt x="4229" y="2442"/>
                  </a:cubicBezTo>
                  <a:cubicBezTo>
                    <a:pt x="4632" y="2234"/>
                    <a:pt x="5077" y="2126"/>
                    <a:pt x="5530" y="2126"/>
                  </a:cubicBezTo>
                  <a:cubicBezTo>
                    <a:pt x="5588" y="2126"/>
                    <a:pt x="5647" y="2127"/>
                    <a:pt x="5706" y="2131"/>
                  </a:cubicBezTo>
                  <a:cubicBezTo>
                    <a:pt x="5797" y="2136"/>
                    <a:pt x="5889" y="2145"/>
                    <a:pt x="5980" y="2160"/>
                  </a:cubicBezTo>
                  <a:cubicBezTo>
                    <a:pt x="6291" y="2207"/>
                    <a:pt x="6598" y="2307"/>
                    <a:pt x="6892" y="2460"/>
                  </a:cubicBezTo>
                  <a:cubicBezTo>
                    <a:pt x="7049" y="2542"/>
                    <a:pt x="7217" y="2580"/>
                    <a:pt x="7383" y="2580"/>
                  </a:cubicBezTo>
                  <a:cubicBezTo>
                    <a:pt x="7767" y="2580"/>
                    <a:pt x="8138" y="2372"/>
                    <a:pt x="8328" y="2007"/>
                  </a:cubicBezTo>
                  <a:cubicBezTo>
                    <a:pt x="8378" y="1911"/>
                    <a:pt x="8411" y="1810"/>
                    <a:pt x="8430" y="1710"/>
                  </a:cubicBezTo>
                  <a:cubicBezTo>
                    <a:pt x="8513" y="1262"/>
                    <a:pt x="8299" y="794"/>
                    <a:pt x="7875" y="571"/>
                  </a:cubicBezTo>
                  <a:cubicBezTo>
                    <a:pt x="7152" y="194"/>
                    <a:pt x="6351" y="1"/>
                    <a:pt x="5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579;p36">
              <a:extLst>
                <a:ext uri="{FF2B5EF4-FFF2-40B4-BE49-F238E27FC236}">
                  <a16:creationId xmlns:a16="http://schemas.microsoft.com/office/drawing/2014/main" id="{78E06889-C268-1904-9FFB-1922C2E43408}"/>
                </a:ext>
              </a:extLst>
            </p:cNvPr>
            <p:cNvSpPr/>
            <p:nvPr/>
          </p:nvSpPr>
          <p:spPr>
            <a:xfrm>
              <a:off x="4536375" y="3004175"/>
              <a:ext cx="39600" cy="46225"/>
            </a:xfrm>
            <a:custGeom>
              <a:avLst/>
              <a:gdLst/>
              <a:ahLst/>
              <a:cxnLst/>
              <a:rect l="l" t="t" r="r" b="b"/>
              <a:pathLst>
                <a:path w="1584" h="1849" extrusionOk="0">
                  <a:moveTo>
                    <a:pt x="1306" y="1"/>
                  </a:moveTo>
                  <a:cubicBezTo>
                    <a:pt x="888" y="283"/>
                    <a:pt x="311" y="813"/>
                    <a:pt x="0" y="1713"/>
                  </a:cubicBezTo>
                  <a:lnTo>
                    <a:pt x="249" y="1849"/>
                  </a:lnTo>
                  <a:cubicBezTo>
                    <a:pt x="561" y="884"/>
                    <a:pt x="1197" y="380"/>
                    <a:pt x="1583" y="152"/>
                  </a:cubicBezTo>
                  <a:lnTo>
                    <a:pt x="1306" y="1"/>
                  </a:ln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580;p36">
              <a:extLst>
                <a:ext uri="{FF2B5EF4-FFF2-40B4-BE49-F238E27FC236}">
                  <a16:creationId xmlns:a16="http://schemas.microsoft.com/office/drawing/2014/main" id="{535D3630-596C-E60E-77DD-BEA3F0368972}"/>
                </a:ext>
              </a:extLst>
            </p:cNvPr>
            <p:cNvSpPr/>
            <p:nvPr/>
          </p:nvSpPr>
          <p:spPr>
            <a:xfrm>
              <a:off x="4478025" y="2969150"/>
              <a:ext cx="34275" cy="49525"/>
            </a:xfrm>
            <a:custGeom>
              <a:avLst/>
              <a:gdLst/>
              <a:ahLst/>
              <a:cxnLst/>
              <a:rect l="l" t="t" r="r" b="b"/>
              <a:pathLst>
                <a:path w="1371" h="1981" extrusionOk="0">
                  <a:moveTo>
                    <a:pt x="1106" y="1"/>
                  </a:moveTo>
                  <a:cubicBezTo>
                    <a:pt x="624" y="327"/>
                    <a:pt x="114" y="885"/>
                    <a:pt x="0" y="1820"/>
                  </a:cubicBezTo>
                  <a:cubicBezTo>
                    <a:pt x="88" y="1876"/>
                    <a:pt x="177" y="1929"/>
                    <a:pt x="268" y="1981"/>
                  </a:cubicBezTo>
                  <a:cubicBezTo>
                    <a:pt x="345" y="985"/>
                    <a:pt x="894" y="443"/>
                    <a:pt x="1371" y="157"/>
                  </a:cubicBezTo>
                  <a:cubicBezTo>
                    <a:pt x="1280" y="107"/>
                    <a:pt x="1191" y="55"/>
                    <a:pt x="1106"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581;p36">
              <a:extLst>
                <a:ext uri="{FF2B5EF4-FFF2-40B4-BE49-F238E27FC236}">
                  <a16:creationId xmlns:a16="http://schemas.microsoft.com/office/drawing/2014/main" id="{AAB8DE4A-B162-5638-5570-EABFCC938A13}"/>
                </a:ext>
              </a:extLst>
            </p:cNvPr>
            <p:cNvSpPr/>
            <p:nvPr/>
          </p:nvSpPr>
          <p:spPr>
            <a:xfrm>
              <a:off x="4420950" y="2921975"/>
              <a:ext cx="43075" cy="45100"/>
            </a:xfrm>
            <a:custGeom>
              <a:avLst/>
              <a:gdLst/>
              <a:ahLst/>
              <a:cxnLst/>
              <a:rect l="l" t="t" r="r" b="b"/>
              <a:pathLst>
                <a:path w="1723" h="1804" extrusionOk="0">
                  <a:moveTo>
                    <a:pt x="1579" y="1"/>
                  </a:moveTo>
                  <a:cubicBezTo>
                    <a:pt x="1005" y="190"/>
                    <a:pt x="303" y="603"/>
                    <a:pt x="0" y="1503"/>
                  </a:cubicBezTo>
                  <a:cubicBezTo>
                    <a:pt x="67" y="1606"/>
                    <a:pt x="137" y="1705"/>
                    <a:pt x="211" y="1803"/>
                  </a:cubicBezTo>
                  <a:cubicBezTo>
                    <a:pt x="443" y="818"/>
                    <a:pt x="1162" y="411"/>
                    <a:pt x="1723" y="243"/>
                  </a:cubicBezTo>
                  <a:cubicBezTo>
                    <a:pt x="1673" y="163"/>
                    <a:pt x="1626" y="82"/>
                    <a:pt x="1579"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582;p36">
              <a:extLst>
                <a:ext uri="{FF2B5EF4-FFF2-40B4-BE49-F238E27FC236}">
                  <a16:creationId xmlns:a16="http://schemas.microsoft.com/office/drawing/2014/main" id="{7A6CEBA4-22FB-F113-5433-92EE8C727426}"/>
                </a:ext>
              </a:extLst>
            </p:cNvPr>
            <p:cNvSpPr/>
            <p:nvPr/>
          </p:nvSpPr>
          <p:spPr>
            <a:xfrm>
              <a:off x="4390800" y="2860925"/>
              <a:ext cx="53375" cy="18200"/>
            </a:xfrm>
            <a:custGeom>
              <a:avLst/>
              <a:gdLst/>
              <a:ahLst/>
              <a:cxnLst/>
              <a:rect l="l" t="t" r="r" b="b"/>
              <a:pathLst>
                <a:path w="2135" h="728" extrusionOk="0">
                  <a:moveTo>
                    <a:pt x="1480" y="1"/>
                  </a:moveTo>
                  <a:cubicBezTo>
                    <a:pt x="1005" y="1"/>
                    <a:pt x="505" y="80"/>
                    <a:pt x="99" y="327"/>
                  </a:cubicBezTo>
                  <a:cubicBezTo>
                    <a:pt x="66" y="346"/>
                    <a:pt x="32" y="367"/>
                    <a:pt x="1" y="392"/>
                  </a:cubicBezTo>
                  <a:cubicBezTo>
                    <a:pt x="8" y="504"/>
                    <a:pt x="20" y="616"/>
                    <a:pt x="34" y="728"/>
                  </a:cubicBezTo>
                  <a:cubicBezTo>
                    <a:pt x="99" y="669"/>
                    <a:pt x="169" y="614"/>
                    <a:pt x="246" y="569"/>
                  </a:cubicBezTo>
                  <a:cubicBezTo>
                    <a:pt x="597" y="356"/>
                    <a:pt x="1039" y="287"/>
                    <a:pt x="1469" y="287"/>
                  </a:cubicBezTo>
                  <a:cubicBezTo>
                    <a:pt x="1700" y="287"/>
                    <a:pt x="1928" y="307"/>
                    <a:pt x="2135" y="336"/>
                  </a:cubicBezTo>
                  <a:cubicBezTo>
                    <a:pt x="2126" y="239"/>
                    <a:pt x="2118" y="142"/>
                    <a:pt x="2115" y="43"/>
                  </a:cubicBezTo>
                  <a:cubicBezTo>
                    <a:pt x="1917" y="18"/>
                    <a:pt x="1701" y="1"/>
                    <a:pt x="1480"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583;p36">
              <a:extLst>
                <a:ext uri="{FF2B5EF4-FFF2-40B4-BE49-F238E27FC236}">
                  <a16:creationId xmlns:a16="http://schemas.microsoft.com/office/drawing/2014/main" id="{CB673290-25DD-C2D6-0B1A-8F3E5496EA8E}"/>
                </a:ext>
              </a:extLst>
            </p:cNvPr>
            <p:cNvSpPr/>
            <p:nvPr/>
          </p:nvSpPr>
          <p:spPr>
            <a:xfrm>
              <a:off x="4402425" y="2780550"/>
              <a:ext cx="54775" cy="22625"/>
            </a:xfrm>
            <a:custGeom>
              <a:avLst/>
              <a:gdLst/>
              <a:ahLst/>
              <a:cxnLst/>
              <a:rect l="l" t="t" r="r" b="b"/>
              <a:pathLst>
                <a:path w="2191" h="905" extrusionOk="0">
                  <a:moveTo>
                    <a:pt x="404" y="1"/>
                  </a:moveTo>
                  <a:cubicBezTo>
                    <a:pt x="386" y="1"/>
                    <a:pt x="368" y="1"/>
                    <a:pt x="351" y="2"/>
                  </a:cubicBezTo>
                  <a:cubicBezTo>
                    <a:pt x="275" y="3"/>
                    <a:pt x="201" y="11"/>
                    <a:pt x="129" y="21"/>
                  </a:cubicBezTo>
                  <a:lnTo>
                    <a:pt x="128" y="21"/>
                  </a:lnTo>
                  <a:cubicBezTo>
                    <a:pt x="84" y="126"/>
                    <a:pt x="40" y="232"/>
                    <a:pt x="1" y="338"/>
                  </a:cubicBezTo>
                  <a:cubicBezTo>
                    <a:pt x="114" y="306"/>
                    <a:pt x="234" y="289"/>
                    <a:pt x="358" y="286"/>
                  </a:cubicBezTo>
                  <a:cubicBezTo>
                    <a:pt x="373" y="286"/>
                    <a:pt x="388" y="286"/>
                    <a:pt x="404" y="286"/>
                  </a:cubicBezTo>
                  <a:cubicBezTo>
                    <a:pt x="997" y="286"/>
                    <a:pt x="1612" y="599"/>
                    <a:pt x="2071" y="904"/>
                  </a:cubicBezTo>
                  <a:cubicBezTo>
                    <a:pt x="2109" y="815"/>
                    <a:pt x="2149" y="727"/>
                    <a:pt x="2191" y="641"/>
                  </a:cubicBezTo>
                  <a:cubicBezTo>
                    <a:pt x="1703" y="319"/>
                    <a:pt x="1054" y="1"/>
                    <a:pt x="404"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584;p36">
              <a:extLst>
                <a:ext uri="{FF2B5EF4-FFF2-40B4-BE49-F238E27FC236}">
                  <a16:creationId xmlns:a16="http://schemas.microsoft.com/office/drawing/2014/main" id="{82DD6119-AF53-8185-3ED5-1F54B8C64CF7}"/>
                </a:ext>
              </a:extLst>
            </p:cNvPr>
            <p:cNvSpPr/>
            <p:nvPr/>
          </p:nvSpPr>
          <p:spPr>
            <a:xfrm>
              <a:off x="4448400" y="2716850"/>
              <a:ext cx="46000" cy="41400"/>
            </a:xfrm>
            <a:custGeom>
              <a:avLst/>
              <a:gdLst/>
              <a:ahLst/>
              <a:cxnLst/>
              <a:rect l="l" t="t" r="r" b="b"/>
              <a:pathLst>
                <a:path w="1840" h="1656" extrusionOk="0">
                  <a:moveTo>
                    <a:pt x="255" y="0"/>
                  </a:moveTo>
                  <a:cubicBezTo>
                    <a:pt x="169" y="62"/>
                    <a:pt x="82" y="126"/>
                    <a:pt x="0" y="194"/>
                  </a:cubicBezTo>
                  <a:cubicBezTo>
                    <a:pt x="840" y="546"/>
                    <a:pt x="1324" y="1135"/>
                    <a:pt x="1603" y="1656"/>
                  </a:cubicBezTo>
                  <a:cubicBezTo>
                    <a:pt x="1680" y="1607"/>
                    <a:pt x="1759" y="1561"/>
                    <a:pt x="1839" y="1520"/>
                  </a:cubicBezTo>
                  <a:cubicBezTo>
                    <a:pt x="1550" y="985"/>
                    <a:pt x="1064" y="385"/>
                    <a:pt x="255"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585;p36">
              <a:extLst>
                <a:ext uri="{FF2B5EF4-FFF2-40B4-BE49-F238E27FC236}">
                  <a16:creationId xmlns:a16="http://schemas.microsoft.com/office/drawing/2014/main" id="{80D7B5F3-3A0F-4B52-D82D-FF122BA0A342}"/>
                </a:ext>
              </a:extLst>
            </p:cNvPr>
            <p:cNvSpPr/>
            <p:nvPr/>
          </p:nvSpPr>
          <p:spPr>
            <a:xfrm>
              <a:off x="4512700" y="2693975"/>
              <a:ext cx="25925" cy="53825"/>
            </a:xfrm>
            <a:custGeom>
              <a:avLst/>
              <a:gdLst/>
              <a:ahLst/>
              <a:cxnLst/>
              <a:rect l="l" t="t" r="r" b="b"/>
              <a:pathLst>
                <a:path w="1037" h="2153" extrusionOk="0">
                  <a:moveTo>
                    <a:pt x="359" y="0"/>
                  </a:moveTo>
                  <a:cubicBezTo>
                    <a:pt x="240" y="5"/>
                    <a:pt x="120" y="14"/>
                    <a:pt x="0" y="29"/>
                  </a:cubicBezTo>
                  <a:cubicBezTo>
                    <a:pt x="647" y="655"/>
                    <a:pt x="765" y="1506"/>
                    <a:pt x="744" y="2124"/>
                  </a:cubicBezTo>
                  <a:cubicBezTo>
                    <a:pt x="837" y="2129"/>
                    <a:pt x="927" y="2139"/>
                    <a:pt x="1018" y="2153"/>
                  </a:cubicBezTo>
                  <a:cubicBezTo>
                    <a:pt x="1037" y="1529"/>
                    <a:pt x="931" y="676"/>
                    <a:pt x="35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586;p36">
              <a:extLst>
                <a:ext uri="{FF2B5EF4-FFF2-40B4-BE49-F238E27FC236}">
                  <a16:creationId xmlns:a16="http://schemas.microsoft.com/office/drawing/2014/main" id="{69397C0D-3058-9889-17BC-2C60206BCC84}"/>
                </a:ext>
              </a:extLst>
            </p:cNvPr>
            <p:cNvSpPr/>
            <p:nvPr/>
          </p:nvSpPr>
          <p:spPr>
            <a:xfrm>
              <a:off x="4579075" y="3019075"/>
              <a:ext cx="70150" cy="84325"/>
            </a:xfrm>
            <a:custGeom>
              <a:avLst/>
              <a:gdLst/>
              <a:ahLst/>
              <a:cxnLst/>
              <a:rect l="l" t="t" r="r" b="b"/>
              <a:pathLst>
                <a:path w="2806" h="3373" extrusionOk="0">
                  <a:moveTo>
                    <a:pt x="1568" y="0"/>
                  </a:moveTo>
                  <a:cubicBezTo>
                    <a:pt x="1422" y="0"/>
                    <a:pt x="1251" y="77"/>
                    <a:pt x="1076" y="214"/>
                  </a:cubicBezTo>
                  <a:cubicBezTo>
                    <a:pt x="832" y="403"/>
                    <a:pt x="579" y="711"/>
                    <a:pt x="378" y="1088"/>
                  </a:cubicBezTo>
                  <a:cubicBezTo>
                    <a:pt x="192" y="1435"/>
                    <a:pt x="78" y="1783"/>
                    <a:pt x="43" y="2075"/>
                  </a:cubicBezTo>
                  <a:cubicBezTo>
                    <a:pt x="1" y="2425"/>
                    <a:pt x="69" y="2698"/>
                    <a:pt x="255" y="2796"/>
                  </a:cubicBezTo>
                  <a:lnTo>
                    <a:pt x="1328" y="3372"/>
                  </a:lnTo>
                  <a:lnTo>
                    <a:pt x="2806" y="615"/>
                  </a:lnTo>
                  <a:lnTo>
                    <a:pt x="1732" y="40"/>
                  </a:lnTo>
                  <a:cubicBezTo>
                    <a:pt x="1683" y="13"/>
                    <a:pt x="1627" y="0"/>
                    <a:pt x="15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587;p36">
              <a:extLst>
                <a:ext uri="{FF2B5EF4-FFF2-40B4-BE49-F238E27FC236}">
                  <a16:creationId xmlns:a16="http://schemas.microsoft.com/office/drawing/2014/main" id="{F8E8D8E4-B3D2-E7E2-1A34-34DF5F1562D3}"/>
                </a:ext>
              </a:extLst>
            </p:cNvPr>
            <p:cNvSpPr/>
            <p:nvPr/>
          </p:nvSpPr>
          <p:spPr>
            <a:xfrm>
              <a:off x="4648500" y="3125450"/>
              <a:ext cx="87500" cy="43550"/>
            </a:xfrm>
            <a:custGeom>
              <a:avLst/>
              <a:gdLst/>
              <a:ahLst/>
              <a:cxnLst/>
              <a:rect l="l" t="t" r="r" b="b"/>
              <a:pathLst>
                <a:path w="3500" h="1742" extrusionOk="0">
                  <a:moveTo>
                    <a:pt x="598" y="0"/>
                  </a:moveTo>
                  <a:cubicBezTo>
                    <a:pt x="442" y="0"/>
                    <a:pt x="287" y="69"/>
                    <a:pt x="182" y="202"/>
                  </a:cubicBezTo>
                  <a:cubicBezTo>
                    <a:pt x="0" y="432"/>
                    <a:pt x="38" y="765"/>
                    <a:pt x="267" y="948"/>
                  </a:cubicBezTo>
                  <a:cubicBezTo>
                    <a:pt x="326" y="995"/>
                    <a:pt x="542" y="1162"/>
                    <a:pt x="851" y="1330"/>
                  </a:cubicBezTo>
                  <a:cubicBezTo>
                    <a:pt x="1223" y="1534"/>
                    <a:pt x="1729" y="1741"/>
                    <a:pt x="2248" y="1741"/>
                  </a:cubicBezTo>
                  <a:cubicBezTo>
                    <a:pt x="2569" y="1741"/>
                    <a:pt x="2894" y="1663"/>
                    <a:pt x="3196" y="1456"/>
                  </a:cubicBezTo>
                  <a:cubicBezTo>
                    <a:pt x="3439" y="1289"/>
                    <a:pt x="3499" y="957"/>
                    <a:pt x="3334" y="715"/>
                  </a:cubicBezTo>
                  <a:cubicBezTo>
                    <a:pt x="3231" y="565"/>
                    <a:pt x="3064" y="484"/>
                    <a:pt x="2894" y="484"/>
                  </a:cubicBezTo>
                  <a:cubicBezTo>
                    <a:pt x="2790" y="484"/>
                    <a:pt x="2685" y="514"/>
                    <a:pt x="2593" y="577"/>
                  </a:cubicBezTo>
                  <a:cubicBezTo>
                    <a:pt x="2497" y="644"/>
                    <a:pt x="2378" y="671"/>
                    <a:pt x="2249" y="671"/>
                  </a:cubicBezTo>
                  <a:cubicBezTo>
                    <a:pt x="1796" y="671"/>
                    <a:pt x="1206" y="332"/>
                    <a:pt x="929" y="115"/>
                  </a:cubicBezTo>
                  <a:cubicBezTo>
                    <a:pt x="831" y="38"/>
                    <a:pt x="714" y="0"/>
                    <a:pt x="598" y="0"/>
                  </a:cubicBezTo>
                  <a:close/>
                </a:path>
              </a:pathLst>
            </a:custGeom>
            <a:solidFill>
              <a:srgbClr val="444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588;p36">
              <a:extLst>
                <a:ext uri="{FF2B5EF4-FFF2-40B4-BE49-F238E27FC236}">
                  <a16:creationId xmlns:a16="http://schemas.microsoft.com/office/drawing/2014/main" id="{F0A683AB-C1D3-706B-F7AB-1F0F13F43A3A}"/>
                </a:ext>
              </a:extLst>
            </p:cNvPr>
            <p:cNvSpPr/>
            <p:nvPr/>
          </p:nvSpPr>
          <p:spPr>
            <a:xfrm>
              <a:off x="4603800" y="3032650"/>
              <a:ext cx="98225" cy="111025"/>
            </a:xfrm>
            <a:custGeom>
              <a:avLst/>
              <a:gdLst/>
              <a:ahLst/>
              <a:cxnLst/>
              <a:rect l="l" t="t" r="r" b="b"/>
              <a:pathLst>
                <a:path w="3929" h="4441" extrusionOk="0">
                  <a:moveTo>
                    <a:pt x="2489" y="0"/>
                  </a:moveTo>
                  <a:cubicBezTo>
                    <a:pt x="2282" y="0"/>
                    <a:pt x="2057" y="21"/>
                    <a:pt x="1817" y="72"/>
                  </a:cubicBezTo>
                  <a:cubicBezTo>
                    <a:pt x="1767" y="45"/>
                    <a:pt x="1712" y="33"/>
                    <a:pt x="1652" y="33"/>
                  </a:cubicBezTo>
                  <a:cubicBezTo>
                    <a:pt x="1303" y="33"/>
                    <a:pt x="809" y="470"/>
                    <a:pt x="461" y="1120"/>
                  </a:cubicBezTo>
                  <a:cubicBezTo>
                    <a:pt x="63" y="1863"/>
                    <a:pt x="1" y="2609"/>
                    <a:pt x="314" y="2814"/>
                  </a:cubicBezTo>
                  <a:lnTo>
                    <a:pt x="308" y="2824"/>
                  </a:lnTo>
                  <a:cubicBezTo>
                    <a:pt x="763" y="4036"/>
                    <a:pt x="1703" y="4441"/>
                    <a:pt x="1703" y="4441"/>
                  </a:cubicBezTo>
                  <a:lnTo>
                    <a:pt x="3929" y="378"/>
                  </a:lnTo>
                  <a:cubicBezTo>
                    <a:pt x="3929" y="378"/>
                    <a:pt x="3373" y="0"/>
                    <a:pt x="24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589;p36">
              <a:extLst>
                <a:ext uri="{FF2B5EF4-FFF2-40B4-BE49-F238E27FC236}">
                  <a16:creationId xmlns:a16="http://schemas.microsoft.com/office/drawing/2014/main" id="{3FFE2E24-A6CA-D94E-B49F-1774C85EF785}"/>
                </a:ext>
              </a:extLst>
            </p:cNvPr>
            <p:cNvSpPr/>
            <p:nvPr/>
          </p:nvSpPr>
          <p:spPr>
            <a:xfrm>
              <a:off x="4634850" y="3040650"/>
              <a:ext cx="79750" cy="104700"/>
            </a:xfrm>
            <a:custGeom>
              <a:avLst/>
              <a:gdLst/>
              <a:ahLst/>
              <a:cxnLst/>
              <a:rect l="l" t="t" r="r" b="b"/>
              <a:pathLst>
                <a:path w="3190" h="4188" extrusionOk="0">
                  <a:moveTo>
                    <a:pt x="2444" y="0"/>
                  </a:moveTo>
                  <a:cubicBezTo>
                    <a:pt x="1928" y="0"/>
                    <a:pt x="1199" y="646"/>
                    <a:pt x="684" y="1606"/>
                  </a:cubicBezTo>
                  <a:cubicBezTo>
                    <a:pt x="81" y="2730"/>
                    <a:pt x="1" y="3860"/>
                    <a:pt x="504" y="4130"/>
                  </a:cubicBezTo>
                  <a:cubicBezTo>
                    <a:pt x="577" y="4169"/>
                    <a:pt x="659" y="4188"/>
                    <a:pt x="747" y="4188"/>
                  </a:cubicBezTo>
                  <a:cubicBezTo>
                    <a:pt x="1262" y="4188"/>
                    <a:pt x="1991" y="3543"/>
                    <a:pt x="2506" y="2582"/>
                  </a:cubicBezTo>
                  <a:cubicBezTo>
                    <a:pt x="3109" y="1458"/>
                    <a:pt x="3189" y="328"/>
                    <a:pt x="2687" y="58"/>
                  </a:cubicBezTo>
                  <a:cubicBezTo>
                    <a:pt x="2613" y="19"/>
                    <a:pt x="2531" y="0"/>
                    <a:pt x="2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590;p36">
              <a:extLst>
                <a:ext uri="{FF2B5EF4-FFF2-40B4-BE49-F238E27FC236}">
                  <a16:creationId xmlns:a16="http://schemas.microsoft.com/office/drawing/2014/main" id="{0A0EDB82-62DC-C317-50E5-F3907229B677}"/>
                </a:ext>
              </a:extLst>
            </p:cNvPr>
            <p:cNvSpPr/>
            <p:nvPr/>
          </p:nvSpPr>
          <p:spPr>
            <a:xfrm>
              <a:off x="4653975" y="3055700"/>
              <a:ext cx="54575" cy="78775"/>
            </a:xfrm>
            <a:custGeom>
              <a:avLst/>
              <a:gdLst/>
              <a:ahLst/>
              <a:cxnLst/>
              <a:rect l="l" t="t" r="r" b="b"/>
              <a:pathLst>
                <a:path w="2183" h="3151" extrusionOk="0">
                  <a:moveTo>
                    <a:pt x="1620" y="0"/>
                  </a:moveTo>
                  <a:cubicBezTo>
                    <a:pt x="1608" y="0"/>
                    <a:pt x="1596" y="1"/>
                    <a:pt x="1584" y="2"/>
                  </a:cubicBezTo>
                  <a:cubicBezTo>
                    <a:pt x="1770" y="339"/>
                    <a:pt x="1662" y="1039"/>
                    <a:pt x="1288" y="1734"/>
                  </a:cubicBezTo>
                  <a:cubicBezTo>
                    <a:pt x="913" y="2436"/>
                    <a:pt x="386" y="2914"/>
                    <a:pt x="1" y="2942"/>
                  </a:cubicBezTo>
                  <a:cubicBezTo>
                    <a:pt x="40" y="3014"/>
                    <a:pt x="93" y="3072"/>
                    <a:pt x="161" y="3107"/>
                  </a:cubicBezTo>
                  <a:cubicBezTo>
                    <a:pt x="217" y="3136"/>
                    <a:pt x="278" y="3151"/>
                    <a:pt x="345" y="3151"/>
                  </a:cubicBezTo>
                  <a:cubicBezTo>
                    <a:pt x="732" y="3151"/>
                    <a:pt x="1279" y="2665"/>
                    <a:pt x="1667" y="1942"/>
                  </a:cubicBezTo>
                  <a:cubicBezTo>
                    <a:pt x="2120" y="1097"/>
                    <a:pt x="2182" y="247"/>
                    <a:pt x="1803" y="44"/>
                  </a:cubicBezTo>
                  <a:cubicBezTo>
                    <a:pt x="1748" y="14"/>
                    <a:pt x="1687" y="0"/>
                    <a:pt x="1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591;p36">
              <a:extLst>
                <a:ext uri="{FF2B5EF4-FFF2-40B4-BE49-F238E27FC236}">
                  <a16:creationId xmlns:a16="http://schemas.microsoft.com/office/drawing/2014/main" id="{28555DED-82B3-CC5E-38E1-61835AC52FEF}"/>
                </a:ext>
              </a:extLst>
            </p:cNvPr>
            <p:cNvSpPr/>
            <p:nvPr/>
          </p:nvSpPr>
          <p:spPr>
            <a:xfrm>
              <a:off x="4649375" y="3055725"/>
              <a:ext cx="48875" cy="73525"/>
            </a:xfrm>
            <a:custGeom>
              <a:avLst/>
              <a:gdLst/>
              <a:ahLst/>
              <a:cxnLst/>
              <a:rect l="l" t="t" r="r" b="b"/>
              <a:pathLst>
                <a:path w="1955" h="2941" extrusionOk="0">
                  <a:moveTo>
                    <a:pt x="1768" y="1"/>
                  </a:moveTo>
                  <a:lnTo>
                    <a:pt x="1768" y="1"/>
                  </a:lnTo>
                  <a:cubicBezTo>
                    <a:pt x="1385" y="29"/>
                    <a:pt x="857" y="506"/>
                    <a:pt x="482" y="1206"/>
                  </a:cubicBezTo>
                  <a:lnTo>
                    <a:pt x="482" y="1208"/>
                  </a:lnTo>
                  <a:cubicBezTo>
                    <a:pt x="108" y="1903"/>
                    <a:pt x="0" y="2601"/>
                    <a:pt x="185" y="2941"/>
                  </a:cubicBezTo>
                  <a:cubicBezTo>
                    <a:pt x="570" y="2913"/>
                    <a:pt x="1097" y="2435"/>
                    <a:pt x="1472" y="1733"/>
                  </a:cubicBezTo>
                  <a:cubicBezTo>
                    <a:pt x="1846" y="1038"/>
                    <a:pt x="1954" y="338"/>
                    <a:pt x="1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592;p36">
              <a:extLst>
                <a:ext uri="{FF2B5EF4-FFF2-40B4-BE49-F238E27FC236}">
                  <a16:creationId xmlns:a16="http://schemas.microsoft.com/office/drawing/2014/main" id="{90FF9C56-49F7-E166-1633-8553FA1BF3AD}"/>
                </a:ext>
              </a:extLst>
            </p:cNvPr>
            <p:cNvSpPr/>
            <p:nvPr/>
          </p:nvSpPr>
          <p:spPr>
            <a:xfrm>
              <a:off x="4674425" y="3037025"/>
              <a:ext cx="111900" cy="75200"/>
            </a:xfrm>
            <a:custGeom>
              <a:avLst/>
              <a:gdLst/>
              <a:ahLst/>
              <a:cxnLst/>
              <a:rect l="l" t="t" r="r" b="b"/>
              <a:pathLst>
                <a:path w="4476" h="3008" extrusionOk="0">
                  <a:moveTo>
                    <a:pt x="1924" y="0"/>
                  </a:moveTo>
                  <a:cubicBezTo>
                    <a:pt x="1473" y="0"/>
                    <a:pt x="975" y="91"/>
                    <a:pt x="431" y="273"/>
                  </a:cubicBezTo>
                  <a:cubicBezTo>
                    <a:pt x="151" y="365"/>
                    <a:pt x="1" y="667"/>
                    <a:pt x="95" y="945"/>
                  </a:cubicBezTo>
                  <a:cubicBezTo>
                    <a:pt x="139" y="1079"/>
                    <a:pt x="230" y="1182"/>
                    <a:pt x="343" y="1244"/>
                  </a:cubicBezTo>
                  <a:cubicBezTo>
                    <a:pt x="421" y="1286"/>
                    <a:pt x="509" y="1310"/>
                    <a:pt x="600" y="1310"/>
                  </a:cubicBezTo>
                  <a:cubicBezTo>
                    <a:pt x="655" y="1310"/>
                    <a:pt x="712" y="1301"/>
                    <a:pt x="767" y="1282"/>
                  </a:cubicBezTo>
                  <a:cubicBezTo>
                    <a:pt x="1203" y="1136"/>
                    <a:pt x="1588" y="1063"/>
                    <a:pt x="1919" y="1063"/>
                  </a:cubicBezTo>
                  <a:cubicBezTo>
                    <a:pt x="2255" y="1063"/>
                    <a:pt x="2537" y="1139"/>
                    <a:pt x="2761" y="1289"/>
                  </a:cubicBezTo>
                  <a:cubicBezTo>
                    <a:pt x="3339" y="1680"/>
                    <a:pt x="3397" y="2498"/>
                    <a:pt x="3397" y="2506"/>
                  </a:cubicBezTo>
                  <a:cubicBezTo>
                    <a:pt x="3414" y="2789"/>
                    <a:pt x="3651" y="3008"/>
                    <a:pt x="3931" y="3008"/>
                  </a:cubicBezTo>
                  <a:cubicBezTo>
                    <a:pt x="3940" y="3008"/>
                    <a:pt x="3949" y="3007"/>
                    <a:pt x="3959" y="3007"/>
                  </a:cubicBezTo>
                  <a:cubicBezTo>
                    <a:pt x="4251" y="2990"/>
                    <a:pt x="4475" y="2742"/>
                    <a:pt x="4460" y="2450"/>
                  </a:cubicBezTo>
                  <a:cubicBezTo>
                    <a:pt x="4457" y="2395"/>
                    <a:pt x="4381" y="1107"/>
                    <a:pt x="3366" y="415"/>
                  </a:cubicBezTo>
                  <a:cubicBezTo>
                    <a:pt x="2962" y="138"/>
                    <a:pt x="2479" y="0"/>
                    <a:pt x="1924"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593;p36">
              <a:extLst>
                <a:ext uri="{FF2B5EF4-FFF2-40B4-BE49-F238E27FC236}">
                  <a16:creationId xmlns:a16="http://schemas.microsoft.com/office/drawing/2014/main" id="{5C8AA842-9731-5F7A-B4F3-1BA7CC63F72E}"/>
                </a:ext>
              </a:extLst>
            </p:cNvPr>
            <p:cNvSpPr/>
            <p:nvPr/>
          </p:nvSpPr>
          <p:spPr>
            <a:xfrm>
              <a:off x="4650925" y="3071025"/>
              <a:ext cx="109950" cy="70200"/>
            </a:xfrm>
            <a:custGeom>
              <a:avLst/>
              <a:gdLst/>
              <a:ahLst/>
              <a:cxnLst/>
              <a:rect l="l" t="t" r="r" b="b"/>
              <a:pathLst>
                <a:path w="4398" h="2808" extrusionOk="0">
                  <a:moveTo>
                    <a:pt x="1629" y="0"/>
                  </a:moveTo>
                  <a:cubicBezTo>
                    <a:pt x="1264" y="0"/>
                    <a:pt x="871" y="55"/>
                    <a:pt x="453" y="166"/>
                  </a:cubicBezTo>
                  <a:cubicBezTo>
                    <a:pt x="170" y="241"/>
                    <a:pt x="0" y="532"/>
                    <a:pt x="76" y="817"/>
                  </a:cubicBezTo>
                  <a:cubicBezTo>
                    <a:pt x="114" y="964"/>
                    <a:pt x="211" y="1080"/>
                    <a:pt x="335" y="1147"/>
                  </a:cubicBezTo>
                  <a:cubicBezTo>
                    <a:pt x="412" y="1190"/>
                    <a:pt x="500" y="1213"/>
                    <a:pt x="591" y="1213"/>
                  </a:cubicBezTo>
                  <a:cubicBezTo>
                    <a:pt x="635" y="1213"/>
                    <a:pt x="681" y="1208"/>
                    <a:pt x="726" y="1196"/>
                  </a:cubicBezTo>
                  <a:cubicBezTo>
                    <a:pt x="1054" y="1109"/>
                    <a:pt x="1354" y="1066"/>
                    <a:pt x="1625" y="1066"/>
                  </a:cubicBezTo>
                  <a:cubicBezTo>
                    <a:pt x="1999" y="1066"/>
                    <a:pt x="2318" y="1148"/>
                    <a:pt x="2580" y="1312"/>
                  </a:cubicBezTo>
                  <a:cubicBezTo>
                    <a:pt x="3161" y="1679"/>
                    <a:pt x="3298" y="2362"/>
                    <a:pt x="3299" y="2369"/>
                  </a:cubicBezTo>
                  <a:cubicBezTo>
                    <a:pt x="3344" y="2627"/>
                    <a:pt x="3567" y="2808"/>
                    <a:pt x="3820" y="2808"/>
                  </a:cubicBezTo>
                  <a:cubicBezTo>
                    <a:pt x="3851" y="2808"/>
                    <a:pt x="3883" y="2805"/>
                    <a:pt x="3914" y="2800"/>
                  </a:cubicBezTo>
                  <a:cubicBezTo>
                    <a:pt x="4203" y="2750"/>
                    <a:pt x="4397" y="2472"/>
                    <a:pt x="4347" y="2183"/>
                  </a:cubicBezTo>
                  <a:cubicBezTo>
                    <a:pt x="4340" y="2136"/>
                    <a:pt x="4140" y="1047"/>
                    <a:pt x="3164" y="423"/>
                  </a:cubicBezTo>
                  <a:cubicBezTo>
                    <a:pt x="2726" y="141"/>
                    <a:pt x="2212" y="0"/>
                    <a:pt x="1629" y="0"/>
                  </a:cubicBezTo>
                  <a:close/>
                </a:path>
              </a:pathLst>
            </a:custGeom>
            <a:solidFill>
              <a:srgbClr val="5A6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594;p36">
              <a:extLst>
                <a:ext uri="{FF2B5EF4-FFF2-40B4-BE49-F238E27FC236}">
                  <a16:creationId xmlns:a16="http://schemas.microsoft.com/office/drawing/2014/main" id="{628110BB-48CD-64C9-E2CA-88EA44D39582}"/>
                </a:ext>
              </a:extLst>
            </p:cNvPr>
            <p:cNvSpPr/>
            <p:nvPr/>
          </p:nvSpPr>
          <p:spPr>
            <a:xfrm>
              <a:off x="4388650" y="2693825"/>
              <a:ext cx="217350" cy="377150"/>
            </a:xfrm>
            <a:custGeom>
              <a:avLst/>
              <a:gdLst/>
              <a:ahLst/>
              <a:cxnLst/>
              <a:rect l="l" t="t" r="r" b="b"/>
              <a:pathLst>
                <a:path w="8694" h="15086" extrusionOk="0">
                  <a:moveTo>
                    <a:pt x="5539" y="0"/>
                  </a:moveTo>
                  <a:cubicBezTo>
                    <a:pt x="5467" y="0"/>
                    <a:pt x="5394" y="2"/>
                    <a:pt x="5321" y="5"/>
                  </a:cubicBezTo>
                  <a:cubicBezTo>
                    <a:pt x="5202" y="11"/>
                    <a:pt x="5082" y="20"/>
                    <a:pt x="4962" y="35"/>
                  </a:cubicBezTo>
                  <a:cubicBezTo>
                    <a:pt x="4785" y="55"/>
                    <a:pt x="4610" y="85"/>
                    <a:pt x="4434" y="125"/>
                  </a:cubicBezTo>
                  <a:cubicBezTo>
                    <a:pt x="3786" y="272"/>
                    <a:pt x="3178" y="544"/>
                    <a:pt x="2645" y="921"/>
                  </a:cubicBezTo>
                  <a:cubicBezTo>
                    <a:pt x="2559" y="983"/>
                    <a:pt x="2472" y="1047"/>
                    <a:pt x="2390" y="1115"/>
                  </a:cubicBezTo>
                  <a:cubicBezTo>
                    <a:pt x="2066" y="1377"/>
                    <a:pt x="1774" y="1682"/>
                    <a:pt x="1523" y="2023"/>
                  </a:cubicBezTo>
                  <a:cubicBezTo>
                    <a:pt x="1185" y="2482"/>
                    <a:pt x="902" y="2974"/>
                    <a:pt x="679" y="3490"/>
                  </a:cubicBezTo>
                  <a:cubicBezTo>
                    <a:pt x="635" y="3595"/>
                    <a:pt x="591" y="3701"/>
                    <a:pt x="552" y="3807"/>
                  </a:cubicBezTo>
                  <a:cubicBezTo>
                    <a:pt x="161" y="4840"/>
                    <a:pt x="0" y="5956"/>
                    <a:pt x="87" y="7076"/>
                  </a:cubicBezTo>
                  <a:cubicBezTo>
                    <a:pt x="94" y="7188"/>
                    <a:pt x="106" y="7300"/>
                    <a:pt x="120" y="7412"/>
                  </a:cubicBezTo>
                  <a:cubicBezTo>
                    <a:pt x="149" y="7654"/>
                    <a:pt x="191" y="7898"/>
                    <a:pt x="244" y="8139"/>
                  </a:cubicBezTo>
                  <a:cubicBezTo>
                    <a:pt x="443" y="9046"/>
                    <a:pt x="799" y="9884"/>
                    <a:pt x="1292" y="10629"/>
                  </a:cubicBezTo>
                  <a:cubicBezTo>
                    <a:pt x="1360" y="10732"/>
                    <a:pt x="1429" y="10832"/>
                    <a:pt x="1503" y="10929"/>
                  </a:cubicBezTo>
                  <a:cubicBezTo>
                    <a:pt x="2054" y="11679"/>
                    <a:pt x="2753" y="12323"/>
                    <a:pt x="3575" y="12833"/>
                  </a:cubicBezTo>
                  <a:cubicBezTo>
                    <a:pt x="3663" y="12889"/>
                    <a:pt x="3752" y="12942"/>
                    <a:pt x="3843" y="12994"/>
                  </a:cubicBezTo>
                  <a:cubicBezTo>
                    <a:pt x="3881" y="13015"/>
                    <a:pt x="3917" y="13036"/>
                    <a:pt x="3955" y="13056"/>
                  </a:cubicBezTo>
                  <a:lnTo>
                    <a:pt x="7660" y="15085"/>
                  </a:lnTo>
                  <a:cubicBezTo>
                    <a:pt x="7695" y="14793"/>
                    <a:pt x="7809" y="14445"/>
                    <a:pt x="7995" y="14098"/>
                  </a:cubicBezTo>
                  <a:cubicBezTo>
                    <a:pt x="8196" y="13721"/>
                    <a:pt x="8448" y="13413"/>
                    <a:pt x="8693" y="13224"/>
                  </a:cubicBezTo>
                  <a:lnTo>
                    <a:pt x="7960" y="12824"/>
                  </a:lnTo>
                  <a:cubicBezTo>
                    <a:pt x="7948" y="12839"/>
                    <a:pt x="7936" y="12857"/>
                    <a:pt x="7924" y="12874"/>
                  </a:cubicBezTo>
                  <a:cubicBezTo>
                    <a:pt x="7592" y="13330"/>
                    <a:pt x="7074" y="13578"/>
                    <a:pt x="6547" y="13578"/>
                  </a:cubicBezTo>
                  <a:cubicBezTo>
                    <a:pt x="6252" y="13578"/>
                    <a:pt x="5954" y="13500"/>
                    <a:pt x="5685" y="13337"/>
                  </a:cubicBezTo>
                  <a:cubicBezTo>
                    <a:pt x="2247" y="11259"/>
                    <a:pt x="11" y="9592"/>
                    <a:pt x="1429" y="4623"/>
                  </a:cubicBezTo>
                  <a:cubicBezTo>
                    <a:pt x="2251" y="1748"/>
                    <a:pt x="4039" y="1040"/>
                    <a:pt x="5603" y="1040"/>
                  </a:cubicBezTo>
                  <a:cubicBezTo>
                    <a:pt x="7123" y="1040"/>
                    <a:pt x="8430" y="1709"/>
                    <a:pt x="8430" y="1709"/>
                  </a:cubicBezTo>
                  <a:cubicBezTo>
                    <a:pt x="8513" y="1262"/>
                    <a:pt x="8299" y="794"/>
                    <a:pt x="7875" y="570"/>
                  </a:cubicBezTo>
                  <a:cubicBezTo>
                    <a:pt x="7150" y="193"/>
                    <a:pt x="6346" y="0"/>
                    <a:pt x="5539"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01053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C33B82F3-5886-7043-6305-5C5C5F676418}"/>
            </a:ext>
          </a:extLst>
        </p:cNvPr>
        <p:cNvGrpSpPr/>
        <p:nvPr/>
      </p:nvGrpSpPr>
      <p:grpSpPr>
        <a:xfrm>
          <a:off x="0" y="0"/>
          <a:ext cx="0" cy="0"/>
          <a:chOff x="0" y="0"/>
          <a:chExt cx="0" cy="0"/>
        </a:xfrm>
      </p:grpSpPr>
      <p:sp>
        <p:nvSpPr>
          <p:cNvPr id="282" name="Google Shape;282;p25">
            <a:extLst>
              <a:ext uri="{FF2B5EF4-FFF2-40B4-BE49-F238E27FC236}">
                <a16:creationId xmlns:a16="http://schemas.microsoft.com/office/drawing/2014/main" id="{1103C479-FB36-6DA4-F2F9-67C0DFCDFF1C}"/>
              </a:ext>
            </a:extLst>
          </p:cNvPr>
          <p:cNvSpPr txBox="1">
            <a:spLocks noGrp="1"/>
          </p:cNvSpPr>
          <p:nvPr>
            <p:ph type="body" idx="1"/>
          </p:nvPr>
        </p:nvSpPr>
        <p:spPr>
          <a:xfrm>
            <a:off x="862597" y="1150111"/>
            <a:ext cx="4198502" cy="2843278"/>
          </a:xfrm>
          <a:prstGeom prst="rect">
            <a:avLst/>
          </a:prstGeom>
        </p:spPr>
        <p:txBody>
          <a:bodyPr spcFirstLastPara="1" wrap="square" lIns="91425" tIns="91425" rIns="91425" bIns="91425" anchor="t" anchorCtr="0">
            <a:noAutofit/>
          </a:bodyPr>
          <a:lstStyle/>
          <a:p>
            <a:pPr marL="139700" indent="0" algn="just">
              <a:buNone/>
            </a:pPr>
            <a:r>
              <a:rPr lang="en-US" dirty="0"/>
              <a:t>This project successfully developed an academic writing assistant using Python, which helps automate citation generation, provide writing suggestions, and format papers in APA and MLA styles. By utilizing machine learning and natural language processing, the tool improves writing efficiency and ensures academic accuracy. It demonstrates how AI can support students and researchers in producing high-quality academic content.</a:t>
            </a:r>
          </a:p>
        </p:txBody>
      </p:sp>
      <p:grpSp>
        <p:nvGrpSpPr>
          <p:cNvPr id="2" name="Google Shape;283;p25">
            <a:extLst>
              <a:ext uri="{FF2B5EF4-FFF2-40B4-BE49-F238E27FC236}">
                <a16:creationId xmlns:a16="http://schemas.microsoft.com/office/drawing/2014/main" id="{B4717586-DEDA-2633-313F-D7B496B37D31}"/>
              </a:ext>
            </a:extLst>
          </p:cNvPr>
          <p:cNvGrpSpPr/>
          <p:nvPr/>
        </p:nvGrpSpPr>
        <p:grpSpPr>
          <a:xfrm>
            <a:off x="5840114" y="878556"/>
            <a:ext cx="3303886" cy="3878927"/>
            <a:chOff x="5201312" y="729700"/>
            <a:chExt cx="3303886" cy="3878927"/>
          </a:xfrm>
        </p:grpSpPr>
        <p:grpSp>
          <p:nvGrpSpPr>
            <p:cNvPr id="3" name="Google Shape;284;p25">
              <a:extLst>
                <a:ext uri="{FF2B5EF4-FFF2-40B4-BE49-F238E27FC236}">
                  <a16:creationId xmlns:a16="http://schemas.microsoft.com/office/drawing/2014/main" id="{2A1A0FED-CC61-ED70-9BD1-13E1EF341234}"/>
                </a:ext>
              </a:extLst>
            </p:cNvPr>
            <p:cNvGrpSpPr/>
            <p:nvPr/>
          </p:nvGrpSpPr>
          <p:grpSpPr>
            <a:xfrm flipH="1">
              <a:off x="5201312" y="932488"/>
              <a:ext cx="1331387" cy="724666"/>
              <a:chOff x="238125" y="2409350"/>
              <a:chExt cx="760575" cy="414000"/>
            </a:xfrm>
          </p:grpSpPr>
          <p:sp>
            <p:nvSpPr>
              <p:cNvPr id="584" name="Google Shape;285;p25">
                <a:extLst>
                  <a:ext uri="{FF2B5EF4-FFF2-40B4-BE49-F238E27FC236}">
                    <a16:creationId xmlns:a16="http://schemas.microsoft.com/office/drawing/2014/main" id="{1364161B-CB44-5165-D720-9D6720CDC188}"/>
                  </a:ext>
                </a:extLst>
              </p:cNvPr>
              <p:cNvSpPr/>
              <p:nvPr/>
            </p:nvSpPr>
            <p:spPr>
              <a:xfrm>
                <a:off x="238125" y="2409350"/>
                <a:ext cx="760575" cy="414000"/>
              </a:xfrm>
              <a:custGeom>
                <a:avLst/>
                <a:gdLst/>
                <a:ahLst/>
                <a:cxnLst/>
                <a:rect l="l" t="t" r="r" b="b"/>
                <a:pathLst>
                  <a:path w="30423" h="16560" extrusionOk="0">
                    <a:moveTo>
                      <a:pt x="0" y="1"/>
                    </a:moveTo>
                    <a:lnTo>
                      <a:pt x="0" y="16560"/>
                    </a:lnTo>
                    <a:lnTo>
                      <a:pt x="2330" y="14045"/>
                    </a:lnTo>
                    <a:lnTo>
                      <a:pt x="30423" y="14045"/>
                    </a:lnTo>
                    <a:lnTo>
                      <a:pt x="304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286;p25">
                <a:extLst>
                  <a:ext uri="{FF2B5EF4-FFF2-40B4-BE49-F238E27FC236}">
                    <a16:creationId xmlns:a16="http://schemas.microsoft.com/office/drawing/2014/main" id="{624D3DEF-6A1F-9AC9-E8A0-C9F75E075B32}"/>
                  </a:ext>
                </a:extLst>
              </p:cNvPr>
              <p:cNvSpPr/>
              <p:nvPr/>
            </p:nvSpPr>
            <p:spPr>
              <a:xfrm>
                <a:off x="782450" y="2485325"/>
                <a:ext cx="180850" cy="180850"/>
              </a:xfrm>
              <a:custGeom>
                <a:avLst/>
                <a:gdLst/>
                <a:ahLst/>
                <a:cxnLst/>
                <a:rect l="l" t="t" r="r" b="b"/>
                <a:pathLst>
                  <a:path w="7234" h="7234" extrusionOk="0">
                    <a:moveTo>
                      <a:pt x="3618" y="0"/>
                    </a:moveTo>
                    <a:cubicBezTo>
                      <a:pt x="1620" y="0"/>
                      <a:pt x="1" y="1620"/>
                      <a:pt x="1" y="3618"/>
                    </a:cubicBezTo>
                    <a:cubicBezTo>
                      <a:pt x="1" y="5614"/>
                      <a:pt x="1620" y="7233"/>
                      <a:pt x="3618" y="7233"/>
                    </a:cubicBezTo>
                    <a:cubicBezTo>
                      <a:pt x="5614" y="7233"/>
                      <a:pt x="7234" y="5614"/>
                      <a:pt x="7234" y="3618"/>
                    </a:cubicBezTo>
                    <a:cubicBezTo>
                      <a:pt x="7234" y="1620"/>
                      <a:pt x="5614" y="0"/>
                      <a:pt x="36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287;p25">
                <a:extLst>
                  <a:ext uri="{FF2B5EF4-FFF2-40B4-BE49-F238E27FC236}">
                    <a16:creationId xmlns:a16="http://schemas.microsoft.com/office/drawing/2014/main" id="{E91BA477-2BBD-CB16-D214-35AAF7C8F47E}"/>
                  </a:ext>
                </a:extLst>
              </p:cNvPr>
              <p:cNvSpPr/>
              <p:nvPr/>
            </p:nvSpPr>
            <p:spPr>
              <a:xfrm>
                <a:off x="277200" y="2506650"/>
                <a:ext cx="457150" cy="14700"/>
              </a:xfrm>
              <a:custGeom>
                <a:avLst/>
                <a:gdLst/>
                <a:ahLst/>
                <a:cxnLst/>
                <a:rect l="l" t="t" r="r" b="b"/>
                <a:pathLst>
                  <a:path w="18286" h="588" extrusionOk="0">
                    <a:moveTo>
                      <a:pt x="294" y="0"/>
                    </a:moveTo>
                    <a:cubicBezTo>
                      <a:pt x="132" y="0"/>
                      <a:pt x="0" y="132"/>
                      <a:pt x="0" y="294"/>
                    </a:cubicBezTo>
                    <a:cubicBezTo>
                      <a:pt x="0" y="458"/>
                      <a:pt x="132" y="588"/>
                      <a:pt x="294" y="588"/>
                    </a:cubicBezTo>
                    <a:lnTo>
                      <a:pt x="17992" y="588"/>
                    </a:lnTo>
                    <a:cubicBezTo>
                      <a:pt x="18154" y="588"/>
                      <a:pt x="18286" y="458"/>
                      <a:pt x="18286" y="294"/>
                    </a:cubicBezTo>
                    <a:cubicBezTo>
                      <a:pt x="18286" y="132"/>
                      <a:pt x="18154" y="0"/>
                      <a:pt x="179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288;p25">
                <a:extLst>
                  <a:ext uri="{FF2B5EF4-FFF2-40B4-BE49-F238E27FC236}">
                    <a16:creationId xmlns:a16="http://schemas.microsoft.com/office/drawing/2014/main" id="{A8E3C97B-6C5A-BB66-18A5-A4BA584CD25A}"/>
                  </a:ext>
                </a:extLst>
              </p:cNvPr>
              <p:cNvSpPr/>
              <p:nvPr/>
            </p:nvSpPr>
            <p:spPr>
              <a:xfrm>
                <a:off x="563575" y="2561025"/>
                <a:ext cx="170775" cy="14750"/>
              </a:xfrm>
              <a:custGeom>
                <a:avLst/>
                <a:gdLst/>
                <a:ahLst/>
                <a:cxnLst/>
                <a:rect l="l" t="t" r="r" b="b"/>
                <a:pathLst>
                  <a:path w="6831" h="590" extrusionOk="0">
                    <a:moveTo>
                      <a:pt x="295" y="0"/>
                    </a:moveTo>
                    <a:cubicBezTo>
                      <a:pt x="131" y="0"/>
                      <a:pt x="1" y="132"/>
                      <a:pt x="1" y="294"/>
                    </a:cubicBezTo>
                    <a:cubicBezTo>
                      <a:pt x="1" y="458"/>
                      <a:pt x="133" y="590"/>
                      <a:pt x="295" y="590"/>
                    </a:cubicBezTo>
                    <a:lnTo>
                      <a:pt x="6537" y="590"/>
                    </a:lnTo>
                    <a:cubicBezTo>
                      <a:pt x="6699" y="590"/>
                      <a:pt x="6831" y="458"/>
                      <a:pt x="6831" y="294"/>
                    </a:cubicBezTo>
                    <a:cubicBezTo>
                      <a:pt x="6831" y="132"/>
                      <a:pt x="6699" y="0"/>
                      <a:pt x="65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289;p25">
                <a:extLst>
                  <a:ext uri="{FF2B5EF4-FFF2-40B4-BE49-F238E27FC236}">
                    <a16:creationId xmlns:a16="http://schemas.microsoft.com/office/drawing/2014/main" id="{D7FCCA55-37AE-FA0A-DA62-AF3ED39F6D21}"/>
                  </a:ext>
                </a:extLst>
              </p:cNvPr>
              <p:cNvSpPr/>
              <p:nvPr/>
            </p:nvSpPr>
            <p:spPr>
              <a:xfrm>
                <a:off x="273525" y="2561025"/>
                <a:ext cx="265250" cy="14750"/>
              </a:xfrm>
              <a:custGeom>
                <a:avLst/>
                <a:gdLst/>
                <a:ahLst/>
                <a:cxnLst/>
                <a:rect l="l" t="t" r="r" b="b"/>
                <a:pathLst>
                  <a:path w="10610" h="590" extrusionOk="0">
                    <a:moveTo>
                      <a:pt x="294" y="0"/>
                    </a:moveTo>
                    <a:cubicBezTo>
                      <a:pt x="132" y="0"/>
                      <a:pt x="0" y="132"/>
                      <a:pt x="0" y="294"/>
                    </a:cubicBezTo>
                    <a:cubicBezTo>
                      <a:pt x="0" y="458"/>
                      <a:pt x="132" y="590"/>
                      <a:pt x="294" y="590"/>
                    </a:cubicBezTo>
                    <a:lnTo>
                      <a:pt x="10314" y="590"/>
                    </a:lnTo>
                    <a:cubicBezTo>
                      <a:pt x="10478" y="590"/>
                      <a:pt x="10609" y="458"/>
                      <a:pt x="10609" y="294"/>
                    </a:cubicBezTo>
                    <a:cubicBezTo>
                      <a:pt x="10609" y="132"/>
                      <a:pt x="10478" y="0"/>
                      <a:pt x="103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290;p25">
                <a:extLst>
                  <a:ext uri="{FF2B5EF4-FFF2-40B4-BE49-F238E27FC236}">
                    <a16:creationId xmlns:a16="http://schemas.microsoft.com/office/drawing/2014/main" id="{02B929CD-0345-8655-35FF-C17873D12C4B}"/>
                  </a:ext>
                </a:extLst>
              </p:cNvPr>
              <p:cNvSpPr/>
              <p:nvPr/>
            </p:nvSpPr>
            <p:spPr>
              <a:xfrm>
                <a:off x="277200" y="2615400"/>
                <a:ext cx="457150" cy="14725"/>
              </a:xfrm>
              <a:custGeom>
                <a:avLst/>
                <a:gdLst/>
                <a:ahLst/>
                <a:cxnLst/>
                <a:rect l="l" t="t" r="r" b="b"/>
                <a:pathLst>
                  <a:path w="18286" h="589" extrusionOk="0">
                    <a:moveTo>
                      <a:pt x="294" y="0"/>
                    </a:moveTo>
                    <a:cubicBezTo>
                      <a:pt x="132" y="0"/>
                      <a:pt x="0" y="132"/>
                      <a:pt x="0" y="294"/>
                    </a:cubicBezTo>
                    <a:cubicBezTo>
                      <a:pt x="0" y="456"/>
                      <a:pt x="132" y="588"/>
                      <a:pt x="294" y="588"/>
                    </a:cubicBezTo>
                    <a:lnTo>
                      <a:pt x="17992" y="588"/>
                    </a:lnTo>
                    <a:cubicBezTo>
                      <a:pt x="18154" y="588"/>
                      <a:pt x="18286" y="456"/>
                      <a:pt x="18286" y="294"/>
                    </a:cubicBezTo>
                    <a:cubicBezTo>
                      <a:pt x="18286" y="132"/>
                      <a:pt x="18154" y="0"/>
                      <a:pt x="179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291;p25">
                <a:extLst>
                  <a:ext uri="{FF2B5EF4-FFF2-40B4-BE49-F238E27FC236}">
                    <a16:creationId xmlns:a16="http://schemas.microsoft.com/office/drawing/2014/main" id="{CDD27727-2943-FC1E-F61E-5C341C6C71B5}"/>
                  </a:ext>
                </a:extLst>
              </p:cNvPr>
              <p:cNvSpPr/>
              <p:nvPr/>
            </p:nvSpPr>
            <p:spPr>
              <a:xfrm>
                <a:off x="594675" y="2669775"/>
                <a:ext cx="139675" cy="14725"/>
              </a:xfrm>
              <a:custGeom>
                <a:avLst/>
                <a:gdLst/>
                <a:ahLst/>
                <a:cxnLst/>
                <a:rect l="l" t="t" r="r" b="b"/>
                <a:pathLst>
                  <a:path w="5587" h="589" extrusionOk="0">
                    <a:moveTo>
                      <a:pt x="294" y="1"/>
                    </a:moveTo>
                    <a:cubicBezTo>
                      <a:pt x="132" y="1"/>
                      <a:pt x="1" y="132"/>
                      <a:pt x="1" y="294"/>
                    </a:cubicBezTo>
                    <a:cubicBezTo>
                      <a:pt x="1" y="457"/>
                      <a:pt x="132" y="588"/>
                      <a:pt x="294" y="588"/>
                    </a:cubicBezTo>
                    <a:lnTo>
                      <a:pt x="5293" y="588"/>
                    </a:lnTo>
                    <a:cubicBezTo>
                      <a:pt x="5455" y="588"/>
                      <a:pt x="5587" y="457"/>
                      <a:pt x="5587" y="294"/>
                    </a:cubicBezTo>
                    <a:cubicBezTo>
                      <a:pt x="5587" y="132"/>
                      <a:pt x="5455" y="1"/>
                      <a:pt x="52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292;p25">
                <a:extLst>
                  <a:ext uri="{FF2B5EF4-FFF2-40B4-BE49-F238E27FC236}">
                    <a16:creationId xmlns:a16="http://schemas.microsoft.com/office/drawing/2014/main" id="{35CAF365-9290-BFD2-8AE4-10BD429C2DEC}"/>
                  </a:ext>
                </a:extLst>
              </p:cNvPr>
              <p:cNvSpPr/>
              <p:nvPr/>
            </p:nvSpPr>
            <p:spPr>
              <a:xfrm>
                <a:off x="385300" y="2669775"/>
                <a:ext cx="185775" cy="14725"/>
              </a:xfrm>
              <a:custGeom>
                <a:avLst/>
                <a:gdLst/>
                <a:ahLst/>
                <a:cxnLst/>
                <a:rect l="l" t="t" r="r" b="b"/>
                <a:pathLst>
                  <a:path w="7431" h="589" extrusionOk="0">
                    <a:moveTo>
                      <a:pt x="295" y="1"/>
                    </a:moveTo>
                    <a:cubicBezTo>
                      <a:pt x="132" y="1"/>
                      <a:pt x="1" y="132"/>
                      <a:pt x="1" y="294"/>
                    </a:cubicBezTo>
                    <a:cubicBezTo>
                      <a:pt x="1" y="457"/>
                      <a:pt x="132" y="588"/>
                      <a:pt x="295" y="588"/>
                    </a:cubicBezTo>
                    <a:lnTo>
                      <a:pt x="7135" y="588"/>
                    </a:lnTo>
                    <a:cubicBezTo>
                      <a:pt x="7299" y="588"/>
                      <a:pt x="7430" y="457"/>
                      <a:pt x="7430" y="294"/>
                    </a:cubicBezTo>
                    <a:cubicBezTo>
                      <a:pt x="7430" y="132"/>
                      <a:pt x="7299"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293;p25">
                <a:extLst>
                  <a:ext uri="{FF2B5EF4-FFF2-40B4-BE49-F238E27FC236}">
                    <a16:creationId xmlns:a16="http://schemas.microsoft.com/office/drawing/2014/main" id="{9031738D-4A02-9287-9FAD-131FAF570F55}"/>
                  </a:ext>
                </a:extLst>
              </p:cNvPr>
              <p:cNvSpPr/>
              <p:nvPr/>
            </p:nvSpPr>
            <p:spPr>
              <a:xfrm>
                <a:off x="779775" y="2543150"/>
                <a:ext cx="189050" cy="65425"/>
              </a:xfrm>
              <a:custGeom>
                <a:avLst/>
                <a:gdLst/>
                <a:ahLst/>
                <a:cxnLst/>
                <a:rect l="l" t="t" r="r" b="b"/>
                <a:pathLst>
                  <a:path w="7562" h="2617" extrusionOk="0">
                    <a:moveTo>
                      <a:pt x="673" y="0"/>
                    </a:moveTo>
                    <a:cubicBezTo>
                      <a:pt x="302" y="0"/>
                      <a:pt x="0" y="302"/>
                      <a:pt x="0" y="673"/>
                    </a:cubicBezTo>
                    <a:lnTo>
                      <a:pt x="0" y="1944"/>
                    </a:lnTo>
                    <a:cubicBezTo>
                      <a:pt x="0" y="2315"/>
                      <a:pt x="302" y="2616"/>
                      <a:pt x="673" y="2616"/>
                    </a:cubicBezTo>
                    <a:lnTo>
                      <a:pt x="6889" y="2616"/>
                    </a:lnTo>
                    <a:cubicBezTo>
                      <a:pt x="7260" y="2616"/>
                      <a:pt x="7562" y="2315"/>
                      <a:pt x="7562" y="1944"/>
                    </a:cubicBezTo>
                    <a:lnTo>
                      <a:pt x="7562" y="673"/>
                    </a:lnTo>
                    <a:cubicBezTo>
                      <a:pt x="7562" y="302"/>
                      <a:pt x="7260" y="0"/>
                      <a:pt x="6889" y="0"/>
                    </a:cubicBezTo>
                    <a:close/>
                  </a:path>
                </a:pathLst>
              </a:custGeom>
              <a:solidFill>
                <a:srgbClr val="C8D3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294;p25">
                <a:extLst>
                  <a:ext uri="{FF2B5EF4-FFF2-40B4-BE49-F238E27FC236}">
                    <a16:creationId xmlns:a16="http://schemas.microsoft.com/office/drawing/2014/main" id="{05C44418-9966-A431-342F-B15CA11497A0}"/>
                  </a:ext>
                </a:extLst>
              </p:cNvPr>
              <p:cNvSpPr/>
              <p:nvPr/>
            </p:nvSpPr>
            <p:spPr>
              <a:xfrm>
                <a:off x="786050" y="2549475"/>
                <a:ext cx="176500" cy="52800"/>
              </a:xfrm>
              <a:custGeom>
                <a:avLst/>
                <a:gdLst/>
                <a:ahLst/>
                <a:cxnLst/>
                <a:rect l="l" t="t" r="r" b="b"/>
                <a:pathLst>
                  <a:path w="7060" h="2112" extrusionOk="0">
                    <a:moveTo>
                      <a:pt x="422" y="0"/>
                    </a:moveTo>
                    <a:cubicBezTo>
                      <a:pt x="190" y="0"/>
                      <a:pt x="1" y="188"/>
                      <a:pt x="1" y="421"/>
                    </a:cubicBezTo>
                    <a:lnTo>
                      <a:pt x="1" y="1691"/>
                    </a:lnTo>
                    <a:cubicBezTo>
                      <a:pt x="1" y="1923"/>
                      <a:pt x="190" y="2112"/>
                      <a:pt x="422" y="2112"/>
                    </a:cubicBezTo>
                    <a:lnTo>
                      <a:pt x="6638" y="2112"/>
                    </a:lnTo>
                    <a:cubicBezTo>
                      <a:pt x="6872" y="2112"/>
                      <a:pt x="7059" y="1923"/>
                      <a:pt x="7059" y="1691"/>
                    </a:cubicBezTo>
                    <a:lnTo>
                      <a:pt x="7059" y="420"/>
                    </a:lnTo>
                    <a:cubicBezTo>
                      <a:pt x="7059" y="188"/>
                      <a:pt x="6872" y="0"/>
                      <a:pt x="6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295;p25">
                <a:extLst>
                  <a:ext uri="{FF2B5EF4-FFF2-40B4-BE49-F238E27FC236}">
                    <a16:creationId xmlns:a16="http://schemas.microsoft.com/office/drawing/2014/main" id="{84F3F3B2-F2C1-0275-4925-122BDB4F3E57}"/>
                  </a:ext>
                </a:extLst>
              </p:cNvPr>
              <p:cNvSpPr/>
              <p:nvPr/>
            </p:nvSpPr>
            <p:spPr>
              <a:xfrm>
                <a:off x="897475" y="2569000"/>
                <a:ext cx="45300" cy="18125"/>
              </a:xfrm>
              <a:custGeom>
                <a:avLst/>
                <a:gdLst/>
                <a:ahLst/>
                <a:cxnLst/>
                <a:rect l="l" t="t" r="r" b="b"/>
                <a:pathLst>
                  <a:path w="1812" h="725" extrusionOk="0">
                    <a:moveTo>
                      <a:pt x="885" y="1"/>
                    </a:moveTo>
                    <a:cubicBezTo>
                      <a:pt x="567" y="1"/>
                      <a:pt x="268" y="140"/>
                      <a:pt x="64" y="383"/>
                    </a:cubicBezTo>
                    <a:cubicBezTo>
                      <a:pt x="0" y="457"/>
                      <a:pt x="9" y="567"/>
                      <a:pt x="83" y="631"/>
                    </a:cubicBezTo>
                    <a:cubicBezTo>
                      <a:pt x="116" y="659"/>
                      <a:pt x="157" y="672"/>
                      <a:pt x="197" y="672"/>
                    </a:cubicBezTo>
                    <a:cubicBezTo>
                      <a:pt x="247" y="672"/>
                      <a:pt x="297" y="651"/>
                      <a:pt x="332" y="610"/>
                    </a:cubicBezTo>
                    <a:cubicBezTo>
                      <a:pt x="470" y="446"/>
                      <a:pt x="671" y="354"/>
                      <a:pt x="885" y="354"/>
                    </a:cubicBezTo>
                    <a:cubicBezTo>
                      <a:pt x="1115" y="354"/>
                      <a:pt x="1333" y="464"/>
                      <a:pt x="1469" y="652"/>
                    </a:cubicBezTo>
                    <a:cubicBezTo>
                      <a:pt x="1504" y="699"/>
                      <a:pt x="1557" y="725"/>
                      <a:pt x="1612" y="725"/>
                    </a:cubicBezTo>
                    <a:cubicBezTo>
                      <a:pt x="1648" y="725"/>
                      <a:pt x="1684" y="714"/>
                      <a:pt x="1715" y="692"/>
                    </a:cubicBezTo>
                    <a:cubicBezTo>
                      <a:pt x="1794" y="634"/>
                      <a:pt x="1812" y="524"/>
                      <a:pt x="1754" y="445"/>
                    </a:cubicBezTo>
                    <a:cubicBezTo>
                      <a:pt x="1553" y="168"/>
                      <a:pt x="1227" y="1"/>
                      <a:pt x="8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296;p25">
                <a:extLst>
                  <a:ext uri="{FF2B5EF4-FFF2-40B4-BE49-F238E27FC236}">
                    <a16:creationId xmlns:a16="http://schemas.microsoft.com/office/drawing/2014/main" id="{A01AF035-7794-2CB5-0E7F-C4584706B30F}"/>
                  </a:ext>
                </a:extLst>
              </p:cNvPr>
              <p:cNvSpPr/>
              <p:nvPr/>
            </p:nvSpPr>
            <p:spPr>
              <a:xfrm>
                <a:off x="805875" y="2569000"/>
                <a:ext cx="45275" cy="18125"/>
              </a:xfrm>
              <a:custGeom>
                <a:avLst/>
                <a:gdLst/>
                <a:ahLst/>
                <a:cxnLst/>
                <a:rect l="l" t="t" r="r" b="b"/>
                <a:pathLst>
                  <a:path w="1811" h="725" extrusionOk="0">
                    <a:moveTo>
                      <a:pt x="927" y="1"/>
                    </a:moveTo>
                    <a:cubicBezTo>
                      <a:pt x="583" y="1"/>
                      <a:pt x="259" y="168"/>
                      <a:pt x="56" y="445"/>
                    </a:cubicBezTo>
                    <a:cubicBezTo>
                      <a:pt x="0" y="524"/>
                      <a:pt x="17" y="634"/>
                      <a:pt x="95" y="692"/>
                    </a:cubicBezTo>
                    <a:cubicBezTo>
                      <a:pt x="127" y="714"/>
                      <a:pt x="164" y="725"/>
                      <a:pt x="200" y="725"/>
                    </a:cubicBezTo>
                    <a:cubicBezTo>
                      <a:pt x="255" y="725"/>
                      <a:pt x="308" y="699"/>
                      <a:pt x="342" y="652"/>
                    </a:cubicBezTo>
                    <a:cubicBezTo>
                      <a:pt x="477" y="464"/>
                      <a:pt x="697" y="354"/>
                      <a:pt x="927" y="354"/>
                    </a:cubicBezTo>
                    <a:cubicBezTo>
                      <a:pt x="1141" y="354"/>
                      <a:pt x="1341" y="446"/>
                      <a:pt x="1478" y="610"/>
                    </a:cubicBezTo>
                    <a:cubicBezTo>
                      <a:pt x="1514" y="651"/>
                      <a:pt x="1564" y="672"/>
                      <a:pt x="1614" y="672"/>
                    </a:cubicBezTo>
                    <a:cubicBezTo>
                      <a:pt x="1654" y="672"/>
                      <a:pt x="1694" y="659"/>
                      <a:pt x="1727" y="631"/>
                    </a:cubicBezTo>
                    <a:cubicBezTo>
                      <a:pt x="1801" y="567"/>
                      <a:pt x="1810" y="457"/>
                      <a:pt x="1748" y="383"/>
                    </a:cubicBezTo>
                    <a:cubicBezTo>
                      <a:pt x="1544" y="140"/>
                      <a:pt x="1244" y="1"/>
                      <a:pt x="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97;p25">
              <a:extLst>
                <a:ext uri="{FF2B5EF4-FFF2-40B4-BE49-F238E27FC236}">
                  <a16:creationId xmlns:a16="http://schemas.microsoft.com/office/drawing/2014/main" id="{DF7431AE-7E22-F8F2-B06C-2B5EAE9AD1EE}"/>
                </a:ext>
              </a:extLst>
            </p:cNvPr>
            <p:cNvGrpSpPr/>
            <p:nvPr/>
          </p:nvGrpSpPr>
          <p:grpSpPr>
            <a:xfrm>
              <a:off x="5434633" y="1349646"/>
              <a:ext cx="3070564" cy="3258981"/>
              <a:chOff x="1304275" y="2258525"/>
              <a:chExt cx="1138300" cy="1208194"/>
            </a:xfrm>
          </p:grpSpPr>
          <p:sp>
            <p:nvSpPr>
              <p:cNvPr id="281" name="Google Shape;298;p25">
                <a:extLst>
                  <a:ext uri="{FF2B5EF4-FFF2-40B4-BE49-F238E27FC236}">
                    <a16:creationId xmlns:a16="http://schemas.microsoft.com/office/drawing/2014/main" id="{EAB5CA8E-D5D9-0B46-13AA-FCC5093456F5}"/>
                  </a:ext>
                </a:extLst>
              </p:cNvPr>
              <p:cNvSpPr/>
              <p:nvPr/>
            </p:nvSpPr>
            <p:spPr>
              <a:xfrm>
                <a:off x="1540075" y="2768300"/>
                <a:ext cx="83675" cy="69075"/>
              </a:xfrm>
              <a:custGeom>
                <a:avLst/>
                <a:gdLst/>
                <a:ahLst/>
                <a:cxnLst/>
                <a:rect l="l" t="t" r="r" b="b"/>
                <a:pathLst>
                  <a:path w="3347" h="2763" extrusionOk="0">
                    <a:moveTo>
                      <a:pt x="1889" y="202"/>
                    </a:moveTo>
                    <a:cubicBezTo>
                      <a:pt x="2357" y="202"/>
                      <a:pt x="2739" y="644"/>
                      <a:pt x="2744" y="1193"/>
                    </a:cubicBezTo>
                    <a:cubicBezTo>
                      <a:pt x="2748" y="1744"/>
                      <a:pt x="2370" y="2196"/>
                      <a:pt x="1899" y="2199"/>
                    </a:cubicBezTo>
                    <a:cubicBezTo>
                      <a:pt x="1896" y="2199"/>
                      <a:pt x="1894" y="2199"/>
                      <a:pt x="1892" y="2199"/>
                    </a:cubicBezTo>
                    <a:cubicBezTo>
                      <a:pt x="1424" y="2199"/>
                      <a:pt x="1041" y="1757"/>
                      <a:pt x="1037" y="1208"/>
                    </a:cubicBezTo>
                    <a:cubicBezTo>
                      <a:pt x="1032" y="657"/>
                      <a:pt x="1409" y="207"/>
                      <a:pt x="1882" y="202"/>
                    </a:cubicBezTo>
                    <a:cubicBezTo>
                      <a:pt x="1884" y="202"/>
                      <a:pt x="1887" y="202"/>
                      <a:pt x="1889" y="202"/>
                    </a:cubicBezTo>
                    <a:close/>
                    <a:moveTo>
                      <a:pt x="3323" y="1"/>
                    </a:moveTo>
                    <a:lnTo>
                      <a:pt x="1" y="30"/>
                    </a:lnTo>
                    <a:lnTo>
                      <a:pt x="25" y="2762"/>
                    </a:lnTo>
                    <a:lnTo>
                      <a:pt x="3347" y="2733"/>
                    </a:lnTo>
                    <a:lnTo>
                      <a:pt x="33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99;p25">
                <a:extLst>
                  <a:ext uri="{FF2B5EF4-FFF2-40B4-BE49-F238E27FC236}">
                    <a16:creationId xmlns:a16="http://schemas.microsoft.com/office/drawing/2014/main" id="{F55550D9-A640-B4B7-0010-9C370B6E088E}"/>
                  </a:ext>
                </a:extLst>
              </p:cNvPr>
              <p:cNvSpPr/>
              <p:nvPr/>
            </p:nvSpPr>
            <p:spPr>
              <a:xfrm>
                <a:off x="1549775" y="2768225"/>
                <a:ext cx="83625" cy="69025"/>
              </a:xfrm>
              <a:custGeom>
                <a:avLst/>
                <a:gdLst/>
                <a:ahLst/>
                <a:cxnLst/>
                <a:rect l="l" t="t" r="r" b="b"/>
                <a:pathLst>
                  <a:path w="3345" h="2761" extrusionOk="0">
                    <a:moveTo>
                      <a:pt x="1887" y="202"/>
                    </a:moveTo>
                    <a:cubicBezTo>
                      <a:pt x="2357" y="202"/>
                      <a:pt x="2738" y="644"/>
                      <a:pt x="2744" y="1193"/>
                    </a:cubicBezTo>
                    <a:cubicBezTo>
                      <a:pt x="2748" y="1744"/>
                      <a:pt x="2370" y="2194"/>
                      <a:pt x="1898" y="2199"/>
                    </a:cubicBezTo>
                    <a:cubicBezTo>
                      <a:pt x="1896" y="2199"/>
                      <a:pt x="1894" y="2199"/>
                      <a:pt x="1891" y="2199"/>
                    </a:cubicBezTo>
                    <a:cubicBezTo>
                      <a:pt x="1422" y="2199"/>
                      <a:pt x="1041" y="1757"/>
                      <a:pt x="1035" y="1208"/>
                    </a:cubicBezTo>
                    <a:cubicBezTo>
                      <a:pt x="1031" y="657"/>
                      <a:pt x="1409" y="205"/>
                      <a:pt x="1880" y="202"/>
                    </a:cubicBezTo>
                    <a:cubicBezTo>
                      <a:pt x="1883" y="202"/>
                      <a:pt x="1885" y="202"/>
                      <a:pt x="1887" y="202"/>
                    </a:cubicBezTo>
                    <a:close/>
                    <a:moveTo>
                      <a:pt x="3322" y="1"/>
                    </a:moveTo>
                    <a:lnTo>
                      <a:pt x="1" y="30"/>
                    </a:lnTo>
                    <a:lnTo>
                      <a:pt x="23" y="2761"/>
                    </a:lnTo>
                    <a:lnTo>
                      <a:pt x="3345" y="2733"/>
                    </a:lnTo>
                    <a:lnTo>
                      <a:pt x="33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300;p25">
                <a:extLst>
                  <a:ext uri="{FF2B5EF4-FFF2-40B4-BE49-F238E27FC236}">
                    <a16:creationId xmlns:a16="http://schemas.microsoft.com/office/drawing/2014/main" id="{4155F91A-4E54-F9D3-DE9F-77B0F6EAECD1}"/>
                  </a:ext>
                </a:extLst>
              </p:cNvPr>
              <p:cNvSpPr/>
              <p:nvPr/>
            </p:nvSpPr>
            <p:spPr>
              <a:xfrm>
                <a:off x="1484950" y="2826700"/>
                <a:ext cx="134075" cy="11125"/>
              </a:xfrm>
              <a:custGeom>
                <a:avLst/>
                <a:gdLst/>
                <a:ahLst/>
                <a:cxnLst/>
                <a:rect l="l" t="t" r="r" b="b"/>
                <a:pathLst>
                  <a:path w="5363" h="445" extrusionOk="0">
                    <a:moveTo>
                      <a:pt x="5249" y="1"/>
                    </a:moveTo>
                    <a:lnTo>
                      <a:pt x="111" y="44"/>
                    </a:lnTo>
                    <a:cubicBezTo>
                      <a:pt x="50" y="46"/>
                      <a:pt x="0" y="96"/>
                      <a:pt x="2" y="157"/>
                    </a:cubicBezTo>
                    <a:lnTo>
                      <a:pt x="3" y="444"/>
                    </a:lnTo>
                    <a:lnTo>
                      <a:pt x="5362" y="399"/>
                    </a:lnTo>
                    <a:lnTo>
                      <a:pt x="5361" y="111"/>
                    </a:lnTo>
                    <a:cubicBezTo>
                      <a:pt x="5359" y="49"/>
                      <a:pt x="5309" y="1"/>
                      <a:pt x="5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301;p25">
                <a:extLst>
                  <a:ext uri="{FF2B5EF4-FFF2-40B4-BE49-F238E27FC236}">
                    <a16:creationId xmlns:a16="http://schemas.microsoft.com/office/drawing/2014/main" id="{6378E79F-C198-2904-9401-56935374ADC5}"/>
                  </a:ext>
                </a:extLst>
              </p:cNvPr>
              <p:cNvSpPr/>
              <p:nvPr/>
            </p:nvSpPr>
            <p:spPr>
              <a:xfrm>
                <a:off x="1532775" y="2826275"/>
                <a:ext cx="134075" cy="11125"/>
              </a:xfrm>
              <a:custGeom>
                <a:avLst/>
                <a:gdLst/>
                <a:ahLst/>
                <a:cxnLst/>
                <a:rect l="l" t="t" r="r" b="b"/>
                <a:pathLst>
                  <a:path w="5363" h="445" extrusionOk="0">
                    <a:moveTo>
                      <a:pt x="5247" y="1"/>
                    </a:moveTo>
                    <a:lnTo>
                      <a:pt x="111" y="45"/>
                    </a:lnTo>
                    <a:cubicBezTo>
                      <a:pt x="49" y="46"/>
                      <a:pt x="0" y="96"/>
                      <a:pt x="0" y="158"/>
                    </a:cubicBezTo>
                    <a:lnTo>
                      <a:pt x="3" y="445"/>
                    </a:lnTo>
                    <a:lnTo>
                      <a:pt x="5362" y="399"/>
                    </a:lnTo>
                    <a:lnTo>
                      <a:pt x="5359" y="111"/>
                    </a:lnTo>
                    <a:cubicBezTo>
                      <a:pt x="5359" y="51"/>
                      <a:pt x="5309" y="1"/>
                      <a:pt x="5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302;p25">
                <a:extLst>
                  <a:ext uri="{FF2B5EF4-FFF2-40B4-BE49-F238E27FC236}">
                    <a16:creationId xmlns:a16="http://schemas.microsoft.com/office/drawing/2014/main" id="{FC27DDE9-0D03-301D-9C95-C9E1A4F51BB4}"/>
                  </a:ext>
                </a:extLst>
              </p:cNvPr>
              <p:cNvSpPr/>
              <p:nvPr/>
            </p:nvSpPr>
            <p:spPr>
              <a:xfrm>
                <a:off x="1319475" y="2495100"/>
                <a:ext cx="480400" cy="275175"/>
              </a:xfrm>
              <a:custGeom>
                <a:avLst/>
                <a:gdLst/>
                <a:ahLst/>
                <a:cxnLst/>
                <a:rect l="l" t="t" r="r" b="b"/>
                <a:pathLst>
                  <a:path w="19216" h="11007" extrusionOk="0">
                    <a:moveTo>
                      <a:pt x="15944" y="0"/>
                    </a:moveTo>
                    <a:lnTo>
                      <a:pt x="230" y="137"/>
                    </a:lnTo>
                    <a:cubicBezTo>
                      <a:pt x="85" y="138"/>
                      <a:pt x="0" y="255"/>
                      <a:pt x="41" y="400"/>
                    </a:cubicBezTo>
                    <a:lnTo>
                      <a:pt x="2937" y="10747"/>
                    </a:lnTo>
                    <a:cubicBezTo>
                      <a:pt x="2978" y="10890"/>
                      <a:pt x="3126" y="11006"/>
                      <a:pt x="3269" y="11006"/>
                    </a:cubicBezTo>
                    <a:cubicBezTo>
                      <a:pt x="3270" y="11006"/>
                      <a:pt x="3271" y="11006"/>
                      <a:pt x="3272" y="11006"/>
                    </a:cubicBezTo>
                    <a:lnTo>
                      <a:pt x="18985" y="10870"/>
                    </a:lnTo>
                    <a:cubicBezTo>
                      <a:pt x="19131" y="10870"/>
                      <a:pt x="19216" y="10752"/>
                      <a:pt x="19175" y="10606"/>
                    </a:cubicBezTo>
                    <a:lnTo>
                      <a:pt x="16279" y="261"/>
                    </a:lnTo>
                    <a:cubicBezTo>
                      <a:pt x="16238" y="115"/>
                      <a:pt x="16088" y="0"/>
                      <a:pt x="159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303;p25">
                <a:extLst>
                  <a:ext uri="{FF2B5EF4-FFF2-40B4-BE49-F238E27FC236}">
                    <a16:creationId xmlns:a16="http://schemas.microsoft.com/office/drawing/2014/main" id="{3898E507-8B46-4BCC-EE41-FDD9F1110203}"/>
                  </a:ext>
                </a:extLst>
              </p:cNvPr>
              <p:cNvSpPr/>
              <p:nvPr/>
            </p:nvSpPr>
            <p:spPr>
              <a:xfrm>
                <a:off x="1329800" y="2495025"/>
                <a:ext cx="480425" cy="275125"/>
              </a:xfrm>
              <a:custGeom>
                <a:avLst/>
                <a:gdLst/>
                <a:ahLst/>
                <a:cxnLst/>
                <a:rect l="l" t="t" r="r" b="b"/>
                <a:pathLst>
                  <a:path w="19217" h="11005" extrusionOk="0">
                    <a:moveTo>
                      <a:pt x="15947" y="0"/>
                    </a:moveTo>
                    <a:cubicBezTo>
                      <a:pt x="15946" y="0"/>
                      <a:pt x="15945" y="0"/>
                      <a:pt x="15944" y="0"/>
                    </a:cubicBezTo>
                    <a:lnTo>
                      <a:pt x="231" y="135"/>
                    </a:lnTo>
                    <a:cubicBezTo>
                      <a:pt x="85" y="137"/>
                      <a:pt x="1" y="255"/>
                      <a:pt x="41" y="399"/>
                    </a:cubicBezTo>
                    <a:lnTo>
                      <a:pt x="2939" y="10746"/>
                    </a:lnTo>
                    <a:cubicBezTo>
                      <a:pt x="2978" y="10890"/>
                      <a:pt x="3126" y="11005"/>
                      <a:pt x="3270" y="11005"/>
                    </a:cubicBezTo>
                    <a:cubicBezTo>
                      <a:pt x="3270" y="11005"/>
                      <a:pt x="3271" y="11005"/>
                      <a:pt x="3272" y="11005"/>
                    </a:cubicBezTo>
                    <a:lnTo>
                      <a:pt x="18986" y="10870"/>
                    </a:lnTo>
                    <a:cubicBezTo>
                      <a:pt x="19131" y="10868"/>
                      <a:pt x="19216" y="10750"/>
                      <a:pt x="19175" y="10606"/>
                    </a:cubicBezTo>
                    <a:lnTo>
                      <a:pt x="16279" y="259"/>
                    </a:lnTo>
                    <a:cubicBezTo>
                      <a:pt x="16239" y="116"/>
                      <a:pt x="16090" y="0"/>
                      <a:pt x="159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304;p25">
                <a:extLst>
                  <a:ext uri="{FF2B5EF4-FFF2-40B4-BE49-F238E27FC236}">
                    <a16:creationId xmlns:a16="http://schemas.microsoft.com/office/drawing/2014/main" id="{2AC28A2D-6F64-B009-8223-316E8891529B}"/>
                  </a:ext>
                </a:extLst>
              </p:cNvPr>
              <p:cNvSpPr/>
              <p:nvPr/>
            </p:nvSpPr>
            <p:spPr>
              <a:xfrm>
                <a:off x="1344200" y="2506950"/>
                <a:ext cx="451675" cy="251300"/>
              </a:xfrm>
              <a:custGeom>
                <a:avLst/>
                <a:gdLst/>
                <a:ahLst/>
                <a:cxnLst/>
                <a:rect l="l" t="t" r="r" b="b"/>
                <a:pathLst>
                  <a:path w="18067" h="10052" extrusionOk="0">
                    <a:moveTo>
                      <a:pt x="15287" y="0"/>
                    </a:moveTo>
                    <a:lnTo>
                      <a:pt x="0" y="131"/>
                    </a:lnTo>
                    <a:lnTo>
                      <a:pt x="2780" y="10052"/>
                    </a:lnTo>
                    <a:lnTo>
                      <a:pt x="18066" y="9920"/>
                    </a:lnTo>
                    <a:lnTo>
                      <a:pt x="15287" y="0"/>
                    </a:lnTo>
                    <a:close/>
                  </a:path>
                </a:pathLst>
              </a:custGeom>
              <a:solidFill>
                <a:srgbClr val="FEF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305;p25">
                <a:extLst>
                  <a:ext uri="{FF2B5EF4-FFF2-40B4-BE49-F238E27FC236}">
                    <a16:creationId xmlns:a16="http://schemas.microsoft.com/office/drawing/2014/main" id="{13339BD0-6140-F334-2A26-713677C4C346}"/>
                  </a:ext>
                </a:extLst>
              </p:cNvPr>
              <p:cNvSpPr/>
              <p:nvPr/>
            </p:nvSpPr>
            <p:spPr>
              <a:xfrm>
                <a:off x="1388650" y="2538075"/>
                <a:ext cx="364700" cy="165350"/>
              </a:xfrm>
              <a:custGeom>
                <a:avLst/>
                <a:gdLst/>
                <a:ahLst/>
                <a:cxnLst/>
                <a:rect l="l" t="t" r="r" b="b"/>
                <a:pathLst>
                  <a:path w="14588" h="6614" extrusionOk="0">
                    <a:moveTo>
                      <a:pt x="12365" y="0"/>
                    </a:moveTo>
                    <a:cubicBezTo>
                      <a:pt x="12364" y="0"/>
                      <a:pt x="12363" y="0"/>
                      <a:pt x="12362" y="0"/>
                    </a:cubicBezTo>
                    <a:lnTo>
                      <a:pt x="305" y="105"/>
                    </a:lnTo>
                    <a:cubicBezTo>
                      <a:pt x="111" y="106"/>
                      <a:pt x="0" y="264"/>
                      <a:pt x="56" y="458"/>
                    </a:cubicBezTo>
                    <a:lnTo>
                      <a:pt x="1770" y="6267"/>
                    </a:lnTo>
                    <a:cubicBezTo>
                      <a:pt x="1827" y="6458"/>
                      <a:pt x="2030" y="6614"/>
                      <a:pt x="2223" y="6614"/>
                    </a:cubicBezTo>
                    <a:cubicBezTo>
                      <a:pt x="2224" y="6614"/>
                      <a:pt x="2225" y="6614"/>
                      <a:pt x="2226" y="6614"/>
                    </a:cubicBezTo>
                    <a:lnTo>
                      <a:pt x="14283" y="6511"/>
                    </a:lnTo>
                    <a:cubicBezTo>
                      <a:pt x="14477" y="6508"/>
                      <a:pt x="14587" y="6350"/>
                      <a:pt x="14531" y="6156"/>
                    </a:cubicBezTo>
                    <a:lnTo>
                      <a:pt x="12816" y="349"/>
                    </a:lnTo>
                    <a:cubicBezTo>
                      <a:pt x="12761" y="156"/>
                      <a:pt x="12558" y="0"/>
                      <a:pt x="123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306;p25">
                <a:extLst>
                  <a:ext uri="{FF2B5EF4-FFF2-40B4-BE49-F238E27FC236}">
                    <a16:creationId xmlns:a16="http://schemas.microsoft.com/office/drawing/2014/main" id="{D65BE6F6-6119-6255-6222-8907043CAE84}"/>
                  </a:ext>
                </a:extLst>
              </p:cNvPr>
              <p:cNvSpPr/>
              <p:nvPr/>
            </p:nvSpPr>
            <p:spPr>
              <a:xfrm>
                <a:off x="1461250" y="2602825"/>
                <a:ext cx="213550" cy="15675"/>
              </a:xfrm>
              <a:custGeom>
                <a:avLst/>
                <a:gdLst/>
                <a:ahLst/>
                <a:cxnLst/>
                <a:rect l="l" t="t" r="r" b="b"/>
                <a:pathLst>
                  <a:path w="8542" h="627" extrusionOk="0">
                    <a:moveTo>
                      <a:pt x="8169" y="1"/>
                    </a:moveTo>
                    <a:lnTo>
                      <a:pt x="208" y="70"/>
                    </a:lnTo>
                    <a:cubicBezTo>
                      <a:pt x="76" y="70"/>
                      <a:pt x="0" y="178"/>
                      <a:pt x="38" y="310"/>
                    </a:cubicBezTo>
                    <a:lnTo>
                      <a:pt x="62" y="390"/>
                    </a:lnTo>
                    <a:cubicBezTo>
                      <a:pt x="100" y="521"/>
                      <a:pt x="237" y="626"/>
                      <a:pt x="368" y="626"/>
                    </a:cubicBezTo>
                    <a:cubicBezTo>
                      <a:pt x="369" y="626"/>
                      <a:pt x="370" y="626"/>
                      <a:pt x="371" y="626"/>
                    </a:cubicBezTo>
                    <a:lnTo>
                      <a:pt x="8334" y="558"/>
                    </a:lnTo>
                    <a:cubicBezTo>
                      <a:pt x="8466" y="556"/>
                      <a:pt x="8542" y="449"/>
                      <a:pt x="8502" y="317"/>
                    </a:cubicBezTo>
                    <a:lnTo>
                      <a:pt x="8479" y="237"/>
                    </a:lnTo>
                    <a:cubicBezTo>
                      <a:pt x="8440" y="107"/>
                      <a:pt x="8302" y="1"/>
                      <a:pt x="81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307;p25">
                <a:extLst>
                  <a:ext uri="{FF2B5EF4-FFF2-40B4-BE49-F238E27FC236}">
                    <a16:creationId xmlns:a16="http://schemas.microsoft.com/office/drawing/2014/main" id="{3B2EC850-A8C6-575B-CAC5-7659345495D2}"/>
                  </a:ext>
                </a:extLst>
              </p:cNvPr>
              <p:cNvSpPr/>
              <p:nvPr/>
            </p:nvSpPr>
            <p:spPr>
              <a:xfrm>
                <a:off x="1436625" y="2646825"/>
                <a:ext cx="288925" cy="16275"/>
              </a:xfrm>
              <a:custGeom>
                <a:avLst/>
                <a:gdLst/>
                <a:ahLst/>
                <a:cxnLst/>
                <a:rect l="l" t="t" r="r" b="b"/>
                <a:pathLst>
                  <a:path w="11557" h="651" extrusionOk="0">
                    <a:moveTo>
                      <a:pt x="11152" y="1"/>
                    </a:moveTo>
                    <a:cubicBezTo>
                      <a:pt x="11151" y="1"/>
                      <a:pt x="11150" y="1"/>
                      <a:pt x="11149" y="1"/>
                    </a:cubicBezTo>
                    <a:lnTo>
                      <a:pt x="241" y="95"/>
                    </a:lnTo>
                    <a:cubicBezTo>
                      <a:pt x="88" y="95"/>
                      <a:pt x="1" y="220"/>
                      <a:pt x="46" y="375"/>
                    </a:cubicBezTo>
                    <a:cubicBezTo>
                      <a:pt x="90" y="527"/>
                      <a:pt x="250" y="650"/>
                      <a:pt x="404" y="650"/>
                    </a:cubicBezTo>
                    <a:cubicBezTo>
                      <a:pt x="405" y="650"/>
                      <a:pt x="406" y="650"/>
                      <a:pt x="407" y="650"/>
                    </a:cubicBezTo>
                    <a:lnTo>
                      <a:pt x="11314" y="557"/>
                    </a:lnTo>
                    <a:cubicBezTo>
                      <a:pt x="11467" y="555"/>
                      <a:pt x="11556" y="429"/>
                      <a:pt x="11511" y="276"/>
                    </a:cubicBezTo>
                    <a:cubicBezTo>
                      <a:pt x="11466" y="123"/>
                      <a:pt x="11305" y="1"/>
                      <a:pt x="111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308;p25">
                <a:extLst>
                  <a:ext uri="{FF2B5EF4-FFF2-40B4-BE49-F238E27FC236}">
                    <a16:creationId xmlns:a16="http://schemas.microsoft.com/office/drawing/2014/main" id="{6F811272-7E33-C94C-E874-2454B8083477}"/>
                  </a:ext>
                </a:extLst>
              </p:cNvPr>
              <p:cNvSpPr/>
              <p:nvPr/>
            </p:nvSpPr>
            <p:spPr>
              <a:xfrm>
                <a:off x="1616654" y="2854310"/>
                <a:ext cx="23775" cy="612409"/>
              </a:xfrm>
              <a:custGeom>
                <a:avLst/>
                <a:gdLst/>
                <a:ahLst/>
                <a:cxnLst/>
                <a:rect l="l" t="t" r="r" b="b"/>
                <a:pathLst>
                  <a:path w="951" h="24343" extrusionOk="0">
                    <a:moveTo>
                      <a:pt x="743" y="1"/>
                    </a:moveTo>
                    <a:lnTo>
                      <a:pt x="0" y="7"/>
                    </a:lnTo>
                    <a:lnTo>
                      <a:pt x="208" y="24342"/>
                    </a:lnTo>
                    <a:lnTo>
                      <a:pt x="950" y="24335"/>
                    </a:lnTo>
                    <a:lnTo>
                      <a:pt x="7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309;p25">
                <a:extLst>
                  <a:ext uri="{FF2B5EF4-FFF2-40B4-BE49-F238E27FC236}">
                    <a16:creationId xmlns:a16="http://schemas.microsoft.com/office/drawing/2014/main" id="{208B865D-304B-EB41-3A4E-E2583E9F086A}"/>
                  </a:ext>
                </a:extLst>
              </p:cNvPr>
              <p:cNvSpPr/>
              <p:nvPr/>
            </p:nvSpPr>
            <p:spPr>
              <a:xfrm>
                <a:off x="2170324" y="2849522"/>
                <a:ext cx="23800" cy="617166"/>
              </a:xfrm>
              <a:custGeom>
                <a:avLst/>
                <a:gdLst/>
                <a:ahLst/>
                <a:cxnLst/>
                <a:rect l="l" t="t" r="r" b="b"/>
                <a:pathLst>
                  <a:path w="952" h="24341" extrusionOk="0">
                    <a:moveTo>
                      <a:pt x="742" y="1"/>
                    </a:moveTo>
                    <a:lnTo>
                      <a:pt x="0" y="7"/>
                    </a:lnTo>
                    <a:lnTo>
                      <a:pt x="209" y="24341"/>
                    </a:lnTo>
                    <a:lnTo>
                      <a:pt x="951" y="24335"/>
                    </a:lnTo>
                    <a:lnTo>
                      <a:pt x="7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310;p25">
                <a:extLst>
                  <a:ext uri="{FF2B5EF4-FFF2-40B4-BE49-F238E27FC236}">
                    <a16:creationId xmlns:a16="http://schemas.microsoft.com/office/drawing/2014/main" id="{BC08DB5E-EADC-ADE0-0D4D-317C0F62FF5B}"/>
                  </a:ext>
                </a:extLst>
              </p:cNvPr>
              <p:cNvSpPr/>
              <p:nvPr/>
            </p:nvSpPr>
            <p:spPr>
              <a:xfrm>
                <a:off x="1755775" y="2832075"/>
                <a:ext cx="407750" cy="21225"/>
              </a:xfrm>
              <a:custGeom>
                <a:avLst/>
                <a:gdLst/>
                <a:ahLst/>
                <a:cxnLst/>
                <a:rect l="l" t="t" r="r" b="b"/>
                <a:pathLst>
                  <a:path w="16310" h="849" extrusionOk="0">
                    <a:moveTo>
                      <a:pt x="16290" y="1"/>
                    </a:moveTo>
                    <a:lnTo>
                      <a:pt x="14" y="140"/>
                    </a:lnTo>
                    <a:cubicBezTo>
                      <a:pt x="7" y="140"/>
                      <a:pt x="1" y="146"/>
                      <a:pt x="1" y="154"/>
                    </a:cubicBezTo>
                    <a:lnTo>
                      <a:pt x="7" y="835"/>
                    </a:lnTo>
                    <a:cubicBezTo>
                      <a:pt x="7" y="843"/>
                      <a:pt x="13" y="849"/>
                      <a:pt x="20" y="849"/>
                    </a:cubicBezTo>
                    <a:lnTo>
                      <a:pt x="16296" y="710"/>
                    </a:lnTo>
                    <a:cubicBezTo>
                      <a:pt x="16303" y="710"/>
                      <a:pt x="16309" y="703"/>
                      <a:pt x="16308" y="696"/>
                    </a:cubicBezTo>
                    <a:lnTo>
                      <a:pt x="16303" y="13"/>
                    </a:lnTo>
                    <a:cubicBezTo>
                      <a:pt x="16303" y="7"/>
                      <a:pt x="16297" y="1"/>
                      <a:pt x="16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311;p25">
                <a:extLst>
                  <a:ext uri="{FF2B5EF4-FFF2-40B4-BE49-F238E27FC236}">
                    <a16:creationId xmlns:a16="http://schemas.microsoft.com/office/drawing/2014/main" id="{7D82957F-3A38-C9DD-4818-9531B5C1E80B}"/>
                  </a:ext>
                </a:extLst>
              </p:cNvPr>
              <p:cNvSpPr/>
              <p:nvPr/>
            </p:nvSpPr>
            <p:spPr>
              <a:xfrm>
                <a:off x="1304275" y="2833925"/>
                <a:ext cx="639275" cy="23200"/>
              </a:xfrm>
              <a:custGeom>
                <a:avLst/>
                <a:gdLst/>
                <a:ahLst/>
                <a:cxnLst/>
                <a:rect l="l" t="t" r="r" b="b"/>
                <a:pathLst>
                  <a:path w="25571" h="928" extrusionOk="0">
                    <a:moveTo>
                      <a:pt x="25551" y="1"/>
                    </a:moveTo>
                    <a:lnTo>
                      <a:pt x="14" y="220"/>
                    </a:lnTo>
                    <a:cubicBezTo>
                      <a:pt x="7" y="220"/>
                      <a:pt x="1" y="227"/>
                      <a:pt x="1" y="233"/>
                    </a:cubicBezTo>
                    <a:lnTo>
                      <a:pt x="7" y="916"/>
                    </a:lnTo>
                    <a:cubicBezTo>
                      <a:pt x="7" y="923"/>
                      <a:pt x="13" y="928"/>
                      <a:pt x="20" y="928"/>
                    </a:cubicBezTo>
                    <a:lnTo>
                      <a:pt x="25557" y="710"/>
                    </a:lnTo>
                    <a:cubicBezTo>
                      <a:pt x="25564" y="710"/>
                      <a:pt x="25570" y="704"/>
                      <a:pt x="25570" y="698"/>
                    </a:cubicBezTo>
                    <a:lnTo>
                      <a:pt x="25564" y="14"/>
                    </a:lnTo>
                    <a:cubicBezTo>
                      <a:pt x="25564" y="7"/>
                      <a:pt x="25558" y="1"/>
                      <a:pt x="255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312;p25">
                <a:extLst>
                  <a:ext uri="{FF2B5EF4-FFF2-40B4-BE49-F238E27FC236}">
                    <a16:creationId xmlns:a16="http://schemas.microsoft.com/office/drawing/2014/main" id="{67DBF487-4F33-FCE2-1A1F-B2F357028E63}"/>
                  </a:ext>
                </a:extLst>
              </p:cNvPr>
              <p:cNvSpPr/>
              <p:nvPr/>
            </p:nvSpPr>
            <p:spPr>
              <a:xfrm>
                <a:off x="1571350" y="2820000"/>
                <a:ext cx="190125" cy="15475"/>
              </a:xfrm>
              <a:custGeom>
                <a:avLst/>
                <a:gdLst/>
                <a:ahLst/>
                <a:cxnLst/>
                <a:rect l="l" t="t" r="r" b="b"/>
                <a:pathLst>
                  <a:path w="7605" h="619" extrusionOk="0">
                    <a:moveTo>
                      <a:pt x="7600" y="0"/>
                    </a:moveTo>
                    <a:lnTo>
                      <a:pt x="1" y="66"/>
                    </a:lnTo>
                    <a:lnTo>
                      <a:pt x="275" y="481"/>
                    </a:lnTo>
                    <a:lnTo>
                      <a:pt x="7605" y="618"/>
                    </a:lnTo>
                    <a:lnTo>
                      <a:pt x="7605" y="618"/>
                    </a:lnTo>
                    <a:lnTo>
                      <a:pt x="7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313;p25">
                <a:extLst>
                  <a:ext uri="{FF2B5EF4-FFF2-40B4-BE49-F238E27FC236}">
                    <a16:creationId xmlns:a16="http://schemas.microsoft.com/office/drawing/2014/main" id="{5C375ED2-92F2-C0EB-2CCA-1D1B0D1C6B26}"/>
                  </a:ext>
                </a:extLst>
              </p:cNvPr>
              <p:cNvSpPr/>
              <p:nvPr/>
            </p:nvSpPr>
            <p:spPr>
              <a:xfrm>
                <a:off x="1566475" y="2821625"/>
                <a:ext cx="129750" cy="15525"/>
              </a:xfrm>
              <a:custGeom>
                <a:avLst/>
                <a:gdLst/>
                <a:ahLst/>
                <a:cxnLst/>
                <a:rect l="l" t="t" r="r" b="b"/>
                <a:pathLst>
                  <a:path w="5190" h="621" extrusionOk="0">
                    <a:moveTo>
                      <a:pt x="190" y="0"/>
                    </a:moveTo>
                    <a:cubicBezTo>
                      <a:pt x="85" y="0"/>
                      <a:pt x="1" y="86"/>
                      <a:pt x="2" y="190"/>
                    </a:cubicBezTo>
                    <a:lnTo>
                      <a:pt x="5" y="620"/>
                    </a:lnTo>
                    <a:lnTo>
                      <a:pt x="5190" y="575"/>
                    </a:lnTo>
                    <a:lnTo>
                      <a:pt x="5187" y="323"/>
                    </a:lnTo>
                    <a:cubicBezTo>
                      <a:pt x="5187" y="241"/>
                      <a:pt x="5122" y="175"/>
                      <a:pt x="5040" y="172"/>
                    </a:cubicBezTo>
                    <a:lnTo>
                      <a:pt x="196" y="1"/>
                    </a:lnTo>
                    <a:cubicBezTo>
                      <a:pt x="194" y="1"/>
                      <a:pt x="192" y="0"/>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314;p25">
                <a:extLst>
                  <a:ext uri="{FF2B5EF4-FFF2-40B4-BE49-F238E27FC236}">
                    <a16:creationId xmlns:a16="http://schemas.microsoft.com/office/drawing/2014/main" id="{B785A997-A72C-4584-5B19-9A560F847AD3}"/>
                  </a:ext>
                </a:extLst>
              </p:cNvPr>
              <p:cNvSpPr/>
              <p:nvPr/>
            </p:nvSpPr>
            <p:spPr>
              <a:xfrm>
                <a:off x="1936975" y="3041225"/>
                <a:ext cx="241400" cy="192650"/>
              </a:xfrm>
              <a:custGeom>
                <a:avLst/>
                <a:gdLst/>
                <a:ahLst/>
                <a:cxnLst/>
                <a:rect l="l" t="t" r="r" b="b"/>
                <a:pathLst>
                  <a:path w="9656" h="7706" extrusionOk="0">
                    <a:moveTo>
                      <a:pt x="6811" y="1"/>
                    </a:moveTo>
                    <a:cubicBezTo>
                      <a:pt x="6715" y="1"/>
                      <a:pt x="6624" y="1"/>
                      <a:pt x="6536" y="2"/>
                    </a:cubicBezTo>
                    <a:cubicBezTo>
                      <a:pt x="5373" y="12"/>
                      <a:pt x="3505" y="69"/>
                      <a:pt x="1986" y="120"/>
                    </a:cubicBezTo>
                    <a:lnTo>
                      <a:pt x="1985" y="122"/>
                    </a:lnTo>
                    <a:cubicBezTo>
                      <a:pt x="1450" y="706"/>
                      <a:pt x="767" y="1444"/>
                      <a:pt x="0" y="2265"/>
                    </a:cubicBezTo>
                    <a:cubicBezTo>
                      <a:pt x="79" y="2683"/>
                      <a:pt x="166" y="3177"/>
                      <a:pt x="256" y="3760"/>
                    </a:cubicBezTo>
                    <a:cubicBezTo>
                      <a:pt x="440" y="4938"/>
                      <a:pt x="806" y="6408"/>
                      <a:pt x="1167" y="7706"/>
                    </a:cubicBezTo>
                    <a:cubicBezTo>
                      <a:pt x="1674" y="7194"/>
                      <a:pt x="2060" y="6812"/>
                      <a:pt x="2218" y="6677"/>
                    </a:cubicBezTo>
                    <a:cubicBezTo>
                      <a:pt x="2828" y="6158"/>
                      <a:pt x="2880" y="5529"/>
                      <a:pt x="2880" y="5529"/>
                    </a:cubicBezTo>
                    <a:cubicBezTo>
                      <a:pt x="2880" y="5529"/>
                      <a:pt x="3746" y="5420"/>
                      <a:pt x="4451" y="4610"/>
                    </a:cubicBezTo>
                    <a:cubicBezTo>
                      <a:pt x="5637" y="3246"/>
                      <a:pt x="9655" y="16"/>
                      <a:pt x="9655" y="16"/>
                    </a:cubicBezTo>
                    <a:lnTo>
                      <a:pt x="9655" y="16"/>
                    </a:lnTo>
                    <a:cubicBezTo>
                      <a:pt x="9551" y="16"/>
                      <a:pt x="9447" y="16"/>
                      <a:pt x="9343" y="16"/>
                    </a:cubicBezTo>
                    <a:cubicBezTo>
                      <a:pt x="8388" y="16"/>
                      <a:pt x="7495" y="1"/>
                      <a:pt x="68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315;p25">
                <a:extLst>
                  <a:ext uri="{FF2B5EF4-FFF2-40B4-BE49-F238E27FC236}">
                    <a16:creationId xmlns:a16="http://schemas.microsoft.com/office/drawing/2014/main" id="{0D9B96D2-7707-71B1-EDCC-258002662156}"/>
                  </a:ext>
                </a:extLst>
              </p:cNvPr>
              <p:cNvSpPr/>
              <p:nvPr/>
            </p:nvSpPr>
            <p:spPr>
              <a:xfrm>
                <a:off x="1951550" y="3056250"/>
                <a:ext cx="102875" cy="111975"/>
              </a:xfrm>
              <a:custGeom>
                <a:avLst/>
                <a:gdLst/>
                <a:ahLst/>
                <a:cxnLst/>
                <a:rect l="l" t="t" r="r" b="b"/>
                <a:pathLst>
                  <a:path w="4115" h="4479" extrusionOk="0">
                    <a:moveTo>
                      <a:pt x="4104" y="1"/>
                    </a:moveTo>
                    <a:cubicBezTo>
                      <a:pt x="4102" y="1"/>
                      <a:pt x="4099" y="2"/>
                      <a:pt x="4098" y="5"/>
                    </a:cubicBezTo>
                    <a:cubicBezTo>
                      <a:pt x="4087" y="25"/>
                      <a:pt x="2986" y="1949"/>
                      <a:pt x="2779" y="1997"/>
                    </a:cubicBezTo>
                    <a:cubicBezTo>
                      <a:pt x="2777" y="1998"/>
                      <a:pt x="2776" y="1998"/>
                      <a:pt x="2775" y="1998"/>
                    </a:cubicBezTo>
                    <a:cubicBezTo>
                      <a:pt x="2771" y="1998"/>
                      <a:pt x="2768" y="1997"/>
                      <a:pt x="2765" y="1996"/>
                    </a:cubicBezTo>
                    <a:cubicBezTo>
                      <a:pt x="2697" y="1949"/>
                      <a:pt x="2695" y="1873"/>
                      <a:pt x="2692" y="1800"/>
                    </a:cubicBezTo>
                    <a:cubicBezTo>
                      <a:pt x="2691" y="1723"/>
                      <a:pt x="2689" y="1650"/>
                      <a:pt x="2601" y="1629"/>
                    </a:cubicBezTo>
                    <a:cubicBezTo>
                      <a:pt x="2599" y="1628"/>
                      <a:pt x="2596" y="1628"/>
                      <a:pt x="2594" y="1628"/>
                    </a:cubicBezTo>
                    <a:cubicBezTo>
                      <a:pt x="2519" y="1628"/>
                      <a:pt x="2319" y="1871"/>
                      <a:pt x="1924" y="2356"/>
                    </a:cubicBezTo>
                    <a:cubicBezTo>
                      <a:pt x="1423" y="2973"/>
                      <a:pt x="737" y="3818"/>
                      <a:pt x="4" y="4465"/>
                    </a:cubicBezTo>
                    <a:cubicBezTo>
                      <a:pt x="1" y="4468"/>
                      <a:pt x="1" y="4472"/>
                      <a:pt x="2" y="4477"/>
                    </a:cubicBezTo>
                    <a:cubicBezTo>
                      <a:pt x="4" y="4478"/>
                      <a:pt x="7" y="4478"/>
                      <a:pt x="8" y="4478"/>
                    </a:cubicBezTo>
                    <a:cubicBezTo>
                      <a:pt x="11" y="4478"/>
                      <a:pt x="13" y="4478"/>
                      <a:pt x="14" y="4477"/>
                    </a:cubicBezTo>
                    <a:cubicBezTo>
                      <a:pt x="749" y="3828"/>
                      <a:pt x="1435" y="2983"/>
                      <a:pt x="1936" y="2365"/>
                    </a:cubicBezTo>
                    <a:cubicBezTo>
                      <a:pt x="2264" y="1962"/>
                      <a:pt x="2524" y="1644"/>
                      <a:pt x="2594" y="1644"/>
                    </a:cubicBezTo>
                    <a:cubicBezTo>
                      <a:pt x="2595" y="1644"/>
                      <a:pt x="2597" y="1644"/>
                      <a:pt x="2598" y="1644"/>
                    </a:cubicBezTo>
                    <a:cubicBezTo>
                      <a:pt x="2673" y="1662"/>
                      <a:pt x="2674" y="1727"/>
                      <a:pt x="2677" y="1800"/>
                    </a:cubicBezTo>
                    <a:cubicBezTo>
                      <a:pt x="2679" y="1874"/>
                      <a:pt x="2680" y="1956"/>
                      <a:pt x="2757" y="2008"/>
                    </a:cubicBezTo>
                    <a:cubicBezTo>
                      <a:pt x="2761" y="2012"/>
                      <a:pt x="2767" y="2013"/>
                      <a:pt x="2773" y="2013"/>
                    </a:cubicBezTo>
                    <a:cubicBezTo>
                      <a:pt x="2776" y="2013"/>
                      <a:pt x="2780" y="2013"/>
                      <a:pt x="2783" y="2012"/>
                    </a:cubicBezTo>
                    <a:cubicBezTo>
                      <a:pt x="2997" y="1962"/>
                      <a:pt x="4066" y="92"/>
                      <a:pt x="4112" y="13"/>
                    </a:cubicBezTo>
                    <a:cubicBezTo>
                      <a:pt x="4115" y="8"/>
                      <a:pt x="4113" y="4"/>
                      <a:pt x="4108" y="2"/>
                    </a:cubicBezTo>
                    <a:cubicBezTo>
                      <a:pt x="4107" y="1"/>
                      <a:pt x="4106" y="1"/>
                      <a:pt x="4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316;p25">
                <a:extLst>
                  <a:ext uri="{FF2B5EF4-FFF2-40B4-BE49-F238E27FC236}">
                    <a16:creationId xmlns:a16="http://schemas.microsoft.com/office/drawing/2014/main" id="{F88AEC4D-A6B0-7344-66B9-EEEFC2D37A5C}"/>
                  </a:ext>
                </a:extLst>
              </p:cNvPr>
              <p:cNvSpPr/>
              <p:nvPr/>
            </p:nvSpPr>
            <p:spPr>
              <a:xfrm>
                <a:off x="1539600" y="2258525"/>
                <a:ext cx="792775" cy="1208175"/>
              </a:xfrm>
              <a:custGeom>
                <a:avLst/>
                <a:gdLst/>
                <a:ahLst/>
                <a:cxnLst/>
                <a:rect l="l" t="t" r="r" b="b"/>
                <a:pathLst>
                  <a:path w="31711" h="48327" extrusionOk="0">
                    <a:moveTo>
                      <a:pt x="21147" y="18291"/>
                    </a:moveTo>
                    <a:cubicBezTo>
                      <a:pt x="21156" y="18341"/>
                      <a:pt x="21176" y="18452"/>
                      <a:pt x="21206" y="18608"/>
                    </a:cubicBezTo>
                    <a:cubicBezTo>
                      <a:pt x="20811" y="19359"/>
                      <a:pt x="20262" y="20365"/>
                      <a:pt x="19876" y="20901"/>
                    </a:cubicBezTo>
                    <a:cubicBezTo>
                      <a:pt x="19516" y="20940"/>
                      <a:pt x="18746" y="21007"/>
                      <a:pt x="17587" y="21099"/>
                    </a:cubicBezTo>
                    <a:cubicBezTo>
                      <a:pt x="17915" y="20748"/>
                      <a:pt x="18202" y="20412"/>
                      <a:pt x="18446" y="20100"/>
                    </a:cubicBezTo>
                    <a:cubicBezTo>
                      <a:pt x="18446" y="20100"/>
                      <a:pt x="18446" y="20098"/>
                      <a:pt x="18446" y="20098"/>
                    </a:cubicBezTo>
                    <a:cubicBezTo>
                      <a:pt x="18454" y="20090"/>
                      <a:pt x="18460" y="20083"/>
                      <a:pt x="18466" y="20074"/>
                    </a:cubicBezTo>
                    <a:cubicBezTo>
                      <a:pt x="18784" y="20382"/>
                      <a:pt x="19169" y="20390"/>
                      <a:pt x="19213" y="20390"/>
                    </a:cubicBezTo>
                    <a:cubicBezTo>
                      <a:pt x="19216" y="20390"/>
                      <a:pt x="19217" y="20390"/>
                      <a:pt x="19217" y="20390"/>
                    </a:cubicBezTo>
                    <a:cubicBezTo>
                      <a:pt x="19222" y="20390"/>
                      <a:pt x="19226" y="20387"/>
                      <a:pt x="19229" y="20384"/>
                    </a:cubicBezTo>
                    <a:lnTo>
                      <a:pt x="21147" y="18291"/>
                    </a:lnTo>
                    <a:close/>
                    <a:moveTo>
                      <a:pt x="21158" y="18240"/>
                    </a:moveTo>
                    <a:cubicBezTo>
                      <a:pt x="21153" y="18240"/>
                      <a:pt x="21149" y="18242"/>
                      <a:pt x="21145" y="18246"/>
                    </a:cubicBezTo>
                    <a:lnTo>
                      <a:pt x="19210" y="20359"/>
                    </a:lnTo>
                    <a:cubicBezTo>
                      <a:pt x="19155" y="20359"/>
                      <a:pt x="18781" y="20345"/>
                      <a:pt x="18475" y="20040"/>
                    </a:cubicBezTo>
                    <a:cubicBezTo>
                      <a:pt x="18473" y="20037"/>
                      <a:pt x="18470" y="20035"/>
                      <a:pt x="18466" y="20035"/>
                    </a:cubicBezTo>
                    <a:cubicBezTo>
                      <a:pt x="18465" y="20035"/>
                      <a:pt x="18464" y="20036"/>
                      <a:pt x="18463" y="20036"/>
                    </a:cubicBezTo>
                    <a:cubicBezTo>
                      <a:pt x="18458" y="20036"/>
                      <a:pt x="18454" y="20037"/>
                      <a:pt x="18451" y="20042"/>
                    </a:cubicBezTo>
                    <a:cubicBezTo>
                      <a:pt x="18442" y="20054"/>
                      <a:pt x="18431" y="20068"/>
                      <a:pt x="18420" y="20080"/>
                    </a:cubicBezTo>
                    <a:cubicBezTo>
                      <a:pt x="18420" y="20081"/>
                      <a:pt x="18420" y="20081"/>
                      <a:pt x="18419" y="20081"/>
                    </a:cubicBezTo>
                    <a:cubicBezTo>
                      <a:pt x="18171" y="20401"/>
                      <a:pt x="17874" y="20746"/>
                      <a:pt x="17536" y="21107"/>
                    </a:cubicBezTo>
                    <a:cubicBezTo>
                      <a:pt x="17531" y="21113"/>
                      <a:pt x="17531" y="21119"/>
                      <a:pt x="17534" y="21125"/>
                    </a:cubicBezTo>
                    <a:cubicBezTo>
                      <a:pt x="17536" y="21131"/>
                      <a:pt x="17542" y="21134"/>
                      <a:pt x="17548" y="21134"/>
                    </a:cubicBezTo>
                    <a:lnTo>
                      <a:pt x="17549" y="21134"/>
                    </a:lnTo>
                    <a:cubicBezTo>
                      <a:pt x="18739" y="21040"/>
                      <a:pt x="19525" y="20972"/>
                      <a:pt x="19887" y="20931"/>
                    </a:cubicBezTo>
                    <a:cubicBezTo>
                      <a:pt x="19891" y="20931"/>
                      <a:pt x="19896" y="20928"/>
                      <a:pt x="19897" y="20925"/>
                    </a:cubicBezTo>
                    <a:cubicBezTo>
                      <a:pt x="20285" y="20387"/>
                      <a:pt x="20839" y="19374"/>
                      <a:pt x="21236" y="18618"/>
                    </a:cubicBezTo>
                    <a:cubicBezTo>
                      <a:pt x="21238" y="18615"/>
                      <a:pt x="21238" y="18611"/>
                      <a:pt x="21238" y="18608"/>
                    </a:cubicBezTo>
                    <a:cubicBezTo>
                      <a:pt x="21195" y="18385"/>
                      <a:pt x="21173" y="18255"/>
                      <a:pt x="21173" y="18253"/>
                    </a:cubicBezTo>
                    <a:cubicBezTo>
                      <a:pt x="21171" y="18249"/>
                      <a:pt x="21167" y="18242"/>
                      <a:pt x="21162" y="18241"/>
                    </a:cubicBezTo>
                    <a:cubicBezTo>
                      <a:pt x="21161" y="18241"/>
                      <a:pt x="21159" y="18240"/>
                      <a:pt x="21158" y="18240"/>
                    </a:cubicBezTo>
                    <a:close/>
                    <a:moveTo>
                      <a:pt x="17834" y="31446"/>
                    </a:moveTo>
                    <a:lnTo>
                      <a:pt x="17690" y="31614"/>
                    </a:lnTo>
                    <a:cubicBezTo>
                      <a:pt x="17219" y="32128"/>
                      <a:pt x="16618" y="32775"/>
                      <a:pt x="15906" y="33540"/>
                    </a:cubicBezTo>
                    <a:cubicBezTo>
                      <a:pt x="15647" y="32182"/>
                      <a:pt x="15461" y="31642"/>
                      <a:pt x="15421" y="31534"/>
                    </a:cubicBezTo>
                    <a:cubicBezTo>
                      <a:pt x="15582" y="31528"/>
                      <a:pt x="16592" y="31489"/>
                      <a:pt x="17834" y="31446"/>
                    </a:cubicBezTo>
                    <a:close/>
                    <a:moveTo>
                      <a:pt x="17871" y="31413"/>
                    </a:moveTo>
                    <a:cubicBezTo>
                      <a:pt x="16504" y="31460"/>
                      <a:pt x="15409" y="31504"/>
                      <a:pt x="15397" y="31504"/>
                    </a:cubicBezTo>
                    <a:cubicBezTo>
                      <a:pt x="15393" y="31504"/>
                      <a:pt x="15388" y="31507"/>
                      <a:pt x="15385" y="31511"/>
                    </a:cubicBezTo>
                    <a:cubicBezTo>
                      <a:pt x="15382" y="31514"/>
                      <a:pt x="15382" y="31520"/>
                      <a:pt x="15383" y="31525"/>
                    </a:cubicBezTo>
                    <a:cubicBezTo>
                      <a:pt x="15386" y="31530"/>
                      <a:pt x="15588" y="32026"/>
                      <a:pt x="15880" y="33576"/>
                    </a:cubicBezTo>
                    <a:cubicBezTo>
                      <a:pt x="15882" y="33582"/>
                      <a:pt x="15885" y="33586"/>
                      <a:pt x="15889" y="33588"/>
                    </a:cubicBezTo>
                    <a:cubicBezTo>
                      <a:pt x="15892" y="33588"/>
                      <a:pt x="15894" y="33590"/>
                      <a:pt x="15895" y="33590"/>
                    </a:cubicBezTo>
                    <a:cubicBezTo>
                      <a:pt x="15900" y="33590"/>
                      <a:pt x="15905" y="33588"/>
                      <a:pt x="15908" y="33583"/>
                    </a:cubicBezTo>
                    <a:cubicBezTo>
                      <a:pt x="16630" y="32809"/>
                      <a:pt x="17237" y="32154"/>
                      <a:pt x="17713" y="31636"/>
                    </a:cubicBezTo>
                    <a:lnTo>
                      <a:pt x="17883" y="31440"/>
                    </a:lnTo>
                    <a:cubicBezTo>
                      <a:pt x="17887" y="31434"/>
                      <a:pt x="17887" y="31428"/>
                      <a:pt x="17884" y="31422"/>
                    </a:cubicBezTo>
                    <a:cubicBezTo>
                      <a:pt x="17883" y="31416"/>
                      <a:pt x="17877" y="31413"/>
                      <a:pt x="17871" y="31413"/>
                    </a:cubicBezTo>
                    <a:close/>
                    <a:moveTo>
                      <a:pt x="19059" y="31"/>
                    </a:moveTo>
                    <a:cubicBezTo>
                      <a:pt x="19594" y="31"/>
                      <a:pt x="20198" y="142"/>
                      <a:pt x="20867" y="363"/>
                    </a:cubicBezTo>
                    <a:cubicBezTo>
                      <a:pt x="20868" y="364"/>
                      <a:pt x="20870" y="364"/>
                      <a:pt x="20872" y="364"/>
                    </a:cubicBezTo>
                    <a:cubicBezTo>
                      <a:pt x="20874" y="364"/>
                      <a:pt x="20876" y="364"/>
                      <a:pt x="20877" y="363"/>
                    </a:cubicBezTo>
                    <a:cubicBezTo>
                      <a:pt x="21013" y="323"/>
                      <a:pt x="21145" y="303"/>
                      <a:pt x="21274" y="303"/>
                    </a:cubicBezTo>
                    <a:cubicBezTo>
                      <a:pt x="21488" y="303"/>
                      <a:pt x="21693" y="358"/>
                      <a:pt x="21886" y="469"/>
                    </a:cubicBezTo>
                    <a:cubicBezTo>
                      <a:pt x="22466" y="802"/>
                      <a:pt x="22934" y="1638"/>
                      <a:pt x="23242" y="2885"/>
                    </a:cubicBezTo>
                    <a:cubicBezTo>
                      <a:pt x="23266" y="2983"/>
                      <a:pt x="23289" y="3085"/>
                      <a:pt x="23310" y="3185"/>
                    </a:cubicBezTo>
                    <a:cubicBezTo>
                      <a:pt x="23505" y="4218"/>
                      <a:pt x="22936" y="5074"/>
                      <a:pt x="22757" y="5310"/>
                    </a:cubicBezTo>
                    <a:cubicBezTo>
                      <a:pt x="22640" y="5464"/>
                      <a:pt x="22739" y="5923"/>
                      <a:pt x="22898" y="6154"/>
                    </a:cubicBezTo>
                    <a:cubicBezTo>
                      <a:pt x="22966" y="6254"/>
                      <a:pt x="23013" y="6578"/>
                      <a:pt x="22863" y="6870"/>
                    </a:cubicBezTo>
                    <a:cubicBezTo>
                      <a:pt x="22863" y="6870"/>
                      <a:pt x="22862" y="6872"/>
                      <a:pt x="22862" y="6872"/>
                    </a:cubicBezTo>
                    <a:cubicBezTo>
                      <a:pt x="22860" y="6878"/>
                      <a:pt x="22862" y="6882"/>
                      <a:pt x="22865" y="6887"/>
                    </a:cubicBezTo>
                    <a:cubicBezTo>
                      <a:pt x="23314" y="7420"/>
                      <a:pt x="23805" y="7867"/>
                      <a:pt x="23996" y="8033"/>
                    </a:cubicBezTo>
                    <a:cubicBezTo>
                      <a:pt x="23999" y="8036"/>
                      <a:pt x="24005" y="8038"/>
                      <a:pt x="24010" y="8038"/>
                    </a:cubicBezTo>
                    <a:cubicBezTo>
                      <a:pt x="24049" y="8030"/>
                      <a:pt x="24088" y="8023"/>
                      <a:pt x="24128" y="8017"/>
                    </a:cubicBezTo>
                    <a:lnTo>
                      <a:pt x="24129" y="8017"/>
                    </a:lnTo>
                    <a:cubicBezTo>
                      <a:pt x="24196" y="8006"/>
                      <a:pt x="24264" y="7995"/>
                      <a:pt x="24332" y="7986"/>
                    </a:cubicBezTo>
                    <a:lnTo>
                      <a:pt x="24673" y="8517"/>
                    </a:lnTo>
                    <a:cubicBezTo>
                      <a:pt x="24676" y="8522"/>
                      <a:pt x="24681" y="8525"/>
                      <a:pt x="24687" y="8525"/>
                    </a:cubicBezTo>
                    <a:cubicBezTo>
                      <a:pt x="24688" y="8525"/>
                      <a:pt x="24689" y="8524"/>
                      <a:pt x="24690" y="8524"/>
                    </a:cubicBezTo>
                    <a:cubicBezTo>
                      <a:pt x="24842" y="8488"/>
                      <a:pt x="25023" y="8476"/>
                      <a:pt x="25198" y="8476"/>
                    </a:cubicBezTo>
                    <a:cubicBezTo>
                      <a:pt x="25407" y="8476"/>
                      <a:pt x="25608" y="8493"/>
                      <a:pt x="25744" y="8509"/>
                    </a:cubicBezTo>
                    <a:cubicBezTo>
                      <a:pt x="25914" y="8527"/>
                      <a:pt x="26074" y="8594"/>
                      <a:pt x="26208" y="8703"/>
                    </a:cubicBezTo>
                    <a:cubicBezTo>
                      <a:pt x="29370" y="11279"/>
                      <a:pt x="29632" y="14457"/>
                      <a:pt x="29773" y="16166"/>
                    </a:cubicBezTo>
                    <a:cubicBezTo>
                      <a:pt x="29791" y="16385"/>
                      <a:pt x="29808" y="16576"/>
                      <a:pt x="29828" y="16737"/>
                    </a:cubicBezTo>
                    <a:cubicBezTo>
                      <a:pt x="30584" y="20855"/>
                      <a:pt x="30618" y="22608"/>
                      <a:pt x="30618" y="22626"/>
                    </a:cubicBezTo>
                    <a:cubicBezTo>
                      <a:pt x="30618" y="22629"/>
                      <a:pt x="30620" y="22634"/>
                      <a:pt x="30623" y="22635"/>
                    </a:cubicBezTo>
                    <a:cubicBezTo>
                      <a:pt x="30627" y="22641"/>
                      <a:pt x="31168" y="23246"/>
                      <a:pt x="31220" y="23697"/>
                    </a:cubicBezTo>
                    <a:cubicBezTo>
                      <a:pt x="31264" y="24088"/>
                      <a:pt x="30977" y="24551"/>
                      <a:pt x="30762" y="24724"/>
                    </a:cubicBezTo>
                    <a:cubicBezTo>
                      <a:pt x="30756" y="24728"/>
                      <a:pt x="30755" y="24738"/>
                      <a:pt x="30759" y="24745"/>
                    </a:cubicBezTo>
                    <a:cubicBezTo>
                      <a:pt x="30811" y="24824"/>
                      <a:pt x="30936" y="25041"/>
                      <a:pt x="31000" y="25331"/>
                    </a:cubicBezTo>
                    <a:cubicBezTo>
                      <a:pt x="31000" y="25334"/>
                      <a:pt x="31000" y="25336"/>
                      <a:pt x="31002" y="25337"/>
                    </a:cubicBezTo>
                    <a:cubicBezTo>
                      <a:pt x="31005" y="25343"/>
                      <a:pt x="31008" y="25351"/>
                      <a:pt x="31011" y="25357"/>
                    </a:cubicBezTo>
                    <a:lnTo>
                      <a:pt x="31015" y="25366"/>
                    </a:lnTo>
                    <a:cubicBezTo>
                      <a:pt x="31027" y="25390"/>
                      <a:pt x="31039" y="25415"/>
                      <a:pt x="31052" y="25439"/>
                    </a:cubicBezTo>
                    <a:lnTo>
                      <a:pt x="31058" y="25449"/>
                    </a:lnTo>
                    <a:cubicBezTo>
                      <a:pt x="31059" y="25456"/>
                      <a:pt x="31062" y="25460"/>
                      <a:pt x="31065" y="25466"/>
                    </a:cubicBezTo>
                    <a:cubicBezTo>
                      <a:pt x="31071" y="25478"/>
                      <a:pt x="31076" y="25490"/>
                      <a:pt x="31082" y="25504"/>
                    </a:cubicBezTo>
                    <a:lnTo>
                      <a:pt x="31099" y="25537"/>
                    </a:lnTo>
                    <a:cubicBezTo>
                      <a:pt x="31105" y="25552"/>
                      <a:pt x="31112" y="25568"/>
                      <a:pt x="31118" y="25583"/>
                    </a:cubicBezTo>
                    <a:lnTo>
                      <a:pt x="31130" y="25609"/>
                    </a:lnTo>
                    <a:cubicBezTo>
                      <a:pt x="31136" y="25624"/>
                      <a:pt x="31144" y="25640"/>
                      <a:pt x="31150" y="25657"/>
                    </a:cubicBezTo>
                    <a:lnTo>
                      <a:pt x="31159" y="25678"/>
                    </a:lnTo>
                    <a:cubicBezTo>
                      <a:pt x="31167" y="25695"/>
                      <a:pt x="31174" y="25713"/>
                      <a:pt x="31180" y="25730"/>
                    </a:cubicBezTo>
                    <a:lnTo>
                      <a:pt x="31186" y="25745"/>
                    </a:lnTo>
                    <a:cubicBezTo>
                      <a:pt x="31223" y="25831"/>
                      <a:pt x="31255" y="25921"/>
                      <a:pt x="31285" y="26010"/>
                    </a:cubicBezTo>
                    <a:cubicBezTo>
                      <a:pt x="31286" y="26010"/>
                      <a:pt x="31286" y="26011"/>
                      <a:pt x="31286" y="26011"/>
                    </a:cubicBezTo>
                    <a:lnTo>
                      <a:pt x="31288" y="26017"/>
                    </a:lnTo>
                    <a:cubicBezTo>
                      <a:pt x="31299" y="26046"/>
                      <a:pt x="31308" y="26075"/>
                      <a:pt x="31317" y="26105"/>
                    </a:cubicBezTo>
                    <a:cubicBezTo>
                      <a:pt x="31326" y="26134"/>
                      <a:pt x="31335" y="26164"/>
                      <a:pt x="31344" y="26193"/>
                    </a:cubicBezTo>
                    <a:cubicBezTo>
                      <a:pt x="31364" y="26255"/>
                      <a:pt x="31382" y="26322"/>
                      <a:pt x="31398" y="26389"/>
                    </a:cubicBezTo>
                    <a:cubicBezTo>
                      <a:pt x="31400" y="26390"/>
                      <a:pt x="31400" y="26390"/>
                      <a:pt x="31400" y="26390"/>
                    </a:cubicBezTo>
                    <a:cubicBezTo>
                      <a:pt x="31402" y="26398"/>
                      <a:pt x="31403" y="26405"/>
                      <a:pt x="31405" y="26413"/>
                    </a:cubicBezTo>
                    <a:lnTo>
                      <a:pt x="31409" y="26429"/>
                    </a:lnTo>
                    <a:cubicBezTo>
                      <a:pt x="31411" y="26439"/>
                      <a:pt x="31414" y="26448"/>
                      <a:pt x="31415" y="26457"/>
                    </a:cubicBezTo>
                    <a:cubicBezTo>
                      <a:pt x="31418" y="26466"/>
                      <a:pt x="31420" y="26473"/>
                      <a:pt x="31421" y="26483"/>
                    </a:cubicBezTo>
                    <a:lnTo>
                      <a:pt x="31424" y="26492"/>
                    </a:lnTo>
                    <a:cubicBezTo>
                      <a:pt x="31427" y="26502"/>
                      <a:pt x="31429" y="26513"/>
                      <a:pt x="31432" y="26523"/>
                    </a:cubicBezTo>
                    <a:cubicBezTo>
                      <a:pt x="31433" y="26531"/>
                      <a:pt x="31435" y="26539"/>
                      <a:pt x="31436" y="26548"/>
                    </a:cubicBezTo>
                    <a:lnTo>
                      <a:pt x="31438" y="26554"/>
                    </a:lnTo>
                    <a:cubicBezTo>
                      <a:pt x="31445" y="26590"/>
                      <a:pt x="31455" y="26628"/>
                      <a:pt x="31461" y="26664"/>
                    </a:cubicBezTo>
                    <a:lnTo>
                      <a:pt x="31464" y="26678"/>
                    </a:lnTo>
                    <a:cubicBezTo>
                      <a:pt x="31467" y="26690"/>
                      <a:pt x="31468" y="26701"/>
                      <a:pt x="31471" y="26713"/>
                    </a:cubicBezTo>
                    <a:cubicBezTo>
                      <a:pt x="31679" y="27818"/>
                      <a:pt x="31533" y="28948"/>
                      <a:pt x="31429" y="29524"/>
                    </a:cubicBezTo>
                    <a:cubicBezTo>
                      <a:pt x="31403" y="29662"/>
                      <a:pt x="31374" y="29800"/>
                      <a:pt x="31344" y="29930"/>
                    </a:cubicBezTo>
                    <a:cubicBezTo>
                      <a:pt x="31327" y="30004"/>
                      <a:pt x="31309" y="30077"/>
                      <a:pt x="31289" y="30145"/>
                    </a:cubicBezTo>
                    <a:cubicBezTo>
                      <a:pt x="31241" y="30325"/>
                      <a:pt x="31150" y="30495"/>
                      <a:pt x="31026" y="30633"/>
                    </a:cubicBezTo>
                    <a:cubicBezTo>
                      <a:pt x="31021" y="30637"/>
                      <a:pt x="31017" y="30642"/>
                      <a:pt x="31014" y="30646"/>
                    </a:cubicBezTo>
                    <a:lnTo>
                      <a:pt x="31006" y="30654"/>
                    </a:lnTo>
                    <a:cubicBezTo>
                      <a:pt x="31003" y="30657"/>
                      <a:pt x="31002" y="30659"/>
                      <a:pt x="31000" y="30660"/>
                    </a:cubicBezTo>
                    <a:cubicBezTo>
                      <a:pt x="30862" y="30805"/>
                      <a:pt x="30690" y="30915"/>
                      <a:pt x="30499" y="30975"/>
                    </a:cubicBezTo>
                    <a:cubicBezTo>
                      <a:pt x="29485" y="31304"/>
                      <a:pt x="27868" y="31305"/>
                      <a:pt x="26155" y="31307"/>
                    </a:cubicBezTo>
                    <a:lnTo>
                      <a:pt x="25544" y="31307"/>
                    </a:lnTo>
                    <a:cubicBezTo>
                      <a:pt x="25540" y="31307"/>
                      <a:pt x="25537" y="31308"/>
                      <a:pt x="25534" y="31311"/>
                    </a:cubicBezTo>
                    <a:cubicBezTo>
                      <a:pt x="25530" y="31313"/>
                      <a:pt x="25529" y="31317"/>
                      <a:pt x="25529" y="31320"/>
                    </a:cubicBezTo>
                    <a:cubicBezTo>
                      <a:pt x="25502" y="31342"/>
                      <a:pt x="25429" y="31401"/>
                      <a:pt x="25320" y="31489"/>
                    </a:cubicBezTo>
                    <a:cubicBezTo>
                      <a:pt x="24407" y="32231"/>
                      <a:pt x="21347" y="34744"/>
                      <a:pt x="20334" y="35907"/>
                    </a:cubicBezTo>
                    <a:cubicBezTo>
                      <a:pt x="19641" y="36702"/>
                      <a:pt x="18781" y="36820"/>
                      <a:pt x="18773" y="36822"/>
                    </a:cubicBezTo>
                    <a:cubicBezTo>
                      <a:pt x="18766" y="36822"/>
                      <a:pt x="18760" y="36828"/>
                      <a:pt x="18758" y="36836"/>
                    </a:cubicBezTo>
                    <a:cubicBezTo>
                      <a:pt x="18758" y="36842"/>
                      <a:pt x="18701" y="37464"/>
                      <a:pt x="18102" y="37973"/>
                    </a:cubicBezTo>
                    <a:cubicBezTo>
                      <a:pt x="17960" y="38094"/>
                      <a:pt x="17616" y="38432"/>
                      <a:pt x="17050" y="39003"/>
                    </a:cubicBezTo>
                    <a:cubicBezTo>
                      <a:pt x="17047" y="39008"/>
                      <a:pt x="17045" y="39012"/>
                      <a:pt x="17047" y="39018"/>
                    </a:cubicBezTo>
                    <a:cubicBezTo>
                      <a:pt x="17504" y="40663"/>
                      <a:pt x="17957" y="42054"/>
                      <a:pt x="18008" y="42210"/>
                    </a:cubicBezTo>
                    <a:cubicBezTo>
                      <a:pt x="17948" y="42232"/>
                      <a:pt x="17698" y="42329"/>
                      <a:pt x="17347" y="42445"/>
                    </a:cubicBezTo>
                    <a:cubicBezTo>
                      <a:pt x="17184" y="42498"/>
                      <a:pt x="17019" y="42548"/>
                      <a:pt x="16859" y="42594"/>
                    </a:cubicBezTo>
                    <a:cubicBezTo>
                      <a:pt x="16857" y="42594"/>
                      <a:pt x="16856" y="42594"/>
                      <a:pt x="16854" y="42596"/>
                    </a:cubicBezTo>
                    <a:cubicBezTo>
                      <a:pt x="16845" y="42598"/>
                      <a:pt x="16841" y="42607"/>
                      <a:pt x="16844" y="42616"/>
                    </a:cubicBezTo>
                    <a:cubicBezTo>
                      <a:pt x="16845" y="42622"/>
                      <a:pt x="16852" y="42627"/>
                      <a:pt x="16860" y="42627"/>
                    </a:cubicBezTo>
                    <a:cubicBezTo>
                      <a:pt x="16861" y="42627"/>
                      <a:pt x="16862" y="42626"/>
                      <a:pt x="16863" y="42626"/>
                    </a:cubicBezTo>
                    <a:cubicBezTo>
                      <a:pt x="17021" y="42581"/>
                      <a:pt x="17181" y="42531"/>
                      <a:pt x="17340" y="42479"/>
                    </a:cubicBezTo>
                    <a:cubicBezTo>
                      <a:pt x="17371" y="42585"/>
                      <a:pt x="17406" y="42713"/>
                      <a:pt x="17443" y="42849"/>
                    </a:cubicBezTo>
                    <a:cubicBezTo>
                      <a:pt x="17603" y="43426"/>
                      <a:pt x="17812" y="44183"/>
                      <a:pt x="17813" y="44191"/>
                    </a:cubicBezTo>
                    <a:cubicBezTo>
                      <a:pt x="17815" y="44197"/>
                      <a:pt x="17818" y="44200"/>
                      <a:pt x="17822" y="44202"/>
                    </a:cubicBezTo>
                    <a:cubicBezTo>
                      <a:pt x="17824" y="44203"/>
                      <a:pt x="17826" y="44203"/>
                      <a:pt x="17828" y="44203"/>
                    </a:cubicBezTo>
                    <a:cubicBezTo>
                      <a:pt x="17831" y="44203"/>
                      <a:pt x="17833" y="44202"/>
                      <a:pt x="17836" y="44202"/>
                    </a:cubicBezTo>
                    <a:cubicBezTo>
                      <a:pt x="17935" y="44147"/>
                      <a:pt x="18010" y="44131"/>
                      <a:pt x="18064" y="44131"/>
                    </a:cubicBezTo>
                    <a:cubicBezTo>
                      <a:pt x="18138" y="44131"/>
                      <a:pt x="18174" y="44163"/>
                      <a:pt x="18183" y="44171"/>
                    </a:cubicBezTo>
                    <a:cubicBezTo>
                      <a:pt x="18208" y="44265"/>
                      <a:pt x="18702" y="46084"/>
                      <a:pt x="18843" y="46842"/>
                    </a:cubicBezTo>
                    <a:cubicBezTo>
                      <a:pt x="18869" y="46975"/>
                      <a:pt x="18881" y="47069"/>
                      <a:pt x="18881" y="47120"/>
                    </a:cubicBezTo>
                    <a:cubicBezTo>
                      <a:pt x="18884" y="47484"/>
                      <a:pt x="18636" y="47955"/>
                      <a:pt x="18598" y="48022"/>
                    </a:cubicBezTo>
                    <a:lnTo>
                      <a:pt x="17284" y="48032"/>
                    </a:lnTo>
                    <a:lnTo>
                      <a:pt x="16713" y="47754"/>
                    </a:lnTo>
                    <a:cubicBezTo>
                      <a:pt x="16711" y="47752"/>
                      <a:pt x="16709" y="47752"/>
                      <a:pt x="16707" y="47752"/>
                    </a:cubicBezTo>
                    <a:cubicBezTo>
                      <a:pt x="16704" y="47752"/>
                      <a:pt x="16701" y="47753"/>
                      <a:pt x="16698" y="47754"/>
                    </a:cubicBezTo>
                    <a:lnTo>
                      <a:pt x="16315" y="47973"/>
                    </a:lnTo>
                    <a:lnTo>
                      <a:pt x="11280" y="48016"/>
                    </a:lnTo>
                    <a:cubicBezTo>
                      <a:pt x="11177" y="47943"/>
                      <a:pt x="11095" y="47854"/>
                      <a:pt x="11036" y="47752"/>
                    </a:cubicBezTo>
                    <a:cubicBezTo>
                      <a:pt x="10971" y="47638"/>
                      <a:pt x="10933" y="47508"/>
                      <a:pt x="10924" y="47364"/>
                    </a:cubicBezTo>
                    <a:cubicBezTo>
                      <a:pt x="10907" y="47126"/>
                      <a:pt x="11091" y="46917"/>
                      <a:pt x="11333" y="46899"/>
                    </a:cubicBezTo>
                    <a:cubicBezTo>
                      <a:pt x="12713" y="46795"/>
                      <a:pt x="13728" y="46219"/>
                      <a:pt x="14337" y="45756"/>
                    </a:cubicBezTo>
                    <a:cubicBezTo>
                      <a:pt x="15009" y="45244"/>
                      <a:pt x="15390" y="44707"/>
                      <a:pt x="15397" y="44577"/>
                    </a:cubicBezTo>
                    <a:cubicBezTo>
                      <a:pt x="15403" y="44458"/>
                      <a:pt x="15471" y="44327"/>
                      <a:pt x="15562" y="44259"/>
                    </a:cubicBezTo>
                    <a:cubicBezTo>
                      <a:pt x="15593" y="44236"/>
                      <a:pt x="15639" y="44212"/>
                      <a:pt x="15692" y="44212"/>
                    </a:cubicBezTo>
                    <a:cubicBezTo>
                      <a:pt x="15705" y="44212"/>
                      <a:pt x="15718" y="44213"/>
                      <a:pt x="15732" y="44217"/>
                    </a:cubicBezTo>
                    <a:cubicBezTo>
                      <a:pt x="15733" y="44217"/>
                      <a:pt x="15734" y="44217"/>
                      <a:pt x="15735" y="44217"/>
                    </a:cubicBezTo>
                    <a:cubicBezTo>
                      <a:pt x="15740" y="44217"/>
                      <a:pt x="15745" y="44214"/>
                      <a:pt x="15749" y="44211"/>
                    </a:cubicBezTo>
                    <a:cubicBezTo>
                      <a:pt x="15752" y="44206"/>
                      <a:pt x="15753" y="44200"/>
                      <a:pt x="15752" y="44196"/>
                    </a:cubicBezTo>
                    <a:cubicBezTo>
                      <a:pt x="15564" y="43729"/>
                      <a:pt x="15332" y="43164"/>
                      <a:pt x="15241" y="42941"/>
                    </a:cubicBezTo>
                    <a:cubicBezTo>
                      <a:pt x="15240" y="42940"/>
                      <a:pt x="15240" y="42940"/>
                      <a:pt x="15238" y="42938"/>
                    </a:cubicBezTo>
                    <a:cubicBezTo>
                      <a:pt x="15235" y="42934"/>
                      <a:pt x="15229" y="42931"/>
                      <a:pt x="15224" y="42931"/>
                    </a:cubicBezTo>
                    <a:cubicBezTo>
                      <a:pt x="15062" y="42947"/>
                      <a:pt x="14910" y="42955"/>
                      <a:pt x="14769" y="42955"/>
                    </a:cubicBezTo>
                    <a:cubicBezTo>
                      <a:pt x="14502" y="42955"/>
                      <a:pt x="14272" y="42927"/>
                      <a:pt x="14082" y="42870"/>
                    </a:cubicBezTo>
                    <a:cubicBezTo>
                      <a:pt x="14038" y="42740"/>
                      <a:pt x="13969" y="42551"/>
                      <a:pt x="13867" y="42293"/>
                    </a:cubicBezTo>
                    <a:cubicBezTo>
                      <a:pt x="13866" y="42287"/>
                      <a:pt x="13861" y="42284"/>
                      <a:pt x="13857" y="42282"/>
                    </a:cubicBezTo>
                    <a:cubicBezTo>
                      <a:pt x="13852" y="42282"/>
                      <a:pt x="13846" y="42282"/>
                      <a:pt x="13843" y="42285"/>
                    </a:cubicBezTo>
                    <a:cubicBezTo>
                      <a:pt x="13841" y="42287"/>
                      <a:pt x="13841" y="42287"/>
                      <a:pt x="13841" y="42287"/>
                    </a:cubicBezTo>
                    <a:cubicBezTo>
                      <a:pt x="13422" y="42716"/>
                      <a:pt x="12963" y="43093"/>
                      <a:pt x="12593" y="43394"/>
                    </a:cubicBezTo>
                    <a:cubicBezTo>
                      <a:pt x="12372" y="43576"/>
                      <a:pt x="12181" y="43732"/>
                      <a:pt x="12053" y="43856"/>
                    </a:cubicBezTo>
                    <a:cubicBezTo>
                      <a:pt x="10889" y="44980"/>
                      <a:pt x="8645" y="46334"/>
                      <a:pt x="7816" y="46416"/>
                    </a:cubicBezTo>
                    <a:cubicBezTo>
                      <a:pt x="7766" y="46171"/>
                      <a:pt x="7640" y="45930"/>
                      <a:pt x="7443" y="45700"/>
                    </a:cubicBezTo>
                    <a:cubicBezTo>
                      <a:pt x="7443" y="45700"/>
                      <a:pt x="7442" y="45698"/>
                      <a:pt x="7442" y="45698"/>
                    </a:cubicBezTo>
                    <a:cubicBezTo>
                      <a:pt x="7439" y="45695"/>
                      <a:pt x="7435" y="45694"/>
                      <a:pt x="7431" y="45694"/>
                    </a:cubicBezTo>
                    <a:cubicBezTo>
                      <a:pt x="7428" y="45694"/>
                      <a:pt x="7425" y="45695"/>
                      <a:pt x="7422" y="45697"/>
                    </a:cubicBezTo>
                    <a:lnTo>
                      <a:pt x="6800" y="46139"/>
                    </a:lnTo>
                    <a:cubicBezTo>
                      <a:pt x="6795" y="46143"/>
                      <a:pt x="6792" y="46150"/>
                      <a:pt x="6794" y="46156"/>
                    </a:cubicBezTo>
                    <a:cubicBezTo>
                      <a:pt x="6795" y="46162"/>
                      <a:pt x="6800" y="46166"/>
                      <a:pt x="6806" y="46168"/>
                    </a:cubicBezTo>
                    <a:cubicBezTo>
                      <a:pt x="6837" y="46175"/>
                      <a:pt x="6872" y="46181"/>
                      <a:pt x="6910" y="46187"/>
                    </a:cubicBezTo>
                    <a:cubicBezTo>
                      <a:pt x="6900" y="46322"/>
                      <a:pt x="6810" y="47349"/>
                      <a:pt x="6631" y="47654"/>
                    </a:cubicBezTo>
                    <a:cubicBezTo>
                      <a:pt x="6616" y="47681"/>
                      <a:pt x="6600" y="47707"/>
                      <a:pt x="6580" y="47734"/>
                    </a:cubicBezTo>
                    <a:cubicBezTo>
                      <a:pt x="6386" y="48005"/>
                      <a:pt x="6030" y="48252"/>
                      <a:pt x="5973" y="48291"/>
                    </a:cubicBezTo>
                    <a:lnTo>
                      <a:pt x="4897" y="47711"/>
                    </a:lnTo>
                    <a:lnTo>
                      <a:pt x="4899" y="47710"/>
                    </a:lnTo>
                    <a:lnTo>
                      <a:pt x="4941" y="47532"/>
                    </a:lnTo>
                    <a:cubicBezTo>
                      <a:pt x="4943" y="47528"/>
                      <a:pt x="4943" y="47523"/>
                      <a:pt x="4940" y="47520"/>
                    </a:cubicBezTo>
                    <a:cubicBezTo>
                      <a:pt x="4937" y="47517"/>
                      <a:pt x="4933" y="47514"/>
                      <a:pt x="4929" y="47513"/>
                    </a:cubicBezTo>
                    <a:lnTo>
                      <a:pt x="4361" y="47423"/>
                    </a:lnTo>
                    <a:lnTo>
                      <a:pt x="70" y="45104"/>
                    </a:lnTo>
                    <a:cubicBezTo>
                      <a:pt x="62" y="45077"/>
                      <a:pt x="38" y="44956"/>
                      <a:pt x="73" y="44777"/>
                    </a:cubicBezTo>
                    <a:cubicBezTo>
                      <a:pt x="95" y="44662"/>
                      <a:pt x="138" y="44544"/>
                      <a:pt x="198" y="44429"/>
                    </a:cubicBezTo>
                    <a:cubicBezTo>
                      <a:pt x="292" y="44250"/>
                      <a:pt x="472" y="44146"/>
                      <a:pt x="661" y="44146"/>
                    </a:cubicBezTo>
                    <a:cubicBezTo>
                      <a:pt x="727" y="44146"/>
                      <a:pt x="794" y="44158"/>
                      <a:pt x="859" y="44185"/>
                    </a:cubicBezTo>
                    <a:cubicBezTo>
                      <a:pt x="1721" y="44534"/>
                      <a:pt x="3270" y="44934"/>
                      <a:pt x="4217" y="44934"/>
                    </a:cubicBezTo>
                    <a:cubicBezTo>
                      <a:pt x="4361" y="44934"/>
                      <a:pt x="4490" y="44924"/>
                      <a:pt x="4602" y="44904"/>
                    </a:cubicBezTo>
                    <a:cubicBezTo>
                      <a:pt x="4838" y="44864"/>
                      <a:pt x="5029" y="44812"/>
                      <a:pt x="5180" y="44771"/>
                    </a:cubicBezTo>
                    <a:cubicBezTo>
                      <a:pt x="5347" y="44726"/>
                      <a:pt x="5470" y="44693"/>
                      <a:pt x="5567" y="44693"/>
                    </a:cubicBezTo>
                    <a:cubicBezTo>
                      <a:pt x="5652" y="44693"/>
                      <a:pt x="5718" y="44719"/>
                      <a:pt x="5776" y="44786"/>
                    </a:cubicBezTo>
                    <a:cubicBezTo>
                      <a:pt x="5779" y="44789"/>
                      <a:pt x="5782" y="44792"/>
                      <a:pt x="5786" y="44792"/>
                    </a:cubicBezTo>
                    <a:cubicBezTo>
                      <a:pt x="5791" y="44792"/>
                      <a:pt x="5795" y="44791"/>
                      <a:pt x="5798" y="44788"/>
                    </a:cubicBezTo>
                    <a:lnTo>
                      <a:pt x="6221" y="44402"/>
                    </a:lnTo>
                    <a:lnTo>
                      <a:pt x="6222" y="44400"/>
                    </a:lnTo>
                    <a:lnTo>
                      <a:pt x="6254" y="44371"/>
                    </a:lnTo>
                    <a:cubicBezTo>
                      <a:pt x="6259" y="44367"/>
                      <a:pt x="6260" y="44361"/>
                      <a:pt x="6259" y="44355"/>
                    </a:cubicBezTo>
                    <a:cubicBezTo>
                      <a:pt x="6189" y="44152"/>
                      <a:pt x="6147" y="43977"/>
                      <a:pt x="6136" y="43938"/>
                    </a:cubicBezTo>
                    <a:cubicBezTo>
                      <a:pt x="6285" y="43782"/>
                      <a:pt x="9078" y="40843"/>
                      <a:pt x="12004" y="37740"/>
                    </a:cubicBezTo>
                    <a:cubicBezTo>
                      <a:pt x="12009" y="37735"/>
                      <a:pt x="12010" y="37729"/>
                      <a:pt x="12007" y="37723"/>
                    </a:cubicBezTo>
                    <a:cubicBezTo>
                      <a:pt x="11241" y="35830"/>
                      <a:pt x="10179" y="33147"/>
                      <a:pt x="9803" y="31704"/>
                    </a:cubicBezTo>
                    <a:cubicBezTo>
                      <a:pt x="9465" y="30415"/>
                      <a:pt x="9405" y="29482"/>
                      <a:pt x="9615" y="28852"/>
                    </a:cubicBezTo>
                    <a:cubicBezTo>
                      <a:pt x="9796" y="28317"/>
                      <a:pt x="10170" y="27968"/>
                      <a:pt x="10832" y="27722"/>
                    </a:cubicBezTo>
                    <a:cubicBezTo>
                      <a:pt x="13055" y="27075"/>
                      <a:pt x="16008" y="26613"/>
                      <a:pt x="18095" y="26339"/>
                    </a:cubicBezTo>
                    <a:cubicBezTo>
                      <a:pt x="20355" y="26042"/>
                      <a:pt x="22113" y="25896"/>
                      <a:pt x="22130" y="25895"/>
                    </a:cubicBezTo>
                    <a:cubicBezTo>
                      <a:pt x="22138" y="25895"/>
                      <a:pt x="22144" y="25889"/>
                      <a:pt x="22145" y="25883"/>
                    </a:cubicBezTo>
                    <a:cubicBezTo>
                      <a:pt x="22145" y="25875"/>
                      <a:pt x="22142" y="25868"/>
                      <a:pt x="22135" y="25865"/>
                    </a:cubicBezTo>
                    <a:cubicBezTo>
                      <a:pt x="22131" y="25863"/>
                      <a:pt x="21747" y="25699"/>
                      <a:pt x="21763" y="25212"/>
                    </a:cubicBezTo>
                    <a:cubicBezTo>
                      <a:pt x="21780" y="24718"/>
                      <a:pt x="22453" y="24017"/>
                      <a:pt x="22459" y="24011"/>
                    </a:cubicBezTo>
                    <a:cubicBezTo>
                      <a:pt x="22463" y="24006"/>
                      <a:pt x="22465" y="24000"/>
                      <a:pt x="22463" y="23994"/>
                    </a:cubicBezTo>
                    <a:cubicBezTo>
                      <a:pt x="22451" y="23954"/>
                      <a:pt x="22439" y="23914"/>
                      <a:pt x="22427" y="23873"/>
                    </a:cubicBezTo>
                    <a:lnTo>
                      <a:pt x="22416" y="23836"/>
                    </a:lnTo>
                    <a:cubicBezTo>
                      <a:pt x="22409" y="23806"/>
                      <a:pt x="22400" y="23777"/>
                      <a:pt x="22392" y="23747"/>
                    </a:cubicBezTo>
                    <a:lnTo>
                      <a:pt x="22380" y="23703"/>
                    </a:lnTo>
                    <a:cubicBezTo>
                      <a:pt x="22372" y="23676"/>
                      <a:pt x="22365" y="23648"/>
                      <a:pt x="22357" y="23621"/>
                    </a:cubicBezTo>
                    <a:lnTo>
                      <a:pt x="22344" y="23573"/>
                    </a:lnTo>
                    <a:cubicBezTo>
                      <a:pt x="22336" y="23545"/>
                      <a:pt x="22328" y="23518"/>
                      <a:pt x="22321" y="23491"/>
                    </a:cubicBezTo>
                    <a:lnTo>
                      <a:pt x="22309" y="23441"/>
                    </a:lnTo>
                    <a:cubicBezTo>
                      <a:pt x="22301" y="23414"/>
                      <a:pt x="22294" y="23388"/>
                      <a:pt x="22286" y="23361"/>
                    </a:cubicBezTo>
                    <a:lnTo>
                      <a:pt x="22272" y="23309"/>
                    </a:lnTo>
                    <a:cubicBezTo>
                      <a:pt x="22266" y="23282"/>
                      <a:pt x="22259" y="23255"/>
                      <a:pt x="22251" y="23227"/>
                    </a:cubicBezTo>
                    <a:lnTo>
                      <a:pt x="22238" y="23174"/>
                    </a:lnTo>
                    <a:cubicBezTo>
                      <a:pt x="22231" y="23149"/>
                      <a:pt x="22224" y="23123"/>
                      <a:pt x="22218" y="23097"/>
                    </a:cubicBezTo>
                    <a:lnTo>
                      <a:pt x="22216" y="23093"/>
                    </a:lnTo>
                    <a:cubicBezTo>
                      <a:pt x="22206" y="23050"/>
                      <a:pt x="22195" y="23009"/>
                      <a:pt x="22185" y="22967"/>
                    </a:cubicBezTo>
                    <a:lnTo>
                      <a:pt x="22171" y="22915"/>
                    </a:lnTo>
                    <a:cubicBezTo>
                      <a:pt x="22165" y="22891"/>
                      <a:pt x="22159" y="22867"/>
                      <a:pt x="22153" y="22841"/>
                    </a:cubicBezTo>
                    <a:lnTo>
                      <a:pt x="22139" y="22784"/>
                    </a:lnTo>
                    <a:cubicBezTo>
                      <a:pt x="22130" y="22752"/>
                      <a:pt x="22122" y="22718"/>
                      <a:pt x="22115" y="22687"/>
                    </a:cubicBezTo>
                    <a:lnTo>
                      <a:pt x="22106" y="22653"/>
                    </a:lnTo>
                    <a:cubicBezTo>
                      <a:pt x="22098" y="22618"/>
                      <a:pt x="22089" y="22584"/>
                      <a:pt x="22080" y="22549"/>
                    </a:cubicBezTo>
                    <a:lnTo>
                      <a:pt x="22075" y="22526"/>
                    </a:lnTo>
                    <a:cubicBezTo>
                      <a:pt x="22065" y="22487"/>
                      <a:pt x="22056" y="22447"/>
                      <a:pt x="22047" y="22408"/>
                    </a:cubicBezTo>
                    <a:cubicBezTo>
                      <a:pt x="22006" y="22238"/>
                      <a:pt x="21965" y="22063"/>
                      <a:pt x="21924" y="21887"/>
                    </a:cubicBezTo>
                    <a:cubicBezTo>
                      <a:pt x="21922" y="21882"/>
                      <a:pt x="21919" y="21878"/>
                      <a:pt x="21913" y="21876"/>
                    </a:cubicBezTo>
                    <a:cubicBezTo>
                      <a:pt x="21912" y="21876"/>
                      <a:pt x="21910" y="21876"/>
                      <a:pt x="21909" y="21876"/>
                    </a:cubicBezTo>
                    <a:cubicBezTo>
                      <a:pt x="21905" y="21876"/>
                      <a:pt x="21902" y="21877"/>
                      <a:pt x="21898" y="21879"/>
                    </a:cubicBezTo>
                    <a:cubicBezTo>
                      <a:pt x="21532" y="22237"/>
                      <a:pt x="21209" y="22531"/>
                      <a:pt x="21003" y="22715"/>
                    </a:cubicBezTo>
                    <a:cubicBezTo>
                      <a:pt x="20829" y="22871"/>
                      <a:pt x="20603" y="22959"/>
                      <a:pt x="20370" y="22961"/>
                    </a:cubicBezTo>
                    <a:lnTo>
                      <a:pt x="12657" y="23027"/>
                    </a:lnTo>
                    <a:cubicBezTo>
                      <a:pt x="12657" y="23027"/>
                      <a:pt x="12610" y="23027"/>
                      <a:pt x="12521" y="23029"/>
                    </a:cubicBezTo>
                    <a:lnTo>
                      <a:pt x="7504" y="23071"/>
                    </a:lnTo>
                    <a:cubicBezTo>
                      <a:pt x="7501" y="23071"/>
                      <a:pt x="7371" y="23073"/>
                      <a:pt x="7139" y="23073"/>
                    </a:cubicBezTo>
                    <a:cubicBezTo>
                      <a:pt x="6868" y="23073"/>
                      <a:pt x="6459" y="23071"/>
                      <a:pt x="5950" y="23059"/>
                    </a:cubicBezTo>
                    <a:cubicBezTo>
                      <a:pt x="5005" y="22867"/>
                      <a:pt x="4756" y="22606"/>
                      <a:pt x="4753" y="22605"/>
                    </a:cubicBezTo>
                    <a:cubicBezTo>
                      <a:pt x="4750" y="22601"/>
                      <a:pt x="4746" y="22599"/>
                      <a:pt x="4742" y="22599"/>
                    </a:cubicBezTo>
                    <a:cubicBezTo>
                      <a:pt x="4739" y="22599"/>
                      <a:pt x="4736" y="22600"/>
                      <a:pt x="4734" y="22602"/>
                    </a:cubicBezTo>
                    <a:lnTo>
                      <a:pt x="4241" y="22934"/>
                    </a:lnTo>
                    <a:cubicBezTo>
                      <a:pt x="4221" y="22947"/>
                      <a:pt x="4198" y="22954"/>
                      <a:pt x="4175" y="22954"/>
                    </a:cubicBezTo>
                    <a:cubicBezTo>
                      <a:pt x="4144" y="22954"/>
                      <a:pt x="4113" y="22942"/>
                      <a:pt x="4090" y="22918"/>
                    </a:cubicBezTo>
                    <a:lnTo>
                      <a:pt x="4000" y="22829"/>
                    </a:lnTo>
                    <a:cubicBezTo>
                      <a:pt x="3978" y="22806"/>
                      <a:pt x="3964" y="22775"/>
                      <a:pt x="3966" y="22741"/>
                    </a:cubicBezTo>
                    <a:cubicBezTo>
                      <a:pt x="3967" y="22708"/>
                      <a:pt x="3982" y="22678"/>
                      <a:pt x="4006" y="22655"/>
                    </a:cubicBezTo>
                    <a:cubicBezTo>
                      <a:pt x="4013" y="22650"/>
                      <a:pt x="4014" y="22641"/>
                      <a:pt x="4010" y="22635"/>
                    </a:cubicBezTo>
                    <a:cubicBezTo>
                      <a:pt x="4006" y="22630"/>
                      <a:pt x="4002" y="22628"/>
                      <a:pt x="3997" y="22628"/>
                    </a:cubicBezTo>
                    <a:cubicBezTo>
                      <a:pt x="3995" y="22628"/>
                      <a:pt x="3992" y="22628"/>
                      <a:pt x="3990" y="22629"/>
                    </a:cubicBezTo>
                    <a:lnTo>
                      <a:pt x="3975" y="22637"/>
                    </a:lnTo>
                    <a:cubicBezTo>
                      <a:pt x="3953" y="22647"/>
                      <a:pt x="3930" y="22652"/>
                      <a:pt x="3907" y="22652"/>
                    </a:cubicBezTo>
                    <a:cubicBezTo>
                      <a:pt x="3860" y="22652"/>
                      <a:pt x="3813" y="22631"/>
                      <a:pt x="3782" y="22593"/>
                    </a:cubicBezTo>
                    <a:lnTo>
                      <a:pt x="3763" y="22567"/>
                    </a:lnTo>
                    <a:cubicBezTo>
                      <a:pt x="3717" y="22508"/>
                      <a:pt x="3719" y="22425"/>
                      <a:pt x="3769" y="22367"/>
                    </a:cubicBezTo>
                    <a:cubicBezTo>
                      <a:pt x="3775" y="22361"/>
                      <a:pt x="3773" y="22352"/>
                      <a:pt x="3769" y="22346"/>
                    </a:cubicBezTo>
                    <a:cubicBezTo>
                      <a:pt x="3766" y="22343"/>
                      <a:pt x="3762" y="22341"/>
                      <a:pt x="3758" y="22341"/>
                    </a:cubicBezTo>
                    <a:cubicBezTo>
                      <a:pt x="3754" y="22341"/>
                      <a:pt x="3750" y="22343"/>
                      <a:pt x="3746" y="22346"/>
                    </a:cubicBezTo>
                    <a:cubicBezTo>
                      <a:pt x="3720" y="22368"/>
                      <a:pt x="3687" y="22380"/>
                      <a:pt x="3652" y="22380"/>
                    </a:cubicBezTo>
                    <a:cubicBezTo>
                      <a:pt x="3648" y="22380"/>
                      <a:pt x="3644" y="22379"/>
                      <a:pt x="3640" y="22379"/>
                    </a:cubicBezTo>
                    <a:cubicBezTo>
                      <a:pt x="3602" y="22376"/>
                      <a:pt x="3566" y="22358"/>
                      <a:pt x="3541" y="22328"/>
                    </a:cubicBezTo>
                    <a:lnTo>
                      <a:pt x="3473" y="22246"/>
                    </a:lnTo>
                    <a:cubicBezTo>
                      <a:pt x="3423" y="22187"/>
                      <a:pt x="3429" y="22100"/>
                      <a:pt x="3487" y="22049"/>
                    </a:cubicBezTo>
                    <a:lnTo>
                      <a:pt x="3560" y="21982"/>
                    </a:lnTo>
                    <a:cubicBezTo>
                      <a:pt x="3566" y="21978"/>
                      <a:pt x="3566" y="21967"/>
                      <a:pt x="3561" y="21961"/>
                    </a:cubicBezTo>
                    <a:lnTo>
                      <a:pt x="3479" y="21863"/>
                    </a:lnTo>
                    <a:cubicBezTo>
                      <a:pt x="3417" y="21788"/>
                      <a:pt x="3411" y="21682"/>
                      <a:pt x="3464" y="21601"/>
                    </a:cubicBezTo>
                    <a:cubicBezTo>
                      <a:pt x="3563" y="21452"/>
                      <a:pt x="3741" y="21207"/>
                      <a:pt x="4037" y="20892"/>
                    </a:cubicBezTo>
                    <a:cubicBezTo>
                      <a:pt x="4107" y="20818"/>
                      <a:pt x="4201" y="20777"/>
                      <a:pt x="4302" y="20777"/>
                    </a:cubicBezTo>
                    <a:cubicBezTo>
                      <a:pt x="4310" y="20777"/>
                      <a:pt x="4319" y="20778"/>
                      <a:pt x="4328" y="20778"/>
                    </a:cubicBezTo>
                    <a:cubicBezTo>
                      <a:pt x="5820" y="20877"/>
                      <a:pt x="7286" y="21554"/>
                      <a:pt x="7299" y="21560"/>
                    </a:cubicBezTo>
                    <a:cubicBezTo>
                      <a:pt x="7302" y="21561"/>
                      <a:pt x="7306" y="21561"/>
                      <a:pt x="7307" y="21561"/>
                    </a:cubicBezTo>
                    <a:cubicBezTo>
                      <a:pt x="7313" y="21561"/>
                      <a:pt x="7872" y="21520"/>
                      <a:pt x="8675" y="21461"/>
                    </a:cubicBezTo>
                    <a:cubicBezTo>
                      <a:pt x="8679" y="21461"/>
                      <a:pt x="8684" y="21458"/>
                      <a:pt x="8687" y="21455"/>
                    </a:cubicBezTo>
                    <a:cubicBezTo>
                      <a:pt x="8822" y="21263"/>
                      <a:pt x="8991" y="21058"/>
                      <a:pt x="9190" y="20848"/>
                    </a:cubicBezTo>
                    <a:cubicBezTo>
                      <a:pt x="9259" y="20773"/>
                      <a:pt x="9356" y="20732"/>
                      <a:pt x="9458" y="20732"/>
                    </a:cubicBezTo>
                    <a:cubicBezTo>
                      <a:pt x="9465" y="20732"/>
                      <a:pt x="9472" y="20732"/>
                      <a:pt x="9479" y="20733"/>
                    </a:cubicBezTo>
                    <a:cubicBezTo>
                      <a:pt x="10335" y="20790"/>
                      <a:pt x="11174" y="21034"/>
                      <a:pt x="11728" y="21229"/>
                    </a:cubicBezTo>
                    <a:lnTo>
                      <a:pt x="11736" y="21229"/>
                    </a:lnTo>
                    <a:cubicBezTo>
                      <a:pt x="13304" y="21108"/>
                      <a:pt x="14316" y="21022"/>
                      <a:pt x="14743" y="20975"/>
                    </a:cubicBezTo>
                    <a:cubicBezTo>
                      <a:pt x="14747" y="20975"/>
                      <a:pt x="14752" y="20972"/>
                      <a:pt x="14753" y="20969"/>
                    </a:cubicBezTo>
                    <a:cubicBezTo>
                      <a:pt x="15276" y="20245"/>
                      <a:pt x="16095" y="18670"/>
                      <a:pt x="16538" y="17796"/>
                    </a:cubicBezTo>
                    <a:cubicBezTo>
                      <a:pt x="16541" y="17790"/>
                      <a:pt x="16539" y="17784"/>
                      <a:pt x="16536" y="17779"/>
                    </a:cubicBezTo>
                    <a:cubicBezTo>
                      <a:pt x="16353" y="17508"/>
                      <a:pt x="16292" y="17241"/>
                      <a:pt x="16351" y="16990"/>
                    </a:cubicBezTo>
                    <a:lnTo>
                      <a:pt x="16353" y="16985"/>
                    </a:lnTo>
                    <a:cubicBezTo>
                      <a:pt x="18274" y="14304"/>
                      <a:pt x="19269" y="11438"/>
                      <a:pt x="19278" y="11411"/>
                    </a:cubicBezTo>
                    <a:cubicBezTo>
                      <a:pt x="19281" y="11404"/>
                      <a:pt x="19614" y="10649"/>
                      <a:pt x="20503" y="10155"/>
                    </a:cubicBezTo>
                    <a:cubicBezTo>
                      <a:pt x="20508" y="10152"/>
                      <a:pt x="20512" y="10149"/>
                      <a:pt x="20517" y="10148"/>
                    </a:cubicBezTo>
                    <a:cubicBezTo>
                      <a:pt x="20524" y="10143"/>
                      <a:pt x="20527" y="10134"/>
                      <a:pt x="20524" y="10127"/>
                    </a:cubicBezTo>
                    <a:lnTo>
                      <a:pt x="20282" y="9519"/>
                    </a:lnTo>
                    <a:cubicBezTo>
                      <a:pt x="20312" y="9498"/>
                      <a:pt x="20409" y="9430"/>
                      <a:pt x="20565" y="9336"/>
                    </a:cubicBezTo>
                    <a:lnTo>
                      <a:pt x="20567" y="9334"/>
                    </a:lnTo>
                    <a:cubicBezTo>
                      <a:pt x="20615" y="9306"/>
                      <a:pt x="20665" y="9275"/>
                      <a:pt x="20717" y="9245"/>
                    </a:cubicBezTo>
                    <a:cubicBezTo>
                      <a:pt x="20723" y="9242"/>
                      <a:pt x="20726" y="9235"/>
                      <a:pt x="20724" y="9228"/>
                    </a:cubicBezTo>
                    <a:cubicBezTo>
                      <a:pt x="20635" y="8910"/>
                      <a:pt x="20456" y="8586"/>
                      <a:pt x="20321" y="8371"/>
                    </a:cubicBezTo>
                    <a:cubicBezTo>
                      <a:pt x="20318" y="8366"/>
                      <a:pt x="20313" y="8363"/>
                      <a:pt x="20308" y="8363"/>
                    </a:cubicBezTo>
                    <a:cubicBezTo>
                      <a:pt x="20305" y="8363"/>
                      <a:pt x="20303" y="8364"/>
                      <a:pt x="20300" y="8365"/>
                    </a:cubicBezTo>
                    <a:lnTo>
                      <a:pt x="18982" y="9138"/>
                    </a:lnTo>
                    <a:cubicBezTo>
                      <a:pt x="18854" y="9212"/>
                      <a:pt x="18708" y="9253"/>
                      <a:pt x="18560" y="9253"/>
                    </a:cubicBezTo>
                    <a:lnTo>
                      <a:pt x="18349" y="9256"/>
                    </a:lnTo>
                    <a:cubicBezTo>
                      <a:pt x="18348" y="9254"/>
                      <a:pt x="18346" y="9254"/>
                      <a:pt x="18345" y="9254"/>
                    </a:cubicBezTo>
                    <a:lnTo>
                      <a:pt x="18328" y="9254"/>
                    </a:lnTo>
                    <a:cubicBezTo>
                      <a:pt x="18316" y="9256"/>
                      <a:pt x="18304" y="9256"/>
                      <a:pt x="18292" y="9256"/>
                    </a:cubicBezTo>
                    <a:cubicBezTo>
                      <a:pt x="18263" y="9256"/>
                      <a:pt x="18233" y="9256"/>
                      <a:pt x="18202" y="9254"/>
                    </a:cubicBezTo>
                    <a:lnTo>
                      <a:pt x="18201" y="9254"/>
                    </a:lnTo>
                    <a:cubicBezTo>
                      <a:pt x="18111" y="9253"/>
                      <a:pt x="18027" y="9245"/>
                      <a:pt x="17951" y="9235"/>
                    </a:cubicBezTo>
                    <a:cubicBezTo>
                      <a:pt x="17746" y="9204"/>
                      <a:pt x="17578" y="9063"/>
                      <a:pt x="17513" y="8865"/>
                    </a:cubicBezTo>
                    <a:cubicBezTo>
                      <a:pt x="17283" y="8174"/>
                      <a:pt x="17150" y="7311"/>
                      <a:pt x="17148" y="7302"/>
                    </a:cubicBezTo>
                    <a:cubicBezTo>
                      <a:pt x="17147" y="7297"/>
                      <a:pt x="17145" y="7293"/>
                      <a:pt x="17141" y="7291"/>
                    </a:cubicBezTo>
                    <a:cubicBezTo>
                      <a:pt x="17030" y="7214"/>
                      <a:pt x="16732" y="6997"/>
                      <a:pt x="16694" y="6920"/>
                    </a:cubicBezTo>
                    <a:cubicBezTo>
                      <a:pt x="16674" y="6878"/>
                      <a:pt x="16671" y="6849"/>
                      <a:pt x="16686" y="6832"/>
                    </a:cubicBezTo>
                    <a:cubicBezTo>
                      <a:pt x="16695" y="6822"/>
                      <a:pt x="16716" y="6810"/>
                      <a:pt x="16767" y="6810"/>
                    </a:cubicBezTo>
                    <a:cubicBezTo>
                      <a:pt x="16815" y="6810"/>
                      <a:pt x="16889" y="6821"/>
                      <a:pt x="17004" y="6853"/>
                    </a:cubicBezTo>
                    <a:cubicBezTo>
                      <a:pt x="17006" y="6854"/>
                      <a:pt x="17007" y="6854"/>
                      <a:pt x="17009" y="6854"/>
                    </a:cubicBezTo>
                    <a:cubicBezTo>
                      <a:pt x="17013" y="6854"/>
                      <a:pt x="17016" y="6853"/>
                      <a:pt x="17019" y="6850"/>
                    </a:cubicBezTo>
                    <a:cubicBezTo>
                      <a:pt x="17024" y="6846"/>
                      <a:pt x="17025" y="6841"/>
                      <a:pt x="17024" y="6835"/>
                    </a:cubicBezTo>
                    <a:cubicBezTo>
                      <a:pt x="16888" y="6051"/>
                      <a:pt x="16848" y="5261"/>
                      <a:pt x="16839" y="4737"/>
                    </a:cubicBezTo>
                    <a:cubicBezTo>
                      <a:pt x="16839" y="4731"/>
                      <a:pt x="16836" y="4727"/>
                      <a:pt x="16832" y="4724"/>
                    </a:cubicBezTo>
                    <a:cubicBezTo>
                      <a:pt x="16798" y="4707"/>
                      <a:pt x="16777" y="4671"/>
                      <a:pt x="16779" y="4634"/>
                    </a:cubicBezTo>
                    <a:cubicBezTo>
                      <a:pt x="16780" y="4603"/>
                      <a:pt x="16785" y="4572"/>
                      <a:pt x="16789" y="4545"/>
                    </a:cubicBezTo>
                    <a:cubicBezTo>
                      <a:pt x="16792" y="4533"/>
                      <a:pt x="16801" y="4525"/>
                      <a:pt x="16813" y="4525"/>
                    </a:cubicBezTo>
                    <a:lnTo>
                      <a:pt x="16821" y="4525"/>
                    </a:lnTo>
                    <a:cubicBezTo>
                      <a:pt x="16825" y="4525"/>
                      <a:pt x="16830" y="4524"/>
                      <a:pt x="16833" y="4521"/>
                    </a:cubicBezTo>
                    <a:cubicBezTo>
                      <a:pt x="16836" y="4518"/>
                      <a:pt x="16838" y="4513"/>
                      <a:pt x="16838" y="4510"/>
                    </a:cubicBezTo>
                    <a:cubicBezTo>
                      <a:pt x="16838" y="4374"/>
                      <a:pt x="16839" y="4294"/>
                      <a:pt x="16839" y="4294"/>
                    </a:cubicBezTo>
                    <a:cubicBezTo>
                      <a:pt x="16839" y="4289"/>
                      <a:pt x="16838" y="4284"/>
                      <a:pt x="16835" y="4281"/>
                    </a:cubicBezTo>
                    <a:cubicBezTo>
                      <a:pt x="16830" y="4278"/>
                      <a:pt x="16501" y="3965"/>
                      <a:pt x="16394" y="3303"/>
                    </a:cubicBezTo>
                    <a:cubicBezTo>
                      <a:pt x="16394" y="3301"/>
                      <a:pt x="16394" y="3301"/>
                      <a:pt x="16394" y="3301"/>
                    </a:cubicBezTo>
                    <a:cubicBezTo>
                      <a:pt x="16351" y="3035"/>
                      <a:pt x="16348" y="2747"/>
                      <a:pt x="16388" y="2444"/>
                    </a:cubicBezTo>
                    <a:cubicBezTo>
                      <a:pt x="16501" y="1544"/>
                      <a:pt x="16918" y="828"/>
                      <a:pt x="17557" y="425"/>
                    </a:cubicBezTo>
                    <a:cubicBezTo>
                      <a:pt x="17974" y="162"/>
                      <a:pt x="18476" y="31"/>
                      <a:pt x="19059" y="31"/>
                    </a:cubicBezTo>
                    <a:close/>
                    <a:moveTo>
                      <a:pt x="19056" y="1"/>
                    </a:moveTo>
                    <a:cubicBezTo>
                      <a:pt x="19002" y="1"/>
                      <a:pt x="18949" y="2"/>
                      <a:pt x="18896" y="4"/>
                    </a:cubicBezTo>
                    <a:cubicBezTo>
                      <a:pt x="18375" y="27"/>
                      <a:pt x="17918" y="160"/>
                      <a:pt x="17539" y="398"/>
                    </a:cubicBezTo>
                    <a:cubicBezTo>
                      <a:pt x="16892" y="807"/>
                      <a:pt x="16471" y="1531"/>
                      <a:pt x="16356" y="2441"/>
                    </a:cubicBezTo>
                    <a:cubicBezTo>
                      <a:pt x="16317" y="2747"/>
                      <a:pt x="16318" y="3038"/>
                      <a:pt x="16362" y="3307"/>
                    </a:cubicBezTo>
                    <a:cubicBezTo>
                      <a:pt x="16362" y="3307"/>
                      <a:pt x="16362" y="3309"/>
                      <a:pt x="16362" y="3309"/>
                    </a:cubicBezTo>
                    <a:cubicBezTo>
                      <a:pt x="16465" y="3936"/>
                      <a:pt x="16763" y="4256"/>
                      <a:pt x="16806" y="4300"/>
                    </a:cubicBezTo>
                    <a:cubicBezTo>
                      <a:pt x="16806" y="4321"/>
                      <a:pt x="16804" y="4389"/>
                      <a:pt x="16804" y="4495"/>
                    </a:cubicBezTo>
                    <a:cubicBezTo>
                      <a:pt x="16782" y="4498"/>
                      <a:pt x="16762" y="4515"/>
                      <a:pt x="16757" y="4539"/>
                    </a:cubicBezTo>
                    <a:cubicBezTo>
                      <a:pt x="16751" y="4568"/>
                      <a:pt x="16748" y="4600"/>
                      <a:pt x="16747" y="4633"/>
                    </a:cubicBezTo>
                    <a:cubicBezTo>
                      <a:pt x="16745" y="4680"/>
                      <a:pt x="16768" y="4724"/>
                      <a:pt x="16807" y="4748"/>
                    </a:cubicBezTo>
                    <a:cubicBezTo>
                      <a:pt x="16816" y="5266"/>
                      <a:pt x="16856" y="6042"/>
                      <a:pt x="16989" y="6817"/>
                    </a:cubicBezTo>
                    <a:cubicBezTo>
                      <a:pt x="16894" y="6791"/>
                      <a:pt x="16820" y="6778"/>
                      <a:pt x="16765" y="6778"/>
                    </a:cubicBezTo>
                    <a:cubicBezTo>
                      <a:pt x="16714" y="6778"/>
                      <a:pt x="16679" y="6790"/>
                      <a:pt x="16660" y="6812"/>
                    </a:cubicBezTo>
                    <a:cubicBezTo>
                      <a:pt x="16638" y="6838"/>
                      <a:pt x="16639" y="6879"/>
                      <a:pt x="16665" y="6934"/>
                    </a:cubicBezTo>
                    <a:cubicBezTo>
                      <a:pt x="16710" y="7029"/>
                      <a:pt x="17066" y="7278"/>
                      <a:pt x="17118" y="7312"/>
                    </a:cubicBezTo>
                    <a:cubicBezTo>
                      <a:pt x="17130" y="7396"/>
                      <a:pt x="17263" y="8215"/>
                      <a:pt x="17483" y="8876"/>
                    </a:cubicBezTo>
                    <a:cubicBezTo>
                      <a:pt x="17553" y="9085"/>
                      <a:pt x="17730" y="9235"/>
                      <a:pt x="17946" y="9266"/>
                    </a:cubicBezTo>
                    <a:cubicBezTo>
                      <a:pt x="18024" y="9277"/>
                      <a:pt x="18107" y="9284"/>
                      <a:pt x="18198" y="9286"/>
                    </a:cubicBezTo>
                    <a:lnTo>
                      <a:pt x="18201" y="9286"/>
                    </a:lnTo>
                    <a:cubicBezTo>
                      <a:pt x="18233" y="9288"/>
                      <a:pt x="18263" y="9288"/>
                      <a:pt x="18292" y="9288"/>
                    </a:cubicBezTo>
                    <a:cubicBezTo>
                      <a:pt x="18304" y="9288"/>
                      <a:pt x="18317" y="9286"/>
                      <a:pt x="18328" y="9286"/>
                    </a:cubicBezTo>
                    <a:lnTo>
                      <a:pt x="18345" y="9286"/>
                    </a:lnTo>
                    <a:lnTo>
                      <a:pt x="18560" y="9284"/>
                    </a:lnTo>
                    <a:cubicBezTo>
                      <a:pt x="18714" y="9283"/>
                      <a:pt x="18866" y="9242"/>
                      <a:pt x="18998" y="9163"/>
                    </a:cubicBezTo>
                    <a:lnTo>
                      <a:pt x="20303" y="8400"/>
                    </a:lnTo>
                    <a:cubicBezTo>
                      <a:pt x="20433" y="8612"/>
                      <a:pt x="20602" y="8921"/>
                      <a:pt x="20691" y="9224"/>
                    </a:cubicBezTo>
                    <a:cubicBezTo>
                      <a:pt x="20643" y="9253"/>
                      <a:pt x="20594" y="9281"/>
                      <a:pt x="20549" y="9309"/>
                    </a:cubicBezTo>
                    <a:lnTo>
                      <a:pt x="20547" y="9310"/>
                    </a:lnTo>
                    <a:cubicBezTo>
                      <a:pt x="20358" y="9425"/>
                      <a:pt x="20253" y="9500"/>
                      <a:pt x="20253" y="9501"/>
                    </a:cubicBezTo>
                    <a:cubicBezTo>
                      <a:pt x="20247" y="9504"/>
                      <a:pt x="20244" y="9512"/>
                      <a:pt x="20247" y="9519"/>
                    </a:cubicBezTo>
                    <a:lnTo>
                      <a:pt x="20490" y="10125"/>
                    </a:lnTo>
                    <a:cubicBezTo>
                      <a:pt x="20490" y="10127"/>
                      <a:pt x="20488" y="10127"/>
                      <a:pt x="20487" y="10127"/>
                    </a:cubicBezTo>
                    <a:cubicBezTo>
                      <a:pt x="19588" y="10627"/>
                      <a:pt x="19252" y="11390"/>
                      <a:pt x="19249" y="11399"/>
                    </a:cubicBezTo>
                    <a:cubicBezTo>
                      <a:pt x="19238" y="11428"/>
                      <a:pt x="18245" y="14292"/>
                      <a:pt x="16326" y="16970"/>
                    </a:cubicBezTo>
                    <a:cubicBezTo>
                      <a:pt x="16324" y="16972"/>
                      <a:pt x="16324" y="16973"/>
                      <a:pt x="16323" y="16975"/>
                    </a:cubicBezTo>
                    <a:lnTo>
                      <a:pt x="16321" y="16982"/>
                    </a:lnTo>
                    <a:cubicBezTo>
                      <a:pt x="16259" y="17241"/>
                      <a:pt x="16321" y="17512"/>
                      <a:pt x="16506" y="17790"/>
                    </a:cubicBezTo>
                    <a:cubicBezTo>
                      <a:pt x="16064" y="18662"/>
                      <a:pt x="15252" y="20222"/>
                      <a:pt x="14732" y="20943"/>
                    </a:cubicBezTo>
                    <a:cubicBezTo>
                      <a:pt x="14302" y="20992"/>
                      <a:pt x="13293" y="21077"/>
                      <a:pt x="11736" y="21198"/>
                    </a:cubicBezTo>
                    <a:cubicBezTo>
                      <a:pt x="11180" y="21002"/>
                      <a:pt x="10338" y="20758"/>
                      <a:pt x="9482" y="20701"/>
                    </a:cubicBezTo>
                    <a:cubicBezTo>
                      <a:pt x="9474" y="20700"/>
                      <a:pt x="9465" y="20700"/>
                      <a:pt x="9457" y="20700"/>
                    </a:cubicBezTo>
                    <a:cubicBezTo>
                      <a:pt x="9348" y="20700"/>
                      <a:pt x="9243" y="20745"/>
                      <a:pt x="9167" y="20825"/>
                    </a:cubicBezTo>
                    <a:cubicBezTo>
                      <a:pt x="8970" y="21036"/>
                      <a:pt x="8801" y="21239"/>
                      <a:pt x="8666" y="21431"/>
                    </a:cubicBezTo>
                    <a:cubicBezTo>
                      <a:pt x="7902" y="21487"/>
                      <a:pt x="7362" y="21526"/>
                      <a:pt x="7310" y="21529"/>
                    </a:cubicBezTo>
                    <a:cubicBezTo>
                      <a:pt x="7225" y="21492"/>
                      <a:pt x="5791" y="20843"/>
                      <a:pt x="4329" y="20746"/>
                    </a:cubicBezTo>
                    <a:cubicBezTo>
                      <a:pt x="4321" y="20746"/>
                      <a:pt x="4312" y="20745"/>
                      <a:pt x="4304" y="20745"/>
                    </a:cubicBezTo>
                    <a:cubicBezTo>
                      <a:pt x="4195" y="20745"/>
                      <a:pt x="4090" y="20790"/>
                      <a:pt x="4014" y="20871"/>
                    </a:cubicBezTo>
                    <a:cubicBezTo>
                      <a:pt x="3717" y="21187"/>
                      <a:pt x="3537" y="21434"/>
                      <a:pt x="3438" y="21584"/>
                    </a:cubicBezTo>
                    <a:cubicBezTo>
                      <a:pt x="3378" y="21676"/>
                      <a:pt x="3384" y="21798"/>
                      <a:pt x="3455" y="21884"/>
                    </a:cubicBezTo>
                    <a:lnTo>
                      <a:pt x="3526" y="21970"/>
                    </a:lnTo>
                    <a:lnTo>
                      <a:pt x="3466" y="22026"/>
                    </a:lnTo>
                    <a:cubicBezTo>
                      <a:pt x="3396" y="22088"/>
                      <a:pt x="3388" y="22194"/>
                      <a:pt x="3449" y="22266"/>
                    </a:cubicBezTo>
                    <a:lnTo>
                      <a:pt x="3517" y="22349"/>
                    </a:lnTo>
                    <a:cubicBezTo>
                      <a:pt x="3548" y="22385"/>
                      <a:pt x="3590" y="22406"/>
                      <a:pt x="3637" y="22411"/>
                    </a:cubicBezTo>
                    <a:cubicBezTo>
                      <a:pt x="3642" y="22412"/>
                      <a:pt x="3648" y="22412"/>
                      <a:pt x="3653" y="22412"/>
                    </a:cubicBezTo>
                    <a:cubicBezTo>
                      <a:pt x="3673" y="22412"/>
                      <a:pt x="3693" y="22408"/>
                      <a:pt x="3711" y="22402"/>
                    </a:cubicBezTo>
                    <a:lnTo>
                      <a:pt x="3711" y="22402"/>
                    </a:lnTo>
                    <a:cubicBezTo>
                      <a:pt x="3687" y="22462"/>
                      <a:pt x="3696" y="22534"/>
                      <a:pt x="3738" y="22588"/>
                    </a:cubicBezTo>
                    <a:lnTo>
                      <a:pt x="3758" y="22612"/>
                    </a:lnTo>
                    <a:cubicBezTo>
                      <a:pt x="3794" y="22658"/>
                      <a:pt x="3850" y="22684"/>
                      <a:pt x="3906" y="22684"/>
                    </a:cubicBezTo>
                    <a:cubicBezTo>
                      <a:pt x="3921" y="22684"/>
                      <a:pt x="3935" y="22682"/>
                      <a:pt x="3949" y="22679"/>
                    </a:cubicBezTo>
                    <a:lnTo>
                      <a:pt x="3949" y="22679"/>
                    </a:lnTo>
                    <a:cubicBezTo>
                      <a:pt x="3940" y="22697"/>
                      <a:pt x="3935" y="22718"/>
                      <a:pt x="3934" y="22740"/>
                    </a:cubicBezTo>
                    <a:cubicBezTo>
                      <a:pt x="3932" y="22782"/>
                      <a:pt x="3949" y="22823"/>
                      <a:pt x="3978" y="22852"/>
                    </a:cubicBezTo>
                    <a:lnTo>
                      <a:pt x="4069" y="22941"/>
                    </a:lnTo>
                    <a:cubicBezTo>
                      <a:pt x="4097" y="22970"/>
                      <a:pt x="4135" y="22986"/>
                      <a:pt x="4174" y="22986"/>
                    </a:cubicBezTo>
                    <a:cubicBezTo>
                      <a:pt x="4203" y="22986"/>
                      <a:pt x="4232" y="22977"/>
                      <a:pt x="4258" y="22959"/>
                    </a:cubicBezTo>
                    <a:lnTo>
                      <a:pt x="4740" y="22635"/>
                    </a:lnTo>
                    <a:cubicBezTo>
                      <a:pt x="4794" y="22687"/>
                      <a:pt x="5077" y="22915"/>
                      <a:pt x="5945" y="23091"/>
                    </a:cubicBezTo>
                    <a:lnTo>
                      <a:pt x="5947" y="23091"/>
                    </a:lnTo>
                    <a:cubicBezTo>
                      <a:pt x="6457" y="23102"/>
                      <a:pt x="6868" y="23105"/>
                      <a:pt x="7139" y="23105"/>
                    </a:cubicBezTo>
                    <a:cubicBezTo>
                      <a:pt x="7371" y="23105"/>
                      <a:pt x="7501" y="23103"/>
                      <a:pt x="7504" y="23103"/>
                    </a:cubicBezTo>
                    <a:lnTo>
                      <a:pt x="12521" y="23061"/>
                    </a:lnTo>
                    <a:cubicBezTo>
                      <a:pt x="12610" y="23061"/>
                      <a:pt x="12657" y="23059"/>
                      <a:pt x="12657" y="23059"/>
                    </a:cubicBezTo>
                    <a:lnTo>
                      <a:pt x="20370" y="22993"/>
                    </a:lnTo>
                    <a:cubicBezTo>
                      <a:pt x="20611" y="22991"/>
                      <a:pt x="20844" y="22902"/>
                      <a:pt x="21024" y="22740"/>
                    </a:cubicBezTo>
                    <a:cubicBezTo>
                      <a:pt x="21227" y="22559"/>
                      <a:pt x="21542" y="22272"/>
                      <a:pt x="21900" y="21922"/>
                    </a:cubicBezTo>
                    <a:cubicBezTo>
                      <a:pt x="21938" y="22088"/>
                      <a:pt x="21977" y="22255"/>
                      <a:pt x="22015" y="22416"/>
                    </a:cubicBezTo>
                    <a:cubicBezTo>
                      <a:pt x="22025" y="22455"/>
                      <a:pt x="22035" y="22496"/>
                      <a:pt x="22044" y="22534"/>
                    </a:cubicBezTo>
                    <a:lnTo>
                      <a:pt x="22050" y="22556"/>
                    </a:lnTo>
                    <a:cubicBezTo>
                      <a:pt x="22057" y="22591"/>
                      <a:pt x="22066" y="22626"/>
                      <a:pt x="22075" y="22661"/>
                    </a:cubicBezTo>
                    <a:lnTo>
                      <a:pt x="22083" y="22694"/>
                    </a:lnTo>
                    <a:cubicBezTo>
                      <a:pt x="22091" y="22728"/>
                      <a:pt x="22100" y="22759"/>
                      <a:pt x="22107" y="22791"/>
                    </a:cubicBezTo>
                    <a:lnTo>
                      <a:pt x="22121" y="22850"/>
                    </a:lnTo>
                    <a:cubicBezTo>
                      <a:pt x="22128" y="22874"/>
                      <a:pt x="22135" y="22899"/>
                      <a:pt x="22141" y="22923"/>
                    </a:cubicBezTo>
                    <a:lnTo>
                      <a:pt x="22153" y="22974"/>
                    </a:lnTo>
                    <a:cubicBezTo>
                      <a:pt x="22163" y="23017"/>
                      <a:pt x="22174" y="23059"/>
                      <a:pt x="22185" y="23100"/>
                    </a:cubicBezTo>
                    <a:lnTo>
                      <a:pt x="22186" y="23105"/>
                    </a:lnTo>
                    <a:cubicBezTo>
                      <a:pt x="22194" y="23130"/>
                      <a:pt x="22200" y="23158"/>
                      <a:pt x="22207" y="23183"/>
                    </a:cubicBezTo>
                    <a:lnTo>
                      <a:pt x="22221" y="23236"/>
                    </a:lnTo>
                    <a:cubicBezTo>
                      <a:pt x="22227" y="23262"/>
                      <a:pt x="22234" y="23290"/>
                      <a:pt x="22242" y="23317"/>
                    </a:cubicBezTo>
                    <a:lnTo>
                      <a:pt x="22256" y="23368"/>
                    </a:lnTo>
                    <a:cubicBezTo>
                      <a:pt x="22262" y="23396"/>
                      <a:pt x="22269" y="23423"/>
                      <a:pt x="22277" y="23450"/>
                    </a:cubicBezTo>
                    <a:lnTo>
                      <a:pt x="22291" y="23500"/>
                    </a:lnTo>
                    <a:cubicBezTo>
                      <a:pt x="22298" y="23527"/>
                      <a:pt x="22304" y="23555"/>
                      <a:pt x="22312" y="23580"/>
                    </a:cubicBezTo>
                    <a:lnTo>
                      <a:pt x="22325" y="23629"/>
                    </a:lnTo>
                    <a:cubicBezTo>
                      <a:pt x="22333" y="23658"/>
                      <a:pt x="22341" y="23685"/>
                      <a:pt x="22348" y="23712"/>
                    </a:cubicBezTo>
                    <a:lnTo>
                      <a:pt x="22360" y="23756"/>
                    </a:lnTo>
                    <a:cubicBezTo>
                      <a:pt x="22369" y="23786"/>
                      <a:pt x="22378" y="23815"/>
                      <a:pt x="22386" y="23845"/>
                    </a:cubicBezTo>
                    <a:lnTo>
                      <a:pt x="22397" y="23882"/>
                    </a:lnTo>
                    <a:cubicBezTo>
                      <a:pt x="22407" y="23920"/>
                      <a:pt x="22418" y="23957"/>
                      <a:pt x="22430" y="23995"/>
                    </a:cubicBezTo>
                    <a:cubicBezTo>
                      <a:pt x="22356" y="24073"/>
                      <a:pt x="21747" y="24725"/>
                      <a:pt x="21732" y="25212"/>
                    </a:cubicBezTo>
                    <a:cubicBezTo>
                      <a:pt x="21718" y="25613"/>
                      <a:pt x="21965" y="25804"/>
                      <a:pt x="22074" y="25869"/>
                    </a:cubicBezTo>
                    <a:cubicBezTo>
                      <a:pt x="21760" y="25896"/>
                      <a:pt x="20131" y="26040"/>
                      <a:pt x="18090" y="26308"/>
                    </a:cubicBezTo>
                    <a:cubicBezTo>
                      <a:pt x="16003" y="26582"/>
                      <a:pt x="13048" y="27044"/>
                      <a:pt x="10821" y="27693"/>
                    </a:cubicBezTo>
                    <a:cubicBezTo>
                      <a:pt x="10149" y="27943"/>
                      <a:pt x="9768" y="28297"/>
                      <a:pt x="9585" y="28842"/>
                    </a:cubicBezTo>
                    <a:cubicBezTo>
                      <a:pt x="9373" y="29479"/>
                      <a:pt x="9434" y="30416"/>
                      <a:pt x="9771" y="31713"/>
                    </a:cubicBezTo>
                    <a:cubicBezTo>
                      <a:pt x="10149" y="33155"/>
                      <a:pt x="11207" y="35833"/>
                      <a:pt x="11974" y="37726"/>
                    </a:cubicBezTo>
                    <a:cubicBezTo>
                      <a:pt x="8985" y="40895"/>
                      <a:pt x="6136" y="43893"/>
                      <a:pt x="6107" y="43921"/>
                    </a:cubicBezTo>
                    <a:cubicBezTo>
                      <a:pt x="6104" y="43926"/>
                      <a:pt x="6103" y="43932"/>
                      <a:pt x="6104" y="43937"/>
                    </a:cubicBezTo>
                    <a:cubicBezTo>
                      <a:pt x="6104" y="43938"/>
                      <a:pt x="6148" y="44129"/>
                      <a:pt x="6224" y="44356"/>
                    </a:cubicBezTo>
                    <a:lnTo>
                      <a:pt x="6200" y="44377"/>
                    </a:lnTo>
                    <a:lnTo>
                      <a:pt x="6198" y="44379"/>
                    </a:lnTo>
                    <a:lnTo>
                      <a:pt x="5788" y="44754"/>
                    </a:lnTo>
                    <a:cubicBezTo>
                      <a:pt x="5726" y="44688"/>
                      <a:pt x="5655" y="44662"/>
                      <a:pt x="5566" y="44662"/>
                    </a:cubicBezTo>
                    <a:cubicBezTo>
                      <a:pt x="5464" y="44662"/>
                      <a:pt x="5338" y="44696"/>
                      <a:pt x="5173" y="44741"/>
                    </a:cubicBezTo>
                    <a:cubicBezTo>
                      <a:pt x="5020" y="44782"/>
                      <a:pt x="4830" y="44833"/>
                      <a:pt x="4596" y="44874"/>
                    </a:cubicBezTo>
                    <a:cubicBezTo>
                      <a:pt x="4486" y="44894"/>
                      <a:pt x="4358" y="44903"/>
                      <a:pt x="4216" y="44903"/>
                    </a:cubicBezTo>
                    <a:cubicBezTo>
                      <a:pt x="3275" y="44903"/>
                      <a:pt x="1731" y="44504"/>
                      <a:pt x="871" y="44156"/>
                    </a:cubicBezTo>
                    <a:cubicBezTo>
                      <a:pt x="802" y="44128"/>
                      <a:pt x="730" y="44114"/>
                      <a:pt x="660" y="44114"/>
                    </a:cubicBezTo>
                    <a:cubicBezTo>
                      <a:pt x="459" y="44114"/>
                      <a:pt x="268" y="44224"/>
                      <a:pt x="170" y="44414"/>
                    </a:cubicBezTo>
                    <a:cubicBezTo>
                      <a:pt x="108" y="44533"/>
                      <a:pt x="65" y="44653"/>
                      <a:pt x="42" y="44771"/>
                    </a:cubicBezTo>
                    <a:cubicBezTo>
                      <a:pt x="0" y="44983"/>
                      <a:pt x="38" y="45115"/>
                      <a:pt x="39" y="45121"/>
                    </a:cubicBezTo>
                    <a:cubicBezTo>
                      <a:pt x="41" y="45124"/>
                      <a:pt x="44" y="45129"/>
                      <a:pt x="47" y="45130"/>
                    </a:cubicBezTo>
                    <a:lnTo>
                      <a:pt x="4347" y="47452"/>
                    </a:lnTo>
                    <a:cubicBezTo>
                      <a:pt x="4349" y="47454"/>
                      <a:pt x="4350" y="47454"/>
                      <a:pt x="4352" y="47455"/>
                    </a:cubicBezTo>
                    <a:lnTo>
                      <a:pt x="4906" y="47543"/>
                    </a:lnTo>
                    <a:lnTo>
                      <a:pt x="4864" y="47716"/>
                    </a:lnTo>
                    <a:cubicBezTo>
                      <a:pt x="4862" y="47722"/>
                      <a:pt x="4865" y="47729"/>
                      <a:pt x="4871" y="47732"/>
                    </a:cubicBezTo>
                    <a:lnTo>
                      <a:pt x="5967" y="48323"/>
                    </a:lnTo>
                    <a:cubicBezTo>
                      <a:pt x="5970" y="48325"/>
                      <a:pt x="5971" y="48326"/>
                      <a:pt x="5974" y="48326"/>
                    </a:cubicBezTo>
                    <a:lnTo>
                      <a:pt x="5974" y="48325"/>
                    </a:lnTo>
                    <a:cubicBezTo>
                      <a:pt x="5977" y="48325"/>
                      <a:pt x="5980" y="48325"/>
                      <a:pt x="5983" y="48322"/>
                    </a:cubicBezTo>
                    <a:cubicBezTo>
                      <a:pt x="5988" y="48320"/>
                      <a:pt x="6392" y="48050"/>
                      <a:pt x="6607" y="47751"/>
                    </a:cubicBezTo>
                    <a:cubicBezTo>
                      <a:pt x="6625" y="47725"/>
                      <a:pt x="6644" y="47696"/>
                      <a:pt x="6660" y="47669"/>
                    </a:cubicBezTo>
                    <a:cubicBezTo>
                      <a:pt x="6853" y="47339"/>
                      <a:pt x="6939" y="46222"/>
                      <a:pt x="6943" y="46175"/>
                    </a:cubicBezTo>
                    <a:cubicBezTo>
                      <a:pt x="6943" y="46166"/>
                      <a:pt x="6937" y="46160"/>
                      <a:pt x="6930" y="46159"/>
                    </a:cubicBezTo>
                    <a:cubicBezTo>
                      <a:pt x="6901" y="46153"/>
                      <a:pt x="6874" y="46148"/>
                      <a:pt x="6848" y="46143"/>
                    </a:cubicBezTo>
                    <a:lnTo>
                      <a:pt x="7428" y="45730"/>
                    </a:lnTo>
                    <a:cubicBezTo>
                      <a:pt x="7621" y="45957"/>
                      <a:pt x="7742" y="46195"/>
                      <a:pt x="7789" y="46436"/>
                    </a:cubicBezTo>
                    <a:cubicBezTo>
                      <a:pt x="7790" y="46443"/>
                      <a:pt x="7796" y="46448"/>
                      <a:pt x="7803" y="46448"/>
                    </a:cubicBezTo>
                    <a:cubicBezTo>
                      <a:pt x="7804" y="46448"/>
                      <a:pt x="7805" y="46448"/>
                      <a:pt x="7805" y="46448"/>
                    </a:cubicBezTo>
                    <a:cubicBezTo>
                      <a:pt x="8626" y="46381"/>
                      <a:pt x="10901" y="45012"/>
                      <a:pt x="12074" y="43879"/>
                    </a:cubicBezTo>
                    <a:cubicBezTo>
                      <a:pt x="12203" y="43755"/>
                      <a:pt x="12393" y="43599"/>
                      <a:pt x="12615" y="43418"/>
                    </a:cubicBezTo>
                    <a:cubicBezTo>
                      <a:pt x="12978" y="43119"/>
                      <a:pt x="13431" y="42749"/>
                      <a:pt x="13848" y="42326"/>
                    </a:cubicBezTo>
                    <a:cubicBezTo>
                      <a:pt x="13944" y="42578"/>
                      <a:pt x="14013" y="42761"/>
                      <a:pt x="14055" y="42887"/>
                    </a:cubicBezTo>
                    <a:cubicBezTo>
                      <a:pt x="14057" y="42891"/>
                      <a:pt x="14061" y="42896"/>
                      <a:pt x="14066" y="42897"/>
                    </a:cubicBezTo>
                    <a:cubicBezTo>
                      <a:pt x="14260" y="42956"/>
                      <a:pt x="14494" y="42986"/>
                      <a:pt x="14766" y="42986"/>
                    </a:cubicBezTo>
                    <a:cubicBezTo>
                      <a:pt x="14906" y="42986"/>
                      <a:pt x="15056" y="42978"/>
                      <a:pt x="15215" y="42963"/>
                    </a:cubicBezTo>
                    <a:cubicBezTo>
                      <a:pt x="15308" y="43188"/>
                      <a:pt x="15529" y="43726"/>
                      <a:pt x="15711" y="44180"/>
                    </a:cubicBezTo>
                    <a:cubicBezTo>
                      <a:pt x="15704" y="44180"/>
                      <a:pt x="15697" y="44179"/>
                      <a:pt x="15689" y="44179"/>
                    </a:cubicBezTo>
                    <a:cubicBezTo>
                      <a:pt x="15640" y="44179"/>
                      <a:pt x="15590" y="44198"/>
                      <a:pt x="15544" y="44233"/>
                    </a:cubicBezTo>
                    <a:cubicBezTo>
                      <a:pt x="15444" y="44306"/>
                      <a:pt x="15373" y="44444"/>
                      <a:pt x="15365" y="44574"/>
                    </a:cubicBezTo>
                    <a:cubicBezTo>
                      <a:pt x="15359" y="44686"/>
                      <a:pt x="14996" y="45213"/>
                      <a:pt x="14317" y="45730"/>
                    </a:cubicBezTo>
                    <a:cubicBezTo>
                      <a:pt x="13713" y="46190"/>
                      <a:pt x="12702" y="46761"/>
                      <a:pt x="11330" y="46866"/>
                    </a:cubicBezTo>
                    <a:cubicBezTo>
                      <a:pt x="11071" y="46886"/>
                      <a:pt x="10874" y="47110"/>
                      <a:pt x="10892" y="47366"/>
                    </a:cubicBezTo>
                    <a:cubicBezTo>
                      <a:pt x="10901" y="47514"/>
                      <a:pt x="10942" y="47649"/>
                      <a:pt x="11009" y="47767"/>
                    </a:cubicBezTo>
                    <a:cubicBezTo>
                      <a:pt x="11071" y="47875"/>
                      <a:pt x="11157" y="47967"/>
                      <a:pt x="11265" y="48044"/>
                    </a:cubicBezTo>
                    <a:cubicBezTo>
                      <a:pt x="11268" y="48046"/>
                      <a:pt x="11271" y="48047"/>
                      <a:pt x="11276" y="48047"/>
                    </a:cubicBezTo>
                    <a:lnTo>
                      <a:pt x="16320" y="48004"/>
                    </a:lnTo>
                    <a:cubicBezTo>
                      <a:pt x="16323" y="48004"/>
                      <a:pt x="16324" y="48004"/>
                      <a:pt x="16327" y="48002"/>
                    </a:cubicBezTo>
                    <a:lnTo>
                      <a:pt x="16707" y="47785"/>
                    </a:lnTo>
                    <a:lnTo>
                      <a:pt x="17274" y="48063"/>
                    </a:lnTo>
                    <a:cubicBezTo>
                      <a:pt x="17277" y="48063"/>
                      <a:pt x="17278" y="48064"/>
                      <a:pt x="17281" y="48064"/>
                    </a:cubicBezTo>
                    <a:lnTo>
                      <a:pt x="18608" y="48052"/>
                    </a:lnTo>
                    <a:cubicBezTo>
                      <a:pt x="18614" y="48052"/>
                      <a:pt x="18619" y="48049"/>
                      <a:pt x="18622" y="48044"/>
                    </a:cubicBezTo>
                    <a:cubicBezTo>
                      <a:pt x="18625" y="48040"/>
                      <a:pt x="18917" y="47519"/>
                      <a:pt x="18913" y="47119"/>
                    </a:cubicBezTo>
                    <a:cubicBezTo>
                      <a:pt x="18913" y="47064"/>
                      <a:pt x="18901" y="46972"/>
                      <a:pt x="18875" y="46836"/>
                    </a:cubicBezTo>
                    <a:cubicBezTo>
                      <a:pt x="18731" y="46062"/>
                      <a:pt x="18217" y="44177"/>
                      <a:pt x="18213" y="44158"/>
                    </a:cubicBezTo>
                    <a:cubicBezTo>
                      <a:pt x="18211" y="44156"/>
                      <a:pt x="18211" y="44155"/>
                      <a:pt x="18210" y="44153"/>
                    </a:cubicBezTo>
                    <a:cubicBezTo>
                      <a:pt x="18207" y="44149"/>
                      <a:pt x="18164" y="44098"/>
                      <a:pt x="18064" y="44098"/>
                    </a:cubicBezTo>
                    <a:cubicBezTo>
                      <a:pt x="18008" y="44098"/>
                      <a:pt x="17934" y="44114"/>
                      <a:pt x="17839" y="44164"/>
                    </a:cubicBezTo>
                    <a:cubicBezTo>
                      <a:pt x="17805" y="44043"/>
                      <a:pt x="17619" y="43365"/>
                      <a:pt x="17474" y="42840"/>
                    </a:cubicBezTo>
                    <a:cubicBezTo>
                      <a:pt x="17436" y="42704"/>
                      <a:pt x="17400" y="42575"/>
                      <a:pt x="17371" y="42469"/>
                    </a:cubicBezTo>
                    <a:cubicBezTo>
                      <a:pt x="17766" y="42338"/>
                      <a:pt x="18031" y="42234"/>
                      <a:pt x="18033" y="42232"/>
                    </a:cubicBezTo>
                    <a:cubicBezTo>
                      <a:pt x="18040" y="42229"/>
                      <a:pt x="18045" y="42222"/>
                      <a:pt x="18042" y="42213"/>
                    </a:cubicBezTo>
                    <a:cubicBezTo>
                      <a:pt x="18037" y="42199"/>
                      <a:pt x="17560" y="40751"/>
                      <a:pt x="17078" y="39018"/>
                    </a:cubicBezTo>
                    <a:cubicBezTo>
                      <a:pt x="17640" y="38452"/>
                      <a:pt x="17981" y="38117"/>
                      <a:pt x="18122" y="37997"/>
                    </a:cubicBezTo>
                    <a:cubicBezTo>
                      <a:pt x="18684" y="37519"/>
                      <a:pt x="18778" y="36943"/>
                      <a:pt x="18789" y="36851"/>
                    </a:cubicBezTo>
                    <a:cubicBezTo>
                      <a:pt x="18898" y="36833"/>
                      <a:pt x="19702" y="36680"/>
                      <a:pt x="20358" y="35928"/>
                    </a:cubicBezTo>
                    <a:cubicBezTo>
                      <a:pt x="21368" y="34765"/>
                      <a:pt x="24426" y="32255"/>
                      <a:pt x="25340" y="31513"/>
                    </a:cubicBezTo>
                    <a:cubicBezTo>
                      <a:pt x="25461" y="31414"/>
                      <a:pt x="25537" y="31354"/>
                      <a:pt x="25555" y="31339"/>
                    </a:cubicBezTo>
                    <a:lnTo>
                      <a:pt x="25814" y="31339"/>
                    </a:lnTo>
                    <a:cubicBezTo>
                      <a:pt x="25927" y="31337"/>
                      <a:pt x="26041" y="31337"/>
                      <a:pt x="26155" y="31337"/>
                    </a:cubicBezTo>
                    <a:cubicBezTo>
                      <a:pt x="27869" y="31337"/>
                      <a:pt x="29490" y="31336"/>
                      <a:pt x="30508" y="31005"/>
                    </a:cubicBezTo>
                    <a:cubicBezTo>
                      <a:pt x="30703" y="30942"/>
                      <a:pt x="30882" y="30830"/>
                      <a:pt x="31023" y="30681"/>
                    </a:cubicBezTo>
                    <a:cubicBezTo>
                      <a:pt x="31024" y="30680"/>
                      <a:pt x="31027" y="30677"/>
                      <a:pt x="31029" y="30675"/>
                    </a:cubicBezTo>
                    <a:lnTo>
                      <a:pt x="31036" y="30668"/>
                    </a:lnTo>
                    <a:cubicBezTo>
                      <a:pt x="31041" y="30663"/>
                      <a:pt x="31044" y="30659"/>
                      <a:pt x="31049" y="30654"/>
                    </a:cubicBezTo>
                    <a:cubicBezTo>
                      <a:pt x="31177" y="30512"/>
                      <a:pt x="31271" y="30337"/>
                      <a:pt x="31321" y="30153"/>
                    </a:cubicBezTo>
                    <a:cubicBezTo>
                      <a:pt x="31339" y="30083"/>
                      <a:pt x="31358" y="30010"/>
                      <a:pt x="31374" y="29936"/>
                    </a:cubicBezTo>
                    <a:cubicBezTo>
                      <a:pt x="31406" y="29806"/>
                      <a:pt x="31433" y="29668"/>
                      <a:pt x="31459" y="29529"/>
                    </a:cubicBezTo>
                    <a:cubicBezTo>
                      <a:pt x="31565" y="28951"/>
                      <a:pt x="31711" y="27817"/>
                      <a:pt x="31501" y="26705"/>
                    </a:cubicBezTo>
                    <a:cubicBezTo>
                      <a:pt x="31500" y="26695"/>
                      <a:pt x="31497" y="26682"/>
                      <a:pt x="31495" y="26670"/>
                    </a:cubicBezTo>
                    <a:lnTo>
                      <a:pt x="31492" y="26657"/>
                    </a:lnTo>
                    <a:cubicBezTo>
                      <a:pt x="31485" y="26620"/>
                      <a:pt x="31477" y="26584"/>
                      <a:pt x="31470" y="26546"/>
                    </a:cubicBezTo>
                    <a:lnTo>
                      <a:pt x="31468" y="26540"/>
                    </a:lnTo>
                    <a:cubicBezTo>
                      <a:pt x="31465" y="26531"/>
                      <a:pt x="31464" y="26523"/>
                      <a:pt x="31462" y="26516"/>
                    </a:cubicBezTo>
                    <a:cubicBezTo>
                      <a:pt x="31461" y="26505"/>
                      <a:pt x="31458" y="26495"/>
                      <a:pt x="31455" y="26484"/>
                    </a:cubicBezTo>
                    <a:lnTo>
                      <a:pt x="31453" y="26473"/>
                    </a:lnTo>
                    <a:cubicBezTo>
                      <a:pt x="31450" y="26466"/>
                      <a:pt x="31448" y="26457"/>
                      <a:pt x="31447" y="26448"/>
                    </a:cubicBezTo>
                    <a:cubicBezTo>
                      <a:pt x="31444" y="26439"/>
                      <a:pt x="31442" y="26429"/>
                      <a:pt x="31439" y="26420"/>
                    </a:cubicBezTo>
                    <a:lnTo>
                      <a:pt x="31435" y="26404"/>
                    </a:lnTo>
                    <a:cubicBezTo>
                      <a:pt x="31433" y="26398"/>
                      <a:pt x="31432" y="26390"/>
                      <a:pt x="31430" y="26383"/>
                    </a:cubicBezTo>
                    <a:cubicBezTo>
                      <a:pt x="31412" y="26314"/>
                      <a:pt x="31394" y="26248"/>
                      <a:pt x="31374" y="26183"/>
                    </a:cubicBezTo>
                    <a:cubicBezTo>
                      <a:pt x="31365" y="26154"/>
                      <a:pt x="31356" y="26125"/>
                      <a:pt x="31347" y="26093"/>
                    </a:cubicBezTo>
                    <a:cubicBezTo>
                      <a:pt x="31338" y="26064"/>
                      <a:pt x="31327" y="26036"/>
                      <a:pt x="31318" y="26007"/>
                    </a:cubicBezTo>
                    <a:lnTo>
                      <a:pt x="31315" y="25999"/>
                    </a:lnTo>
                    <a:cubicBezTo>
                      <a:pt x="31315" y="25998"/>
                      <a:pt x="31315" y="25998"/>
                      <a:pt x="31315" y="25998"/>
                    </a:cubicBezTo>
                    <a:cubicBezTo>
                      <a:pt x="31285" y="25908"/>
                      <a:pt x="31252" y="25819"/>
                      <a:pt x="31217" y="25733"/>
                    </a:cubicBezTo>
                    <a:lnTo>
                      <a:pt x="31211" y="25718"/>
                    </a:lnTo>
                    <a:cubicBezTo>
                      <a:pt x="31203" y="25699"/>
                      <a:pt x="31196" y="25683"/>
                      <a:pt x="31189" y="25666"/>
                    </a:cubicBezTo>
                    <a:lnTo>
                      <a:pt x="31180" y="25643"/>
                    </a:lnTo>
                    <a:cubicBezTo>
                      <a:pt x="31173" y="25627"/>
                      <a:pt x="31165" y="25612"/>
                      <a:pt x="31159" y="25595"/>
                    </a:cubicBezTo>
                    <a:lnTo>
                      <a:pt x="31147" y="25571"/>
                    </a:lnTo>
                    <a:cubicBezTo>
                      <a:pt x="31141" y="25554"/>
                      <a:pt x="31133" y="25539"/>
                      <a:pt x="31127" y="25524"/>
                    </a:cubicBezTo>
                    <a:lnTo>
                      <a:pt x="31111" y="25489"/>
                    </a:lnTo>
                    <a:cubicBezTo>
                      <a:pt x="31105" y="25477"/>
                      <a:pt x="31100" y="25465"/>
                      <a:pt x="31094" y="25453"/>
                    </a:cubicBezTo>
                    <a:cubicBezTo>
                      <a:pt x="31091" y="25446"/>
                      <a:pt x="31088" y="25440"/>
                      <a:pt x="31085" y="25436"/>
                    </a:cubicBezTo>
                    <a:lnTo>
                      <a:pt x="31080" y="25425"/>
                    </a:lnTo>
                    <a:cubicBezTo>
                      <a:pt x="31068" y="25401"/>
                      <a:pt x="31056" y="25375"/>
                      <a:pt x="31044" y="25351"/>
                    </a:cubicBezTo>
                    <a:lnTo>
                      <a:pt x="31039" y="25342"/>
                    </a:lnTo>
                    <a:cubicBezTo>
                      <a:pt x="31036" y="25336"/>
                      <a:pt x="31033" y="25331"/>
                      <a:pt x="31030" y="25325"/>
                    </a:cubicBezTo>
                    <a:cubicBezTo>
                      <a:pt x="30971" y="25050"/>
                      <a:pt x="30859" y="24844"/>
                      <a:pt x="30793" y="24739"/>
                    </a:cubicBezTo>
                    <a:cubicBezTo>
                      <a:pt x="31012" y="24556"/>
                      <a:pt x="31295" y="24088"/>
                      <a:pt x="31250" y="23692"/>
                    </a:cubicBezTo>
                    <a:cubicBezTo>
                      <a:pt x="31200" y="23247"/>
                      <a:pt x="30703" y="22679"/>
                      <a:pt x="30650" y="22618"/>
                    </a:cubicBezTo>
                    <a:cubicBezTo>
                      <a:pt x="30647" y="22503"/>
                      <a:pt x="30594" y="20733"/>
                      <a:pt x="29860" y="16731"/>
                    </a:cubicBezTo>
                    <a:cubicBezTo>
                      <a:pt x="29838" y="16573"/>
                      <a:pt x="29823" y="16382"/>
                      <a:pt x="29805" y="16163"/>
                    </a:cubicBezTo>
                    <a:cubicBezTo>
                      <a:pt x="29737" y="15345"/>
                      <a:pt x="29635" y="14110"/>
                      <a:pt x="29155" y="12770"/>
                    </a:cubicBezTo>
                    <a:cubicBezTo>
                      <a:pt x="28890" y="12034"/>
                      <a:pt x="28537" y="11338"/>
                      <a:pt x="28106" y="10705"/>
                    </a:cubicBezTo>
                    <a:cubicBezTo>
                      <a:pt x="27598" y="9963"/>
                      <a:pt x="26966" y="9280"/>
                      <a:pt x="26227" y="8679"/>
                    </a:cubicBezTo>
                    <a:cubicBezTo>
                      <a:pt x="26089" y="8567"/>
                      <a:pt x="25923" y="8497"/>
                      <a:pt x="25747" y="8477"/>
                    </a:cubicBezTo>
                    <a:cubicBezTo>
                      <a:pt x="25588" y="8459"/>
                      <a:pt x="25394" y="8444"/>
                      <a:pt x="25199" y="8444"/>
                    </a:cubicBezTo>
                    <a:cubicBezTo>
                      <a:pt x="25023" y="8444"/>
                      <a:pt x="24846" y="8456"/>
                      <a:pt x="24693" y="8491"/>
                    </a:cubicBezTo>
                    <a:lnTo>
                      <a:pt x="24352" y="7961"/>
                    </a:lnTo>
                    <a:cubicBezTo>
                      <a:pt x="24349" y="7955"/>
                      <a:pt x="24343" y="7953"/>
                      <a:pt x="24337" y="7953"/>
                    </a:cubicBezTo>
                    <a:cubicBezTo>
                      <a:pt x="24264" y="7964"/>
                      <a:pt x="24193" y="7974"/>
                      <a:pt x="24123" y="7985"/>
                    </a:cubicBezTo>
                    <a:cubicBezTo>
                      <a:pt x="24123" y="7986"/>
                      <a:pt x="24122" y="7986"/>
                      <a:pt x="24122" y="7986"/>
                    </a:cubicBezTo>
                    <a:cubicBezTo>
                      <a:pt x="24084" y="7992"/>
                      <a:pt x="24048" y="7999"/>
                      <a:pt x="24011" y="8005"/>
                    </a:cubicBezTo>
                    <a:cubicBezTo>
                      <a:pt x="23817" y="7835"/>
                      <a:pt x="23337" y="7397"/>
                      <a:pt x="22895" y="6875"/>
                    </a:cubicBezTo>
                    <a:cubicBezTo>
                      <a:pt x="23040" y="6584"/>
                      <a:pt x="23005" y="6254"/>
                      <a:pt x="22924" y="6135"/>
                    </a:cubicBezTo>
                    <a:cubicBezTo>
                      <a:pt x="22774" y="5919"/>
                      <a:pt x="22674" y="5472"/>
                      <a:pt x="22781" y="5330"/>
                    </a:cubicBezTo>
                    <a:cubicBezTo>
                      <a:pt x="22963" y="5090"/>
                      <a:pt x="23539" y="4224"/>
                      <a:pt x="23340" y="3179"/>
                    </a:cubicBezTo>
                    <a:cubicBezTo>
                      <a:pt x="23319" y="3077"/>
                      <a:pt x="23296" y="2976"/>
                      <a:pt x="23272" y="2877"/>
                    </a:cubicBezTo>
                    <a:cubicBezTo>
                      <a:pt x="22963" y="1622"/>
                      <a:pt x="22489" y="779"/>
                      <a:pt x="21901" y="442"/>
                    </a:cubicBezTo>
                    <a:cubicBezTo>
                      <a:pt x="21703" y="328"/>
                      <a:pt x="21493" y="271"/>
                      <a:pt x="21273" y="271"/>
                    </a:cubicBezTo>
                    <a:cubicBezTo>
                      <a:pt x="21142" y="271"/>
                      <a:pt x="21008" y="291"/>
                      <a:pt x="20871" y="331"/>
                    </a:cubicBezTo>
                    <a:cubicBezTo>
                      <a:pt x="20206" y="111"/>
                      <a:pt x="19596" y="1"/>
                      <a:pt x="190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317;p25">
                <a:extLst>
                  <a:ext uri="{FF2B5EF4-FFF2-40B4-BE49-F238E27FC236}">
                    <a16:creationId xmlns:a16="http://schemas.microsoft.com/office/drawing/2014/main" id="{DCB96C1D-0E5D-09E0-825D-25615EEA8BC0}"/>
                  </a:ext>
                </a:extLst>
              </p:cNvPr>
              <p:cNvSpPr/>
              <p:nvPr/>
            </p:nvSpPr>
            <p:spPr>
              <a:xfrm>
                <a:off x="1947800" y="2258950"/>
                <a:ext cx="180175" cy="183400"/>
              </a:xfrm>
              <a:custGeom>
                <a:avLst/>
                <a:gdLst/>
                <a:ahLst/>
                <a:cxnLst/>
                <a:rect l="l" t="t" r="r" b="b"/>
                <a:pathLst>
                  <a:path w="7207" h="7336" extrusionOk="0">
                    <a:moveTo>
                      <a:pt x="2733" y="1"/>
                    </a:moveTo>
                    <a:cubicBezTo>
                      <a:pt x="947" y="1"/>
                      <a:pt x="197" y="1218"/>
                      <a:pt x="43" y="2426"/>
                    </a:cubicBezTo>
                    <a:cubicBezTo>
                      <a:pt x="1" y="2762"/>
                      <a:pt x="11" y="3048"/>
                      <a:pt x="51" y="3289"/>
                    </a:cubicBezTo>
                    <a:cubicBezTo>
                      <a:pt x="160" y="3966"/>
                      <a:pt x="494" y="4277"/>
                      <a:pt x="494" y="4277"/>
                    </a:cubicBezTo>
                    <a:cubicBezTo>
                      <a:pt x="592" y="4344"/>
                      <a:pt x="657" y="4365"/>
                      <a:pt x="787" y="4365"/>
                    </a:cubicBezTo>
                    <a:cubicBezTo>
                      <a:pt x="878" y="4365"/>
                      <a:pt x="1001" y="4355"/>
                      <a:pt x="1188" y="4343"/>
                    </a:cubicBezTo>
                    <a:cubicBezTo>
                      <a:pt x="1243" y="4340"/>
                      <a:pt x="1292" y="4337"/>
                      <a:pt x="1334" y="4337"/>
                    </a:cubicBezTo>
                    <a:cubicBezTo>
                      <a:pt x="1642" y="4337"/>
                      <a:pt x="1642" y="4456"/>
                      <a:pt x="1835" y="5081"/>
                    </a:cubicBezTo>
                    <a:cubicBezTo>
                      <a:pt x="1960" y="5484"/>
                      <a:pt x="2381" y="5571"/>
                      <a:pt x="2723" y="5571"/>
                    </a:cubicBezTo>
                    <a:cubicBezTo>
                      <a:pt x="2984" y="5571"/>
                      <a:pt x="3198" y="5520"/>
                      <a:pt x="3198" y="5520"/>
                    </a:cubicBezTo>
                    <a:cubicBezTo>
                      <a:pt x="3198" y="5466"/>
                      <a:pt x="3200" y="5411"/>
                      <a:pt x="3204" y="5355"/>
                    </a:cubicBezTo>
                    <a:cubicBezTo>
                      <a:pt x="3249" y="4803"/>
                      <a:pt x="3811" y="4481"/>
                      <a:pt x="4142" y="4481"/>
                    </a:cubicBezTo>
                    <a:cubicBezTo>
                      <a:pt x="4168" y="4481"/>
                      <a:pt x="4192" y="4483"/>
                      <a:pt x="4215" y="4487"/>
                    </a:cubicBezTo>
                    <a:cubicBezTo>
                      <a:pt x="4524" y="4540"/>
                      <a:pt x="4608" y="4941"/>
                      <a:pt x="4342" y="5656"/>
                    </a:cubicBezTo>
                    <a:cubicBezTo>
                      <a:pt x="4292" y="5788"/>
                      <a:pt x="4243" y="5902"/>
                      <a:pt x="4195" y="5999"/>
                    </a:cubicBezTo>
                    <a:cubicBezTo>
                      <a:pt x="4130" y="6128"/>
                      <a:pt x="4066" y="6226"/>
                      <a:pt x="4004" y="6300"/>
                    </a:cubicBezTo>
                    <a:cubicBezTo>
                      <a:pt x="4180" y="6711"/>
                      <a:pt x="4557" y="7220"/>
                      <a:pt x="5354" y="7318"/>
                    </a:cubicBezTo>
                    <a:cubicBezTo>
                      <a:pt x="5449" y="7330"/>
                      <a:pt x="5538" y="7335"/>
                      <a:pt x="5621" y="7335"/>
                    </a:cubicBezTo>
                    <a:cubicBezTo>
                      <a:pt x="6142" y="7335"/>
                      <a:pt x="6418" y="7116"/>
                      <a:pt x="6549" y="6861"/>
                    </a:cubicBezTo>
                    <a:cubicBezTo>
                      <a:pt x="6697" y="6573"/>
                      <a:pt x="6661" y="6241"/>
                      <a:pt x="6582" y="6129"/>
                    </a:cubicBezTo>
                    <a:lnTo>
                      <a:pt x="6584" y="6129"/>
                    </a:lnTo>
                    <a:cubicBezTo>
                      <a:pt x="6426" y="5900"/>
                      <a:pt x="6332" y="5449"/>
                      <a:pt x="6441" y="5304"/>
                    </a:cubicBezTo>
                    <a:cubicBezTo>
                      <a:pt x="6550" y="5160"/>
                      <a:pt x="7206" y="4269"/>
                      <a:pt x="6999" y="3165"/>
                    </a:cubicBezTo>
                    <a:cubicBezTo>
                      <a:pt x="6976" y="3063"/>
                      <a:pt x="6953" y="2963"/>
                      <a:pt x="6929" y="2865"/>
                    </a:cubicBezTo>
                    <a:cubicBezTo>
                      <a:pt x="6540" y="1282"/>
                      <a:pt x="5869" y="271"/>
                      <a:pt x="4946" y="271"/>
                    </a:cubicBezTo>
                    <a:cubicBezTo>
                      <a:pt x="4817" y="271"/>
                      <a:pt x="4683" y="291"/>
                      <a:pt x="4543" y="332"/>
                    </a:cubicBezTo>
                    <a:cubicBezTo>
                      <a:pt x="3847" y="101"/>
                      <a:pt x="3247" y="1"/>
                      <a:pt x="27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318;p25">
                <a:extLst>
                  <a:ext uri="{FF2B5EF4-FFF2-40B4-BE49-F238E27FC236}">
                    <a16:creationId xmlns:a16="http://schemas.microsoft.com/office/drawing/2014/main" id="{CC2D7246-131E-6AFA-AAE2-B77938F187E4}"/>
                  </a:ext>
                </a:extLst>
              </p:cNvPr>
              <p:cNvSpPr/>
              <p:nvPr/>
            </p:nvSpPr>
            <p:spPr>
              <a:xfrm>
                <a:off x="1947800" y="2258950"/>
                <a:ext cx="173225" cy="82225"/>
              </a:xfrm>
              <a:custGeom>
                <a:avLst/>
                <a:gdLst/>
                <a:ahLst/>
                <a:cxnLst/>
                <a:rect l="l" t="t" r="r" b="b"/>
                <a:pathLst>
                  <a:path w="6929" h="3289" extrusionOk="0">
                    <a:moveTo>
                      <a:pt x="2733" y="1"/>
                    </a:moveTo>
                    <a:cubicBezTo>
                      <a:pt x="947" y="1"/>
                      <a:pt x="197" y="1218"/>
                      <a:pt x="43" y="2426"/>
                    </a:cubicBezTo>
                    <a:cubicBezTo>
                      <a:pt x="1" y="2762"/>
                      <a:pt x="11" y="3048"/>
                      <a:pt x="51" y="3289"/>
                    </a:cubicBezTo>
                    <a:cubicBezTo>
                      <a:pt x="51" y="3289"/>
                      <a:pt x="282" y="1356"/>
                      <a:pt x="1991" y="965"/>
                    </a:cubicBezTo>
                    <a:lnTo>
                      <a:pt x="1991" y="965"/>
                    </a:lnTo>
                    <a:cubicBezTo>
                      <a:pt x="1356" y="1735"/>
                      <a:pt x="1582" y="2619"/>
                      <a:pt x="1582" y="2619"/>
                    </a:cubicBezTo>
                    <a:cubicBezTo>
                      <a:pt x="1582" y="2619"/>
                      <a:pt x="1973" y="1512"/>
                      <a:pt x="3015" y="1223"/>
                    </a:cubicBezTo>
                    <a:lnTo>
                      <a:pt x="3015" y="1223"/>
                    </a:lnTo>
                    <a:cubicBezTo>
                      <a:pt x="2776" y="1589"/>
                      <a:pt x="3110" y="2460"/>
                      <a:pt x="3110" y="2460"/>
                    </a:cubicBezTo>
                    <a:cubicBezTo>
                      <a:pt x="3110" y="2460"/>
                      <a:pt x="3453" y="1341"/>
                      <a:pt x="5429" y="1068"/>
                    </a:cubicBezTo>
                    <a:cubicBezTo>
                      <a:pt x="6418" y="1624"/>
                      <a:pt x="6918" y="2839"/>
                      <a:pt x="6929" y="2866"/>
                    </a:cubicBezTo>
                    <a:cubicBezTo>
                      <a:pt x="6929" y="2866"/>
                      <a:pt x="6929" y="2866"/>
                      <a:pt x="6929" y="2865"/>
                    </a:cubicBezTo>
                    <a:cubicBezTo>
                      <a:pt x="6540" y="1282"/>
                      <a:pt x="5869" y="271"/>
                      <a:pt x="4946" y="271"/>
                    </a:cubicBezTo>
                    <a:cubicBezTo>
                      <a:pt x="4817" y="271"/>
                      <a:pt x="4683" y="291"/>
                      <a:pt x="4543" y="332"/>
                    </a:cubicBezTo>
                    <a:cubicBezTo>
                      <a:pt x="3847" y="101"/>
                      <a:pt x="3247" y="1"/>
                      <a:pt x="2733" y="1"/>
                    </a:cubicBezTo>
                    <a:close/>
                  </a:path>
                </a:pathLst>
              </a:custGeom>
              <a:solidFill>
                <a:srgbClr val="FFFFFF">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319;p25">
                <a:extLst>
                  <a:ext uri="{FF2B5EF4-FFF2-40B4-BE49-F238E27FC236}">
                    <a16:creationId xmlns:a16="http://schemas.microsoft.com/office/drawing/2014/main" id="{DB5BD307-ED46-DC25-0389-DB0248C1D3CD}"/>
                  </a:ext>
                </a:extLst>
              </p:cNvPr>
              <p:cNvSpPr/>
              <p:nvPr/>
            </p:nvSpPr>
            <p:spPr>
              <a:xfrm>
                <a:off x="2027750" y="2370925"/>
                <a:ext cx="35275" cy="50175"/>
              </a:xfrm>
              <a:custGeom>
                <a:avLst/>
                <a:gdLst/>
                <a:ahLst/>
                <a:cxnLst/>
                <a:rect l="l" t="t" r="r" b="b"/>
                <a:pathLst>
                  <a:path w="1411" h="2007" extrusionOk="0">
                    <a:moveTo>
                      <a:pt x="946" y="1"/>
                    </a:moveTo>
                    <a:cubicBezTo>
                      <a:pt x="615" y="1"/>
                      <a:pt x="51" y="323"/>
                      <a:pt x="6" y="876"/>
                    </a:cubicBezTo>
                    <a:cubicBezTo>
                      <a:pt x="2" y="932"/>
                      <a:pt x="0" y="987"/>
                      <a:pt x="0" y="1041"/>
                    </a:cubicBezTo>
                    <a:cubicBezTo>
                      <a:pt x="3" y="1343"/>
                      <a:pt x="79" y="1602"/>
                      <a:pt x="176" y="1774"/>
                    </a:cubicBezTo>
                    <a:cubicBezTo>
                      <a:pt x="244" y="1897"/>
                      <a:pt x="321" y="1976"/>
                      <a:pt x="391" y="1994"/>
                    </a:cubicBezTo>
                    <a:cubicBezTo>
                      <a:pt x="421" y="2002"/>
                      <a:pt x="451" y="2007"/>
                      <a:pt x="481" y="2007"/>
                    </a:cubicBezTo>
                    <a:cubicBezTo>
                      <a:pt x="500" y="2007"/>
                      <a:pt x="519" y="2005"/>
                      <a:pt x="538" y="2001"/>
                    </a:cubicBezTo>
                    <a:cubicBezTo>
                      <a:pt x="626" y="1985"/>
                      <a:pt x="715" y="1929"/>
                      <a:pt x="806" y="1821"/>
                    </a:cubicBezTo>
                    <a:cubicBezTo>
                      <a:pt x="868" y="1747"/>
                      <a:pt x="932" y="1647"/>
                      <a:pt x="997" y="1520"/>
                    </a:cubicBezTo>
                    <a:cubicBezTo>
                      <a:pt x="1045" y="1423"/>
                      <a:pt x="1094" y="1309"/>
                      <a:pt x="1144" y="1177"/>
                    </a:cubicBezTo>
                    <a:cubicBezTo>
                      <a:pt x="1410" y="462"/>
                      <a:pt x="1326" y="61"/>
                      <a:pt x="1017" y="7"/>
                    </a:cubicBezTo>
                    <a:cubicBezTo>
                      <a:pt x="994" y="3"/>
                      <a:pt x="971" y="1"/>
                      <a:pt x="946" y="1"/>
                    </a:cubicBezTo>
                    <a:close/>
                  </a:path>
                </a:pathLst>
              </a:custGeom>
              <a:solidFill>
                <a:srgbClr val="F7B6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320;p25">
                <a:extLst>
                  <a:ext uri="{FF2B5EF4-FFF2-40B4-BE49-F238E27FC236}">
                    <a16:creationId xmlns:a16="http://schemas.microsoft.com/office/drawing/2014/main" id="{86DB4AC2-1A29-99D0-25F1-32BFCD1A1342}"/>
                  </a:ext>
                </a:extLst>
              </p:cNvPr>
              <p:cNvSpPr/>
              <p:nvPr/>
            </p:nvSpPr>
            <p:spPr>
              <a:xfrm>
                <a:off x="2033450" y="2377150"/>
                <a:ext cx="16575" cy="40500"/>
              </a:xfrm>
              <a:custGeom>
                <a:avLst/>
                <a:gdLst/>
                <a:ahLst/>
                <a:cxnLst/>
                <a:rect l="l" t="t" r="r" b="b"/>
                <a:pathLst>
                  <a:path w="663" h="1620" extrusionOk="0">
                    <a:moveTo>
                      <a:pt x="645" y="0"/>
                    </a:moveTo>
                    <a:cubicBezTo>
                      <a:pt x="643" y="0"/>
                      <a:pt x="641" y="1"/>
                      <a:pt x="639" y="1"/>
                    </a:cubicBezTo>
                    <a:cubicBezTo>
                      <a:pt x="1" y="298"/>
                      <a:pt x="75" y="647"/>
                      <a:pt x="136" y="927"/>
                    </a:cubicBezTo>
                    <a:cubicBezTo>
                      <a:pt x="149" y="992"/>
                      <a:pt x="163" y="1054"/>
                      <a:pt x="166" y="1112"/>
                    </a:cubicBezTo>
                    <a:cubicBezTo>
                      <a:pt x="166" y="1116"/>
                      <a:pt x="168" y="1121"/>
                      <a:pt x="171" y="1122"/>
                    </a:cubicBezTo>
                    <a:cubicBezTo>
                      <a:pt x="174" y="1125"/>
                      <a:pt x="178" y="1127"/>
                      <a:pt x="183" y="1127"/>
                    </a:cubicBezTo>
                    <a:cubicBezTo>
                      <a:pt x="189" y="1126"/>
                      <a:pt x="195" y="1126"/>
                      <a:pt x="200" y="1126"/>
                    </a:cubicBezTo>
                    <a:cubicBezTo>
                      <a:pt x="244" y="1126"/>
                      <a:pt x="273" y="1141"/>
                      <a:pt x="281" y="1171"/>
                    </a:cubicBezTo>
                    <a:cubicBezTo>
                      <a:pt x="298" y="1224"/>
                      <a:pt x="252" y="1318"/>
                      <a:pt x="149" y="1377"/>
                    </a:cubicBezTo>
                    <a:cubicBezTo>
                      <a:pt x="143" y="1381"/>
                      <a:pt x="140" y="1389"/>
                      <a:pt x="143" y="1396"/>
                    </a:cubicBezTo>
                    <a:cubicBezTo>
                      <a:pt x="208" y="1554"/>
                      <a:pt x="322" y="1615"/>
                      <a:pt x="327" y="1616"/>
                    </a:cubicBezTo>
                    <a:cubicBezTo>
                      <a:pt x="328" y="1618"/>
                      <a:pt x="331" y="1619"/>
                      <a:pt x="334" y="1619"/>
                    </a:cubicBezTo>
                    <a:cubicBezTo>
                      <a:pt x="339" y="1619"/>
                      <a:pt x="345" y="1615"/>
                      <a:pt x="348" y="1610"/>
                    </a:cubicBezTo>
                    <a:cubicBezTo>
                      <a:pt x="351" y="1602"/>
                      <a:pt x="348" y="1592"/>
                      <a:pt x="340" y="1589"/>
                    </a:cubicBezTo>
                    <a:cubicBezTo>
                      <a:pt x="340" y="1589"/>
                      <a:pt x="239" y="1534"/>
                      <a:pt x="177" y="1396"/>
                    </a:cubicBezTo>
                    <a:cubicBezTo>
                      <a:pt x="275" y="1334"/>
                      <a:pt x="334" y="1233"/>
                      <a:pt x="311" y="1162"/>
                    </a:cubicBezTo>
                    <a:cubicBezTo>
                      <a:pt x="298" y="1119"/>
                      <a:pt x="258" y="1095"/>
                      <a:pt x="201" y="1095"/>
                    </a:cubicBezTo>
                    <a:cubicBezTo>
                      <a:pt x="200" y="1095"/>
                      <a:pt x="198" y="1095"/>
                      <a:pt x="196" y="1095"/>
                    </a:cubicBezTo>
                    <a:cubicBezTo>
                      <a:pt x="192" y="1039"/>
                      <a:pt x="180" y="981"/>
                      <a:pt x="166" y="919"/>
                    </a:cubicBezTo>
                    <a:cubicBezTo>
                      <a:pt x="105" y="638"/>
                      <a:pt x="37" y="316"/>
                      <a:pt x="652" y="30"/>
                    </a:cubicBezTo>
                    <a:cubicBezTo>
                      <a:pt x="660" y="27"/>
                      <a:pt x="663" y="17"/>
                      <a:pt x="660" y="9"/>
                    </a:cubicBezTo>
                    <a:cubicBezTo>
                      <a:pt x="656" y="3"/>
                      <a:pt x="651" y="0"/>
                      <a:pt x="645" y="0"/>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321;p25">
                <a:extLst>
                  <a:ext uri="{FF2B5EF4-FFF2-40B4-BE49-F238E27FC236}">
                    <a16:creationId xmlns:a16="http://schemas.microsoft.com/office/drawing/2014/main" id="{3897F253-D73B-7F17-DAD5-D6A3500AEB28}"/>
                  </a:ext>
                </a:extLst>
              </p:cNvPr>
              <p:cNvSpPr/>
              <p:nvPr/>
            </p:nvSpPr>
            <p:spPr>
              <a:xfrm>
                <a:off x="1955725" y="2365850"/>
                <a:ext cx="86100" cy="124475"/>
              </a:xfrm>
              <a:custGeom>
                <a:avLst/>
                <a:gdLst/>
                <a:ahLst/>
                <a:cxnLst/>
                <a:rect l="l" t="t" r="r" b="b"/>
                <a:pathLst>
                  <a:path w="3444" h="4979" extrusionOk="0">
                    <a:moveTo>
                      <a:pt x="177" y="1"/>
                    </a:moveTo>
                    <a:cubicBezTo>
                      <a:pt x="177" y="1"/>
                      <a:pt x="176" y="90"/>
                      <a:pt x="176" y="246"/>
                    </a:cubicBezTo>
                    <a:cubicBezTo>
                      <a:pt x="177" y="678"/>
                      <a:pt x="202" y="1617"/>
                      <a:pt x="364" y="2545"/>
                    </a:cubicBezTo>
                    <a:cubicBezTo>
                      <a:pt x="252" y="2514"/>
                      <a:pt x="174" y="2501"/>
                      <a:pt x="120" y="2501"/>
                    </a:cubicBezTo>
                    <a:cubicBezTo>
                      <a:pt x="1" y="2501"/>
                      <a:pt x="3" y="2565"/>
                      <a:pt x="35" y="2633"/>
                    </a:cubicBezTo>
                    <a:cubicBezTo>
                      <a:pt x="82" y="2732"/>
                      <a:pt x="486" y="3010"/>
                      <a:pt x="486" y="3010"/>
                    </a:cubicBezTo>
                    <a:cubicBezTo>
                      <a:pt x="486" y="3010"/>
                      <a:pt x="620" y="3877"/>
                      <a:pt x="853" y="4576"/>
                    </a:cubicBezTo>
                    <a:cubicBezTo>
                      <a:pt x="920" y="4778"/>
                      <a:pt x="1094" y="4926"/>
                      <a:pt x="1304" y="4957"/>
                    </a:cubicBezTo>
                    <a:cubicBezTo>
                      <a:pt x="1407" y="4973"/>
                      <a:pt x="1514" y="4978"/>
                      <a:pt x="1610" y="4978"/>
                    </a:cubicBezTo>
                    <a:cubicBezTo>
                      <a:pt x="1622" y="4978"/>
                      <a:pt x="1635" y="4978"/>
                      <a:pt x="1647" y="4978"/>
                    </a:cubicBezTo>
                    <a:cubicBezTo>
                      <a:pt x="1665" y="4978"/>
                      <a:pt x="1682" y="4978"/>
                      <a:pt x="1698" y="4976"/>
                    </a:cubicBezTo>
                    <a:cubicBezTo>
                      <a:pt x="1866" y="4964"/>
                      <a:pt x="2027" y="4896"/>
                      <a:pt x="2153" y="4782"/>
                    </a:cubicBezTo>
                    <a:cubicBezTo>
                      <a:pt x="2407" y="4554"/>
                      <a:pt x="2855" y="4158"/>
                      <a:pt x="3172" y="3913"/>
                    </a:cubicBezTo>
                    <a:cubicBezTo>
                      <a:pt x="3263" y="3843"/>
                      <a:pt x="3334" y="3752"/>
                      <a:pt x="3380" y="3649"/>
                    </a:cubicBezTo>
                    <a:cubicBezTo>
                      <a:pt x="3408" y="3583"/>
                      <a:pt x="3428" y="3510"/>
                      <a:pt x="3434" y="3437"/>
                    </a:cubicBezTo>
                    <a:cubicBezTo>
                      <a:pt x="3436" y="3421"/>
                      <a:pt x="3436" y="3404"/>
                      <a:pt x="3437" y="3387"/>
                    </a:cubicBezTo>
                    <a:cubicBezTo>
                      <a:pt x="3443" y="2950"/>
                      <a:pt x="3430" y="2474"/>
                      <a:pt x="3419" y="2203"/>
                    </a:cubicBezTo>
                    <a:cubicBezTo>
                      <a:pt x="3399" y="2207"/>
                      <a:pt x="3378" y="2209"/>
                      <a:pt x="3358" y="2209"/>
                    </a:cubicBezTo>
                    <a:cubicBezTo>
                      <a:pt x="3329" y="2209"/>
                      <a:pt x="3301" y="2205"/>
                      <a:pt x="3272" y="2197"/>
                    </a:cubicBezTo>
                    <a:cubicBezTo>
                      <a:pt x="3204" y="2177"/>
                      <a:pt x="3125" y="2098"/>
                      <a:pt x="3057" y="1977"/>
                    </a:cubicBezTo>
                    <a:cubicBezTo>
                      <a:pt x="3007" y="1886"/>
                      <a:pt x="2961" y="1774"/>
                      <a:pt x="2931" y="1644"/>
                    </a:cubicBezTo>
                    <a:cubicBezTo>
                      <a:pt x="2901" y="1524"/>
                      <a:pt x="2883" y="1388"/>
                      <a:pt x="2881" y="1243"/>
                    </a:cubicBezTo>
                    <a:cubicBezTo>
                      <a:pt x="2881" y="1243"/>
                      <a:pt x="2666" y="1294"/>
                      <a:pt x="2404" y="1294"/>
                    </a:cubicBezTo>
                    <a:cubicBezTo>
                      <a:pt x="2062" y="1294"/>
                      <a:pt x="1642" y="1207"/>
                      <a:pt x="1518" y="805"/>
                    </a:cubicBezTo>
                    <a:cubicBezTo>
                      <a:pt x="1325" y="180"/>
                      <a:pt x="1325" y="61"/>
                      <a:pt x="1018" y="61"/>
                    </a:cubicBezTo>
                    <a:cubicBezTo>
                      <a:pt x="975" y="61"/>
                      <a:pt x="927" y="64"/>
                      <a:pt x="871" y="67"/>
                    </a:cubicBezTo>
                    <a:cubicBezTo>
                      <a:pt x="685" y="78"/>
                      <a:pt x="562" y="88"/>
                      <a:pt x="472" y="88"/>
                    </a:cubicBezTo>
                    <a:cubicBezTo>
                      <a:pt x="341" y="88"/>
                      <a:pt x="276" y="68"/>
                      <a:pt x="177" y="1"/>
                    </a:cubicBezTo>
                    <a:close/>
                  </a:path>
                </a:pathLst>
              </a:custGeom>
              <a:solidFill>
                <a:srgbClr val="F7B6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322;p25">
                <a:extLst>
                  <a:ext uri="{FF2B5EF4-FFF2-40B4-BE49-F238E27FC236}">
                    <a16:creationId xmlns:a16="http://schemas.microsoft.com/office/drawing/2014/main" id="{B7183393-F2B5-8192-C8BA-415F21CFE2FC}"/>
                  </a:ext>
                </a:extLst>
              </p:cNvPr>
              <p:cNvSpPr/>
              <p:nvPr/>
            </p:nvSpPr>
            <p:spPr>
              <a:xfrm>
                <a:off x="2087500" y="2339450"/>
                <a:ext cx="38825" cy="71725"/>
              </a:xfrm>
              <a:custGeom>
                <a:avLst/>
                <a:gdLst/>
                <a:ahLst/>
                <a:cxnLst/>
                <a:rect l="l" t="t" r="r" b="b"/>
                <a:pathLst>
                  <a:path w="1553" h="2869" extrusionOk="0">
                    <a:moveTo>
                      <a:pt x="1420" y="1"/>
                    </a:moveTo>
                    <a:cubicBezTo>
                      <a:pt x="1415" y="1"/>
                      <a:pt x="1412" y="4"/>
                      <a:pt x="1412" y="8"/>
                    </a:cubicBezTo>
                    <a:cubicBezTo>
                      <a:pt x="1414" y="17"/>
                      <a:pt x="1415" y="33"/>
                      <a:pt x="1417" y="51"/>
                    </a:cubicBezTo>
                    <a:cubicBezTo>
                      <a:pt x="1536" y="1152"/>
                      <a:pt x="1035" y="2147"/>
                      <a:pt x="5" y="2853"/>
                    </a:cubicBezTo>
                    <a:cubicBezTo>
                      <a:pt x="2" y="2856"/>
                      <a:pt x="0" y="2861"/>
                      <a:pt x="3" y="2865"/>
                    </a:cubicBezTo>
                    <a:cubicBezTo>
                      <a:pt x="5" y="2867"/>
                      <a:pt x="8" y="2868"/>
                      <a:pt x="9" y="2868"/>
                    </a:cubicBezTo>
                    <a:cubicBezTo>
                      <a:pt x="11" y="2868"/>
                      <a:pt x="13" y="2868"/>
                      <a:pt x="14" y="2867"/>
                    </a:cubicBezTo>
                    <a:cubicBezTo>
                      <a:pt x="1049" y="2158"/>
                      <a:pt x="1553" y="1157"/>
                      <a:pt x="1433" y="49"/>
                    </a:cubicBezTo>
                    <a:cubicBezTo>
                      <a:pt x="1430" y="31"/>
                      <a:pt x="1429" y="17"/>
                      <a:pt x="1429" y="8"/>
                    </a:cubicBezTo>
                    <a:cubicBezTo>
                      <a:pt x="1429" y="4"/>
                      <a:pt x="1424" y="1"/>
                      <a:pt x="14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323;p25">
                <a:extLst>
                  <a:ext uri="{FF2B5EF4-FFF2-40B4-BE49-F238E27FC236}">
                    <a16:creationId xmlns:a16="http://schemas.microsoft.com/office/drawing/2014/main" id="{4B75CE7E-EE33-120C-9EE1-5D450C052334}"/>
                  </a:ext>
                </a:extLst>
              </p:cNvPr>
              <p:cNvSpPr/>
              <p:nvPr/>
            </p:nvSpPr>
            <p:spPr>
              <a:xfrm>
                <a:off x="2029475" y="2265575"/>
                <a:ext cx="47225" cy="22700"/>
              </a:xfrm>
              <a:custGeom>
                <a:avLst/>
                <a:gdLst/>
                <a:ahLst/>
                <a:cxnLst/>
                <a:rect l="l" t="t" r="r" b="b"/>
                <a:pathLst>
                  <a:path w="1889" h="908" extrusionOk="0">
                    <a:moveTo>
                      <a:pt x="1685" y="0"/>
                    </a:moveTo>
                    <a:cubicBezTo>
                      <a:pt x="1244" y="0"/>
                      <a:pt x="842" y="210"/>
                      <a:pt x="567" y="399"/>
                    </a:cubicBezTo>
                    <a:cubicBezTo>
                      <a:pt x="228" y="635"/>
                      <a:pt x="7" y="893"/>
                      <a:pt x="4" y="894"/>
                    </a:cubicBezTo>
                    <a:cubicBezTo>
                      <a:pt x="1" y="899"/>
                      <a:pt x="1" y="903"/>
                      <a:pt x="5" y="906"/>
                    </a:cubicBezTo>
                    <a:cubicBezTo>
                      <a:pt x="7" y="908"/>
                      <a:pt x="8" y="908"/>
                      <a:pt x="10" y="908"/>
                    </a:cubicBezTo>
                    <a:cubicBezTo>
                      <a:pt x="11" y="908"/>
                      <a:pt x="14" y="906"/>
                      <a:pt x="16" y="905"/>
                    </a:cubicBezTo>
                    <a:cubicBezTo>
                      <a:pt x="24" y="895"/>
                      <a:pt x="786" y="17"/>
                      <a:pt x="1683" y="17"/>
                    </a:cubicBezTo>
                    <a:cubicBezTo>
                      <a:pt x="1748" y="17"/>
                      <a:pt x="1813" y="21"/>
                      <a:pt x="1879" y="31"/>
                    </a:cubicBezTo>
                    <a:cubicBezTo>
                      <a:pt x="1884" y="31"/>
                      <a:pt x="1887" y="28"/>
                      <a:pt x="1888" y="23"/>
                    </a:cubicBezTo>
                    <a:cubicBezTo>
                      <a:pt x="1888" y="19"/>
                      <a:pt x="1885" y="16"/>
                      <a:pt x="1881" y="14"/>
                    </a:cubicBezTo>
                    <a:cubicBezTo>
                      <a:pt x="1815" y="5"/>
                      <a:pt x="1750" y="0"/>
                      <a:pt x="16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324;p25">
                <a:extLst>
                  <a:ext uri="{FF2B5EF4-FFF2-40B4-BE49-F238E27FC236}">
                    <a16:creationId xmlns:a16="http://schemas.microsoft.com/office/drawing/2014/main" id="{724525B3-E120-82A0-1798-A831DF8178F6}"/>
                  </a:ext>
                </a:extLst>
              </p:cNvPr>
              <p:cNvSpPr/>
              <p:nvPr/>
            </p:nvSpPr>
            <p:spPr>
              <a:xfrm>
                <a:off x="1964400" y="2382675"/>
                <a:ext cx="2900" cy="17575"/>
              </a:xfrm>
              <a:custGeom>
                <a:avLst/>
                <a:gdLst/>
                <a:ahLst/>
                <a:cxnLst/>
                <a:rect l="l" t="t" r="r" b="b"/>
                <a:pathLst>
                  <a:path w="116" h="703" extrusionOk="0">
                    <a:moveTo>
                      <a:pt x="55" y="0"/>
                    </a:moveTo>
                    <a:cubicBezTo>
                      <a:pt x="23" y="0"/>
                      <a:pt x="0" y="158"/>
                      <a:pt x="2" y="353"/>
                    </a:cubicBezTo>
                    <a:cubicBezTo>
                      <a:pt x="3" y="546"/>
                      <a:pt x="30" y="703"/>
                      <a:pt x="60" y="703"/>
                    </a:cubicBezTo>
                    <a:cubicBezTo>
                      <a:pt x="60" y="703"/>
                      <a:pt x="61" y="703"/>
                      <a:pt x="61" y="703"/>
                    </a:cubicBezTo>
                    <a:cubicBezTo>
                      <a:pt x="92" y="703"/>
                      <a:pt x="115" y="545"/>
                      <a:pt x="114" y="351"/>
                    </a:cubicBezTo>
                    <a:cubicBezTo>
                      <a:pt x="112" y="158"/>
                      <a:pt x="86" y="0"/>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325;p25">
                <a:extLst>
                  <a:ext uri="{FF2B5EF4-FFF2-40B4-BE49-F238E27FC236}">
                    <a16:creationId xmlns:a16="http://schemas.microsoft.com/office/drawing/2014/main" id="{BB562374-DBEC-24B0-B7BE-3B895A83F600}"/>
                  </a:ext>
                </a:extLst>
              </p:cNvPr>
              <p:cNvSpPr/>
              <p:nvPr/>
            </p:nvSpPr>
            <p:spPr>
              <a:xfrm>
                <a:off x="1974375" y="2454300"/>
                <a:ext cx="15725" cy="950"/>
              </a:xfrm>
              <a:custGeom>
                <a:avLst/>
                <a:gdLst/>
                <a:ahLst/>
                <a:cxnLst/>
                <a:rect l="l" t="t" r="r" b="b"/>
                <a:pathLst>
                  <a:path w="629" h="38" extrusionOk="0">
                    <a:moveTo>
                      <a:pt x="613" y="1"/>
                    </a:moveTo>
                    <a:lnTo>
                      <a:pt x="16" y="5"/>
                    </a:lnTo>
                    <a:cubicBezTo>
                      <a:pt x="7" y="5"/>
                      <a:pt x="1" y="13"/>
                      <a:pt x="1" y="22"/>
                    </a:cubicBezTo>
                    <a:cubicBezTo>
                      <a:pt x="1" y="31"/>
                      <a:pt x="9" y="37"/>
                      <a:pt x="16" y="37"/>
                    </a:cubicBezTo>
                    <a:lnTo>
                      <a:pt x="613" y="33"/>
                    </a:lnTo>
                    <a:cubicBezTo>
                      <a:pt x="620" y="33"/>
                      <a:pt x="628" y="25"/>
                      <a:pt x="628" y="16"/>
                    </a:cubicBezTo>
                    <a:cubicBezTo>
                      <a:pt x="628" y="8"/>
                      <a:pt x="620" y="1"/>
                      <a:pt x="613" y="1"/>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326;p25">
                <a:extLst>
                  <a:ext uri="{FF2B5EF4-FFF2-40B4-BE49-F238E27FC236}">
                    <a16:creationId xmlns:a16="http://schemas.microsoft.com/office/drawing/2014/main" id="{1B4BA532-3516-8697-8F97-3F064F7C4773}"/>
                  </a:ext>
                </a:extLst>
              </p:cNvPr>
              <p:cNvSpPr/>
              <p:nvPr/>
            </p:nvSpPr>
            <p:spPr>
              <a:xfrm>
                <a:off x="1977125" y="2460850"/>
                <a:ext cx="5800" cy="19275"/>
              </a:xfrm>
              <a:custGeom>
                <a:avLst/>
                <a:gdLst/>
                <a:ahLst/>
                <a:cxnLst/>
                <a:rect l="l" t="t" r="r" b="b"/>
                <a:pathLst>
                  <a:path w="232" h="771" extrusionOk="0">
                    <a:moveTo>
                      <a:pt x="192" y="1"/>
                    </a:moveTo>
                    <a:lnTo>
                      <a:pt x="17" y="2"/>
                    </a:lnTo>
                    <a:cubicBezTo>
                      <a:pt x="12" y="2"/>
                      <a:pt x="8" y="5"/>
                      <a:pt x="5" y="9"/>
                    </a:cubicBezTo>
                    <a:cubicBezTo>
                      <a:pt x="2" y="12"/>
                      <a:pt x="0" y="16"/>
                      <a:pt x="0" y="21"/>
                    </a:cubicBezTo>
                    <a:cubicBezTo>
                      <a:pt x="3" y="42"/>
                      <a:pt x="74" y="546"/>
                      <a:pt x="200" y="763"/>
                    </a:cubicBezTo>
                    <a:cubicBezTo>
                      <a:pt x="203" y="767"/>
                      <a:pt x="208" y="770"/>
                      <a:pt x="214" y="770"/>
                    </a:cubicBezTo>
                    <a:cubicBezTo>
                      <a:pt x="217" y="770"/>
                      <a:pt x="218" y="769"/>
                      <a:pt x="221" y="767"/>
                    </a:cubicBezTo>
                    <a:cubicBezTo>
                      <a:pt x="229" y="763"/>
                      <a:pt x="232" y="754"/>
                      <a:pt x="227" y="746"/>
                    </a:cubicBezTo>
                    <a:cubicBezTo>
                      <a:pt x="117" y="558"/>
                      <a:pt x="48" y="128"/>
                      <a:pt x="35" y="34"/>
                    </a:cubicBezTo>
                    <a:lnTo>
                      <a:pt x="192" y="33"/>
                    </a:lnTo>
                    <a:cubicBezTo>
                      <a:pt x="201" y="33"/>
                      <a:pt x="208" y="27"/>
                      <a:pt x="208" y="18"/>
                    </a:cubicBezTo>
                    <a:cubicBezTo>
                      <a:pt x="208" y="9"/>
                      <a:pt x="200" y="1"/>
                      <a:pt x="192" y="1"/>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327;p25">
                <a:extLst>
                  <a:ext uri="{FF2B5EF4-FFF2-40B4-BE49-F238E27FC236}">
                    <a16:creationId xmlns:a16="http://schemas.microsoft.com/office/drawing/2014/main" id="{CD47F044-5841-1F22-A9A1-D87B80EE4B8A}"/>
                  </a:ext>
                </a:extLst>
              </p:cNvPr>
              <p:cNvSpPr/>
              <p:nvPr/>
            </p:nvSpPr>
            <p:spPr>
              <a:xfrm>
                <a:off x="2040200" y="2416450"/>
                <a:ext cx="101350" cy="75150"/>
              </a:xfrm>
              <a:custGeom>
                <a:avLst/>
                <a:gdLst/>
                <a:ahLst/>
                <a:cxnLst/>
                <a:rect l="l" t="t" r="r" b="b"/>
                <a:pathLst>
                  <a:path w="4054" h="3006" extrusionOk="0">
                    <a:moveTo>
                      <a:pt x="310" y="0"/>
                    </a:moveTo>
                    <a:cubicBezTo>
                      <a:pt x="217" y="108"/>
                      <a:pt x="128" y="164"/>
                      <a:pt x="41" y="180"/>
                    </a:cubicBezTo>
                    <a:cubicBezTo>
                      <a:pt x="51" y="450"/>
                      <a:pt x="64" y="926"/>
                      <a:pt x="58" y="1363"/>
                    </a:cubicBezTo>
                    <a:cubicBezTo>
                      <a:pt x="58" y="1380"/>
                      <a:pt x="57" y="1397"/>
                      <a:pt x="55" y="1413"/>
                    </a:cubicBezTo>
                    <a:cubicBezTo>
                      <a:pt x="49" y="1486"/>
                      <a:pt x="29" y="1559"/>
                      <a:pt x="1" y="1625"/>
                    </a:cubicBezTo>
                    <a:cubicBezTo>
                      <a:pt x="29" y="1680"/>
                      <a:pt x="46" y="1712"/>
                      <a:pt x="46" y="1712"/>
                    </a:cubicBezTo>
                    <a:cubicBezTo>
                      <a:pt x="46" y="1712"/>
                      <a:pt x="154" y="1853"/>
                      <a:pt x="284" y="2062"/>
                    </a:cubicBezTo>
                    <a:cubicBezTo>
                      <a:pt x="441" y="2315"/>
                      <a:pt x="632" y="2669"/>
                      <a:pt x="708" y="3005"/>
                    </a:cubicBezTo>
                    <a:cubicBezTo>
                      <a:pt x="1234" y="2686"/>
                      <a:pt x="2465" y="2025"/>
                      <a:pt x="4054" y="1766"/>
                    </a:cubicBezTo>
                    <a:cubicBezTo>
                      <a:pt x="4054" y="1766"/>
                      <a:pt x="4030" y="1747"/>
                      <a:pt x="3986" y="1707"/>
                    </a:cubicBezTo>
                    <a:cubicBezTo>
                      <a:pt x="3807" y="1551"/>
                      <a:pt x="3307" y="1098"/>
                      <a:pt x="2853" y="561"/>
                    </a:cubicBezTo>
                    <a:cubicBezTo>
                      <a:pt x="2722" y="816"/>
                      <a:pt x="2446" y="1035"/>
                      <a:pt x="1925" y="1035"/>
                    </a:cubicBezTo>
                    <a:cubicBezTo>
                      <a:pt x="1842" y="1035"/>
                      <a:pt x="1753" y="1030"/>
                      <a:pt x="1658" y="1018"/>
                    </a:cubicBezTo>
                    <a:cubicBezTo>
                      <a:pt x="1402" y="986"/>
                      <a:pt x="1190" y="912"/>
                      <a:pt x="1012" y="812"/>
                    </a:cubicBezTo>
                    <a:cubicBezTo>
                      <a:pt x="640" y="602"/>
                      <a:pt x="428" y="279"/>
                      <a:pt x="310" y="0"/>
                    </a:cubicBezTo>
                    <a:close/>
                  </a:path>
                </a:pathLst>
              </a:custGeom>
              <a:solidFill>
                <a:srgbClr val="F7B6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328;p25">
                <a:extLst>
                  <a:ext uri="{FF2B5EF4-FFF2-40B4-BE49-F238E27FC236}">
                    <a16:creationId xmlns:a16="http://schemas.microsoft.com/office/drawing/2014/main" id="{E59B49C8-E492-FB5C-8B88-9E4508050589}"/>
                  </a:ext>
                </a:extLst>
              </p:cNvPr>
              <p:cNvSpPr/>
              <p:nvPr/>
            </p:nvSpPr>
            <p:spPr>
              <a:xfrm>
                <a:off x="1998175" y="2457075"/>
                <a:ext cx="49125" cy="33225"/>
              </a:xfrm>
              <a:custGeom>
                <a:avLst/>
                <a:gdLst/>
                <a:ahLst/>
                <a:cxnLst/>
                <a:rect l="l" t="t" r="r" b="b"/>
                <a:pathLst>
                  <a:path w="1965" h="1329" extrusionOk="0">
                    <a:moveTo>
                      <a:pt x="1682" y="0"/>
                    </a:moveTo>
                    <a:cubicBezTo>
                      <a:pt x="1636" y="103"/>
                      <a:pt x="1565" y="194"/>
                      <a:pt x="1474" y="264"/>
                    </a:cubicBezTo>
                    <a:cubicBezTo>
                      <a:pt x="1157" y="509"/>
                      <a:pt x="709" y="905"/>
                      <a:pt x="455" y="1133"/>
                    </a:cubicBezTo>
                    <a:cubicBezTo>
                      <a:pt x="329" y="1247"/>
                      <a:pt x="168" y="1315"/>
                      <a:pt x="0" y="1327"/>
                    </a:cubicBezTo>
                    <a:cubicBezTo>
                      <a:pt x="2" y="1329"/>
                      <a:pt x="2" y="1329"/>
                      <a:pt x="2" y="1329"/>
                    </a:cubicBezTo>
                    <a:lnTo>
                      <a:pt x="217" y="1327"/>
                    </a:lnTo>
                    <a:cubicBezTo>
                      <a:pt x="368" y="1326"/>
                      <a:pt x="517" y="1285"/>
                      <a:pt x="647" y="1209"/>
                    </a:cubicBezTo>
                    <a:lnTo>
                      <a:pt x="1965" y="437"/>
                    </a:lnTo>
                    <a:cubicBezTo>
                      <a:pt x="1835" y="228"/>
                      <a:pt x="1727" y="87"/>
                      <a:pt x="1727" y="87"/>
                    </a:cubicBezTo>
                    <a:cubicBezTo>
                      <a:pt x="1727" y="87"/>
                      <a:pt x="1710" y="55"/>
                      <a:pt x="1682" y="0"/>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329;p25">
                <a:extLst>
                  <a:ext uri="{FF2B5EF4-FFF2-40B4-BE49-F238E27FC236}">
                    <a16:creationId xmlns:a16="http://schemas.microsoft.com/office/drawing/2014/main" id="{08C52F6D-914F-0AF7-0357-AEBD7C54FAFA}"/>
                  </a:ext>
                </a:extLst>
              </p:cNvPr>
              <p:cNvSpPr/>
              <p:nvPr/>
            </p:nvSpPr>
            <p:spPr>
              <a:xfrm>
                <a:off x="2065500" y="2430450"/>
                <a:ext cx="74350" cy="28700"/>
              </a:xfrm>
              <a:custGeom>
                <a:avLst/>
                <a:gdLst/>
                <a:ahLst/>
                <a:cxnLst/>
                <a:rect l="l" t="t" r="r" b="b"/>
                <a:pathLst>
                  <a:path w="2974" h="1148" extrusionOk="0">
                    <a:moveTo>
                      <a:pt x="1841" y="1"/>
                    </a:moveTo>
                    <a:cubicBezTo>
                      <a:pt x="1710" y="256"/>
                      <a:pt x="1434" y="475"/>
                      <a:pt x="913" y="475"/>
                    </a:cubicBezTo>
                    <a:cubicBezTo>
                      <a:pt x="830" y="475"/>
                      <a:pt x="741" y="470"/>
                      <a:pt x="646" y="458"/>
                    </a:cubicBezTo>
                    <a:cubicBezTo>
                      <a:pt x="390" y="426"/>
                      <a:pt x="176" y="352"/>
                      <a:pt x="0" y="252"/>
                    </a:cubicBezTo>
                    <a:lnTo>
                      <a:pt x="0" y="252"/>
                    </a:lnTo>
                    <a:cubicBezTo>
                      <a:pt x="0" y="252"/>
                      <a:pt x="828" y="1131"/>
                      <a:pt x="2974" y="1147"/>
                    </a:cubicBezTo>
                    <a:cubicBezTo>
                      <a:pt x="2795" y="991"/>
                      <a:pt x="2294" y="538"/>
                      <a:pt x="1841" y="1"/>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330;p25">
                <a:extLst>
                  <a:ext uri="{FF2B5EF4-FFF2-40B4-BE49-F238E27FC236}">
                    <a16:creationId xmlns:a16="http://schemas.microsoft.com/office/drawing/2014/main" id="{694BD306-43E5-D861-9D02-63A94CC60B63}"/>
                  </a:ext>
                </a:extLst>
              </p:cNvPr>
              <p:cNvSpPr/>
              <p:nvPr/>
            </p:nvSpPr>
            <p:spPr>
              <a:xfrm>
                <a:off x="2045625" y="2442575"/>
                <a:ext cx="23125" cy="40000"/>
              </a:xfrm>
              <a:custGeom>
                <a:avLst/>
                <a:gdLst/>
                <a:ahLst/>
                <a:cxnLst/>
                <a:rect l="l" t="t" r="r" b="b"/>
                <a:pathLst>
                  <a:path w="925" h="1600" extrusionOk="0">
                    <a:moveTo>
                      <a:pt x="12" y="0"/>
                    </a:moveTo>
                    <a:lnTo>
                      <a:pt x="0" y="9"/>
                    </a:lnTo>
                    <a:cubicBezTo>
                      <a:pt x="6" y="17"/>
                      <a:pt x="611" y="780"/>
                      <a:pt x="909" y="1600"/>
                    </a:cubicBezTo>
                    <a:lnTo>
                      <a:pt x="924" y="1595"/>
                    </a:lnTo>
                    <a:cubicBezTo>
                      <a:pt x="626" y="773"/>
                      <a:pt x="18" y="8"/>
                      <a:pt x="12" y="0"/>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331;p25">
                <a:extLst>
                  <a:ext uri="{FF2B5EF4-FFF2-40B4-BE49-F238E27FC236}">
                    <a16:creationId xmlns:a16="http://schemas.microsoft.com/office/drawing/2014/main" id="{DA1D6C12-825B-1D84-7CCB-F27DD217FF36}"/>
                  </a:ext>
                </a:extLst>
              </p:cNvPr>
              <p:cNvSpPr/>
              <p:nvPr/>
            </p:nvSpPr>
            <p:spPr>
              <a:xfrm>
                <a:off x="2027675" y="2399375"/>
                <a:ext cx="14375" cy="56175"/>
              </a:xfrm>
              <a:custGeom>
                <a:avLst/>
                <a:gdLst/>
                <a:ahLst/>
                <a:cxnLst/>
                <a:rect l="l" t="t" r="r" b="b"/>
                <a:pathLst>
                  <a:path w="575" h="2247" extrusionOk="0">
                    <a:moveTo>
                      <a:pt x="0" y="0"/>
                    </a:moveTo>
                    <a:cubicBezTo>
                      <a:pt x="14" y="239"/>
                      <a:pt x="76" y="467"/>
                      <a:pt x="173" y="641"/>
                    </a:cubicBezTo>
                    <a:cubicBezTo>
                      <a:pt x="241" y="762"/>
                      <a:pt x="321" y="844"/>
                      <a:pt x="392" y="863"/>
                    </a:cubicBezTo>
                    <a:cubicBezTo>
                      <a:pt x="423" y="872"/>
                      <a:pt x="453" y="877"/>
                      <a:pt x="484" y="877"/>
                    </a:cubicBezTo>
                    <a:cubicBezTo>
                      <a:pt x="501" y="877"/>
                      <a:pt x="518" y="875"/>
                      <a:pt x="535" y="873"/>
                    </a:cubicBezTo>
                    <a:cubicBezTo>
                      <a:pt x="544" y="1122"/>
                      <a:pt x="558" y="1601"/>
                      <a:pt x="550" y="2046"/>
                    </a:cubicBezTo>
                    <a:cubicBezTo>
                      <a:pt x="550" y="2065"/>
                      <a:pt x="550" y="2081"/>
                      <a:pt x="548" y="2095"/>
                    </a:cubicBezTo>
                    <a:cubicBezTo>
                      <a:pt x="544" y="2145"/>
                      <a:pt x="533" y="2195"/>
                      <a:pt x="518" y="2242"/>
                    </a:cubicBezTo>
                    <a:lnTo>
                      <a:pt x="533" y="2246"/>
                    </a:lnTo>
                    <a:cubicBezTo>
                      <a:pt x="548" y="2198"/>
                      <a:pt x="559" y="2148"/>
                      <a:pt x="564" y="2096"/>
                    </a:cubicBezTo>
                    <a:cubicBezTo>
                      <a:pt x="565" y="2081"/>
                      <a:pt x="567" y="2066"/>
                      <a:pt x="567" y="2048"/>
                    </a:cubicBezTo>
                    <a:cubicBezTo>
                      <a:pt x="574" y="1595"/>
                      <a:pt x="559" y="1110"/>
                      <a:pt x="550" y="863"/>
                    </a:cubicBezTo>
                    <a:lnTo>
                      <a:pt x="550" y="853"/>
                    </a:lnTo>
                    <a:lnTo>
                      <a:pt x="541" y="856"/>
                    </a:lnTo>
                    <a:cubicBezTo>
                      <a:pt x="522" y="859"/>
                      <a:pt x="504" y="861"/>
                      <a:pt x="486" y="861"/>
                    </a:cubicBezTo>
                    <a:cubicBezTo>
                      <a:pt x="456" y="861"/>
                      <a:pt x="427" y="857"/>
                      <a:pt x="397" y="848"/>
                    </a:cubicBezTo>
                    <a:cubicBezTo>
                      <a:pt x="329" y="830"/>
                      <a:pt x="252" y="751"/>
                      <a:pt x="186" y="633"/>
                    </a:cubicBezTo>
                    <a:cubicBezTo>
                      <a:pt x="91" y="462"/>
                      <a:pt x="30" y="236"/>
                      <a:pt x="15" y="0"/>
                    </a:cubicBezTo>
                    <a:close/>
                  </a:path>
                </a:pathLst>
              </a:custGeom>
              <a:solidFill>
                <a:srgbClr val="3129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332;p25">
                <a:extLst>
                  <a:ext uri="{FF2B5EF4-FFF2-40B4-BE49-F238E27FC236}">
                    <a16:creationId xmlns:a16="http://schemas.microsoft.com/office/drawing/2014/main" id="{2349DD11-63A4-6BBF-6742-596474C8DA65}"/>
                  </a:ext>
                </a:extLst>
              </p:cNvPr>
              <p:cNvSpPr/>
              <p:nvPr/>
            </p:nvSpPr>
            <p:spPr>
              <a:xfrm>
                <a:off x="1960100" y="2365850"/>
                <a:ext cx="68925" cy="41500"/>
              </a:xfrm>
              <a:custGeom>
                <a:avLst/>
                <a:gdLst/>
                <a:ahLst/>
                <a:cxnLst/>
                <a:rect l="l" t="t" r="r" b="b"/>
                <a:pathLst>
                  <a:path w="2757" h="1660" extrusionOk="0">
                    <a:moveTo>
                      <a:pt x="2" y="1"/>
                    </a:moveTo>
                    <a:cubicBezTo>
                      <a:pt x="2" y="1"/>
                      <a:pt x="1" y="90"/>
                      <a:pt x="1" y="246"/>
                    </a:cubicBezTo>
                    <a:cubicBezTo>
                      <a:pt x="35" y="245"/>
                      <a:pt x="85" y="243"/>
                      <a:pt x="145" y="243"/>
                    </a:cubicBezTo>
                    <a:cubicBezTo>
                      <a:pt x="423" y="243"/>
                      <a:pt x="919" y="274"/>
                      <a:pt x="1032" y="490"/>
                    </a:cubicBezTo>
                    <a:cubicBezTo>
                      <a:pt x="1179" y="767"/>
                      <a:pt x="1026" y="1660"/>
                      <a:pt x="2430" y="1660"/>
                    </a:cubicBezTo>
                    <a:cubicBezTo>
                      <a:pt x="2530" y="1660"/>
                      <a:pt x="2639" y="1655"/>
                      <a:pt x="2756" y="1646"/>
                    </a:cubicBezTo>
                    <a:cubicBezTo>
                      <a:pt x="2726" y="1524"/>
                      <a:pt x="2708" y="1390"/>
                      <a:pt x="2706" y="1244"/>
                    </a:cubicBezTo>
                    <a:cubicBezTo>
                      <a:pt x="2706" y="1244"/>
                      <a:pt x="2492" y="1295"/>
                      <a:pt x="2231" y="1295"/>
                    </a:cubicBezTo>
                    <a:cubicBezTo>
                      <a:pt x="1889" y="1295"/>
                      <a:pt x="1468" y="1208"/>
                      <a:pt x="1343" y="805"/>
                    </a:cubicBezTo>
                    <a:cubicBezTo>
                      <a:pt x="1150" y="180"/>
                      <a:pt x="1150" y="61"/>
                      <a:pt x="842" y="61"/>
                    </a:cubicBezTo>
                    <a:cubicBezTo>
                      <a:pt x="800" y="61"/>
                      <a:pt x="751" y="64"/>
                      <a:pt x="696" y="67"/>
                    </a:cubicBezTo>
                    <a:cubicBezTo>
                      <a:pt x="509" y="79"/>
                      <a:pt x="386" y="89"/>
                      <a:pt x="295" y="89"/>
                    </a:cubicBezTo>
                    <a:cubicBezTo>
                      <a:pt x="165" y="89"/>
                      <a:pt x="100" y="68"/>
                      <a:pt x="2" y="1"/>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333;p25">
                <a:extLst>
                  <a:ext uri="{FF2B5EF4-FFF2-40B4-BE49-F238E27FC236}">
                    <a16:creationId xmlns:a16="http://schemas.microsoft.com/office/drawing/2014/main" id="{B63CBB60-46A0-7712-A53B-0ADB7164C124}"/>
                  </a:ext>
                </a:extLst>
              </p:cNvPr>
              <p:cNvSpPr/>
              <p:nvPr/>
            </p:nvSpPr>
            <p:spPr>
              <a:xfrm>
                <a:off x="1958600" y="2371275"/>
                <a:ext cx="22025" cy="8675"/>
              </a:xfrm>
              <a:custGeom>
                <a:avLst/>
                <a:gdLst/>
                <a:ahLst/>
                <a:cxnLst/>
                <a:rect l="l" t="t" r="r" b="b"/>
                <a:pathLst>
                  <a:path w="881" h="347" extrusionOk="0">
                    <a:moveTo>
                      <a:pt x="53" y="0"/>
                    </a:moveTo>
                    <a:cubicBezTo>
                      <a:pt x="34" y="0"/>
                      <a:pt x="17" y="12"/>
                      <a:pt x="14" y="32"/>
                    </a:cubicBezTo>
                    <a:cubicBezTo>
                      <a:pt x="8" y="64"/>
                      <a:pt x="3" y="96"/>
                      <a:pt x="3" y="124"/>
                    </a:cubicBezTo>
                    <a:cubicBezTo>
                      <a:pt x="0" y="188"/>
                      <a:pt x="51" y="241"/>
                      <a:pt x="115" y="241"/>
                    </a:cubicBezTo>
                    <a:cubicBezTo>
                      <a:pt x="116" y="241"/>
                      <a:pt x="118" y="241"/>
                      <a:pt x="120" y="241"/>
                    </a:cubicBezTo>
                    <a:cubicBezTo>
                      <a:pt x="148" y="240"/>
                      <a:pt x="180" y="239"/>
                      <a:pt x="216" y="239"/>
                    </a:cubicBezTo>
                    <a:cubicBezTo>
                      <a:pt x="381" y="239"/>
                      <a:pt x="623" y="258"/>
                      <a:pt x="849" y="345"/>
                    </a:cubicBezTo>
                    <a:cubicBezTo>
                      <a:pt x="851" y="346"/>
                      <a:pt x="853" y="347"/>
                      <a:pt x="855" y="347"/>
                    </a:cubicBezTo>
                    <a:cubicBezTo>
                      <a:pt x="870" y="347"/>
                      <a:pt x="880" y="329"/>
                      <a:pt x="868" y="315"/>
                    </a:cubicBezTo>
                    <a:cubicBezTo>
                      <a:pt x="741" y="177"/>
                      <a:pt x="402" y="2"/>
                      <a:pt x="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334;p25">
                <a:extLst>
                  <a:ext uri="{FF2B5EF4-FFF2-40B4-BE49-F238E27FC236}">
                    <a16:creationId xmlns:a16="http://schemas.microsoft.com/office/drawing/2014/main" id="{784F94EF-4FEF-1CBD-55CD-7459E55B3570}"/>
                  </a:ext>
                </a:extLst>
              </p:cNvPr>
              <p:cNvSpPr/>
              <p:nvPr/>
            </p:nvSpPr>
            <p:spPr>
              <a:xfrm>
                <a:off x="1963325" y="2422875"/>
                <a:ext cx="2350" cy="12100"/>
              </a:xfrm>
              <a:custGeom>
                <a:avLst/>
                <a:gdLst/>
                <a:ahLst/>
                <a:cxnLst/>
                <a:rect l="l" t="t" r="r" b="b"/>
                <a:pathLst>
                  <a:path w="94" h="484" extrusionOk="0">
                    <a:moveTo>
                      <a:pt x="11" y="0"/>
                    </a:moveTo>
                    <a:cubicBezTo>
                      <a:pt x="10" y="0"/>
                      <a:pt x="9" y="0"/>
                      <a:pt x="8" y="1"/>
                    </a:cubicBezTo>
                    <a:cubicBezTo>
                      <a:pt x="4" y="1"/>
                      <a:pt x="1" y="5"/>
                      <a:pt x="2" y="10"/>
                    </a:cubicBezTo>
                    <a:lnTo>
                      <a:pt x="76" y="476"/>
                    </a:lnTo>
                    <a:cubicBezTo>
                      <a:pt x="76" y="481"/>
                      <a:pt x="81" y="484"/>
                      <a:pt x="84" y="484"/>
                    </a:cubicBezTo>
                    <a:lnTo>
                      <a:pt x="85" y="484"/>
                    </a:lnTo>
                    <a:cubicBezTo>
                      <a:pt x="90" y="482"/>
                      <a:pt x="93" y="479"/>
                      <a:pt x="92" y="475"/>
                    </a:cubicBezTo>
                    <a:lnTo>
                      <a:pt x="17" y="7"/>
                    </a:lnTo>
                    <a:cubicBezTo>
                      <a:pt x="17" y="3"/>
                      <a:pt x="14" y="0"/>
                      <a:pt x="11" y="0"/>
                    </a:cubicBezTo>
                    <a:close/>
                  </a:path>
                </a:pathLst>
              </a:custGeom>
              <a:solidFill>
                <a:srgbClr val="3129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335;p25">
                <a:extLst>
                  <a:ext uri="{FF2B5EF4-FFF2-40B4-BE49-F238E27FC236}">
                    <a16:creationId xmlns:a16="http://schemas.microsoft.com/office/drawing/2014/main" id="{AD52C18F-A218-72AF-914B-B26DF77D1656}"/>
                  </a:ext>
                </a:extLst>
              </p:cNvPr>
              <p:cNvSpPr/>
              <p:nvPr/>
            </p:nvSpPr>
            <p:spPr>
              <a:xfrm>
                <a:off x="2027550" y="2370725"/>
                <a:ext cx="34175" cy="50600"/>
              </a:xfrm>
              <a:custGeom>
                <a:avLst/>
                <a:gdLst/>
                <a:ahLst/>
                <a:cxnLst/>
                <a:rect l="l" t="t" r="r" b="b"/>
                <a:pathLst>
                  <a:path w="1367" h="2024" extrusionOk="0">
                    <a:moveTo>
                      <a:pt x="947" y="18"/>
                    </a:moveTo>
                    <a:cubicBezTo>
                      <a:pt x="975" y="18"/>
                      <a:pt x="999" y="19"/>
                      <a:pt x="1023" y="24"/>
                    </a:cubicBezTo>
                    <a:cubicBezTo>
                      <a:pt x="1118" y="40"/>
                      <a:pt x="1191" y="90"/>
                      <a:pt x="1240" y="174"/>
                    </a:cubicBezTo>
                    <a:cubicBezTo>
                      <a:pt x="1349" y="366"/>
                      <a:pt x="1315" y="723"/>
                      <a:pt x="1144" y="1184"/>
                    </a:cubicBezTo>
                    <a:cubicBezTo>
                      <a:pt x="1096" y="1311"/>
                      <a:pt x="1046" y="1426"/>
                      <a:pt x="997" y="1523"/>
                    </a:cubicBezTo>
                    <a:cubicBezTo>
                      <a:pt x="935" y="1647"/>
                      <a:pt x="872" y="1747"/>
                      <a:pt x="808" y="1823"/>
                    </a:cubicBezTo>
                    <a:cubicBezTo>
                      <a:pt x="723" y="1925"/>
                      <a:pt x="634" y="1984"/>
                      <a:pt x="544" y="2002"/>
                    </a:cubicBezTo>
                    <a:cubicBezTo>
                      <a:pt x="526" y="2005"/>
                      <a:pt x="508" y="2007"/>
                      <a:pt x="490" y="2007"/>
                    </a:cubicBezTo>
                    <a:cubicBezTo>
                      <a:pt x="461" y="2007"/>
                      <a:pt x="431" y="2003"/>
                      <a:pt x="400" y="1994"/>
                    </a:cubicBezTo>
                    <a:cubicBezTo>
                      <a:pt x="334" y="1976"/>
                      <a:pt x="257" y="1897"/>
                      <a:pt x="190" y="1779"/>
                    </a:cubicBezTo>
                    <a:cubicBezTo>
                      <a:pt x="82" y="1584"/>
                      <a:pt x="19" y="1319"/>
                      <a:pt x="17" y="1049"/>
                    </a:cubicBezTo>
                    <a:cubicBezTo>
                      <a:pt x="16" y="995"/>
                      <a:pt x="19" y="940"/>
                      <a:pt x="23" y="884"/>
                    </a:cubicBezTo>
                    <a:cubicBezTo>
                      <a:pt x="43" y="636"/>
                      <a:pt x="175" y="405"/>
                      <a:pt x="394" y="236"/>
                    </a:cubicBezTo>
                    <a:cubicBezTo>
                      <a:pt x="567" y="102"/>
                      <a:pt x="782" y="19"/>
                      <a:pt x="947" y="18"/>
                    </a:cubicBezTo>
                    <a:close/>
                    <a:moveTo>
                      <a:pt x="951" y="1"/>
                    </a:moveTo>
                    <a:cubicBezTo>
                      <a:pt x="781" y="1"/>
                      <a:pt x="564" y="84"/>
                      <a:pt x="385" y="224"/>
                    </a:cubicBezTo>
                    <a:cubicBezTo>
                      <a:pt x="161" y="396"/>
                      <a:pt x="28" y="630"/>
                      <a:pt x="7" y="884"/>
                    </a:cubicBezTo>
                    <a:cubicBezTo>
                      <a:pt x="2" y="939"/>
                      <a:pt x="1" y="995"/>
                      <a:pt x="1" y="1049"/>
                    </a:cubicBezTo>
                    <a:cubicBezTo>
                      <a:pt x="4" y="1322"/>
                      <a:pt x="67" y="1590"/>
                      <a:pt x="176" y="1787"/>
                    </a:cubicBezTo>
                    <a:cubicBezTo>
                      <a:pt x="244" y="1909"/>
                      <a:pt x="325" y="1990"/>
                      <a:pt x="397" y="2009"/>
                    </a:cubicBezTo>
                    <a:cubicBezTo>
                      <a:pt x="428" y="2019"/>
                      <a:pt x="460" y="2023"/>
                      <a:pt x="491" y="2023"/>
                    </a:cubicBezTo>
                    <a:cubicBezTo>
                      <a:pt x="510" y="2023"/>
                      <a:pt x="529" y="2020"/>
                      <a:pt x="547" y="2017"/>
                    </a:cubicBezTo>
                    <a:cubicBezTo>
                      <a:pt x="641" y="1999"/>
                      <a:pt x="734" y="1937"/>
                      <a:pt x="820" y="1834"/>
                    </a:cubicBezTo>
                    <a:cubicBezTo>
                      <a:pt x="885" y="1756"/>
                      <a:pt x="950" y="1655"/>
                      <a:pt x="1012" y="1531"/>
                    </a:cubicBezTo>
                    <a:cubicBezTo>
                      <a:pt x="1061" y="1432"/>
                      <a:pt x="1111" y="1317"/>
                      <a:pt x="1159" y="1188"/>
                    </a:cubicBezTo>
                    <a:cubicBezTo>
                      <a:pt x="1335" y="717"/>
                      <a:pt x="1367" y="364"/>
                      <a:pt x="1253" y="166"/>
                    </a:cubicBezTo>
                    <a:cubicBezTo>
                      <a:pt x="1203" y="78"/>
                      <a:pt x="1126" y="25"/>
                      <a:pt x="1026" y="7"/>
                    </a:cubicBezTo>
                    <a:cubicBezTo>
                      <a:pt x="1002" y="3"/>
                      <a:pt x="977" y="1"/>
                      <a:pt x="951" y="1"/>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336;p25">
                <a:extLst>
                  <a:ext uri="{FF2B5EF4-FFF2-40B4-BE49-F238E27FC236}">
                    <a16:creationId xmlns:a16="http://schemas.microsoft.com/office/drawing/2014/main" id="{F0D5E1F4-690E-9B59-E990-04C8EBECB7DD}"/>
                  </a:ext>
                </a:extLst>
              </p:cNvPr>
              <p:cNvSpPr/>
              <p:nvPr/>
            </p:nvSpPr>
            <p:spPr>
              <a:xfrm>
                <a:off x="1982600" y="2282875"/>
                <a:ext cx="101175" cy="41775"/>
              </a:xfrm>
              <a:custGeom>
                <a:avLst/>
                <a:gdLst/>
                <a:ahLst/>
                <a:cxnLst/>
                <a:rect l="l" t="t" r="r" b="b"/>
                <a:pathLst>
                  <a:path w="4047" h="1671" extrusionOk="0">
                    <a:moveTo>
                      <a:pt x="600" y="0"/>
                    </a:moveTo>
                    <a:cubicBezTo>
                      <a:pt x="598" y="0"/>
                      <a:pt x="596" y="1"/>
                      <a:pt x="594" y="2"/>
                    </a:cubicBezTo>
                    <a:cubicBezTo>
                      <a:pt x="588" y="8"/>
                      <a:pt x="1" y="595"/>
                      <a:pt x="182" y="1664"/>
                    </a:cubicBezTo>
                    <a:cubicBezTo>
                      <a:pt x="182" y="1667"/>
                      <a:pt x="185" y="1670"/>
                      <a:pt x="190" y="1670"/>
                    </a:cubicBezTo>
                    <a:cubicBezTo>
                      <a:pt x="193" y="1670"/>
                      <a:pt x="196" y="1668"/>
                      <a:pt x="198" y="1665"/>
                    </a:cubicBezTo>
                    <a:cubicBezTo>
                      <a:pt x="490" y="840"/>
                      <a:pt x="1134" y="405"/>
                      <a:pt x="1605" y="280"/>
                    </a:cubicBezTo>
                    <a:lnTo>
                      <a:pt x="1605" y="280"/>
                    </a:lnTo>
                    <a:cubicBezTo>
                      <a:pt x="1378" y="648"/>
                      <a:pt x="1697" y="1470"/>
                      <a:pt x="1711" y="1506"/>
                    </a:cubicBezTo>
                    <a:cubicBezTo>
                      <a:pt x="1712" y="1509"/>
                      <a:pt x="1715" y="1511"/>
                      <a:pt x="1718" y="1511"/>
                    </a:cubicBezTo>
                    <a:cubicBezTo>
                      <a:pt x="1721" y="1511"/>
                      <a:pt x="1724" y="1509"/>
                      <a:pt x="1726" y="1505"/>
                    </a:cubicBezTo>
                    <a:cubicBezTo>
                      <a:pt x="1727" y="1503"/>
                      <a:pt x="1815" y="1229"/>
                      <a:pt x="2144" y="923"/>
                    </a:cubicBezTo>
                    <a:cubicBezTo>
                      <a:pt x="2447" y="640"/>
                      <a:pt x="3021" y="270"/>
                      <a:pt x="4039" y="119"/>
                    </a:cubicBezTo>
                    <a:cubicBezTo>
                      <a:pt x="4043" y="119"/>
                      <a:pt x="4046" y="114"/>
                      <a:pt x="4045" y="110"/>
                    </a:cubicBezTo>
                    <a:cubicBezTo>
                      <a:pt x="4045" y="106"/>
                      <a:pt x="4042" y="103"/>
                      <a:pt x="4038" y="103"/>
                    </a:cubicBezTo>
                    <a:cubicBezTo>
                      <a:pt x="4037" y="103"/>
                      <a:pt x="4037" y="104"/>
                      <a:pt x="4036" y="104"/>
                    </a:cubicBezTo>
                    <a:cubicBezTo>
                      <a:pt x="3013" y="255"/>
                      <a:pt x="2436" y="628"/>
                      <a:pt x="2132" y="913"/>
                    </a:cubicBezTo>
                    <a:cubicBezTo>
                      <a:pt x="1853" y="1173"/>
                      <a:pt x="1746" y="1411"/>
                      <a:pt x="1718" y="1481"/>
                    </a:cubicBezTo>
                    <a:cubicBezTo>
                      <a:pt x="1670" y="1349"/>
                      <a:pt x="1406" y="593"/>
                      <a:pt x="1629" y="270"/>
                    </a:cubicBezTo>
                    <a:cubicBezTo>
                      <a:pt x="1630" y="267"/>
                      <a:pt x="1630" y="264"/>
                      <a:pt x="1629" y="261"/>
                    </a:cubicBezTo>
                    <a:cubicBezTo>
                      <a:pt x="1627" y="258"/>
                      <a:pt x="1624" y="258"/>
                      <a:pt x="1621" y="258"/>
                    </a:cubicBezTo>
                    <a:cubicBezTo>
                      <a:pt x="1149" y="378"/>
                      <a:pt x="496" y="808"/>
                      <a:pt x="193" y="1631"/>
                    </a:cubicBezTo>
                    <a:cubicBezTo>
                      <a:pt x="28" y="590"/>
                      <a:pt x="599" y="19"/>
                      <a:pt x="605" y="13"/>
                    </a:cubicBezTo>
                    <a:cubicBezTo>
                      <a:pt x="608" y="10"/>
                      <a:pt x="608" y="5"/>
                      <a:pt x="605" y="2"/>
                    </a:cubicBezTo>
                    <a:cubicBezTo>
                      <a:pt x="604" y="1"/>
                      <a:pt x="602" y="0"/>
                      <a:pt x="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337;p25">
                <a:extLst>
                  <a:ext uri="{FF2B5EF4-FFF2-40B4-BE49-F238E27FC236}">
                    <a16:creationId xmlns:a16="http://schemas.microsoft.com/office/drawing/2014/main" id="{9B519FFA-9401-301A-93DB-0E1B76C37297}"/>
                  </a:ext>
                </a:extLst>
              </p:cNvPr>
              <p:cNvSpPr/>
              <p:nvPr/>
            </p:nvSpPr>
            <p:spPr>
              <a:xfrm>
                <a:off x="1996725" y="2420750"/>
                <a:ext cx="45275" cy="69750"/>
              </a:xfrm>
              <a:custGeom>
                <a:avLst/>
                <a:gdLst/>
                <a:ahLst/>
                <a:cxnLst/>
                <a:rect l="l" t="t" r="r" b="b"/>
                <a:pathLst>
                  <a:path w="1811" h="2790" extrusionOk="0">
                    <a:moveTo>
                      <a:pt x="1779" y="1"/>
                    </a:moveTo>
                    <a:cubicBezTo>
                      <a:pt x="1776" y="1"/>
                      <a:pt x="1773" y="4"/>
                      <a:pt x="1773" y="8"/>
                    </a:cubicBezTo>
                    <a:cubicBezTo>
                      <a:pt x="1782" y="255"/>
                      <a:pt x="1797" y="740"/>
                      <a:pt x="1790" y="1191"/>
                    </a:cubicBezTo>
                    <a:cubicBezTo>
                      <a:pt x="1790" y="1210"/>
                      <a:pt x="1788" y="1225"/>
                      <a:pt x="1788" y="1240"/>
                    </a:cubicBezTo>
                    <a:cubicBezTo>
                      <a:pt x="1780" y="1313"/>
                      <a:pt x="1762" y="1384"/>
                      <a:pt x="1733" y="1450"/>
                    </a:cubicBezTo>
                    <a:cubicBezTo>
                      <a:pt x="1688" y="1552"/>
                      <a:pt x="1617" y="1643"/>
                      <a:pt x="1527" y="1712"/>
                    </a:cubicBezTo>
                    <a:cubicBezTo>
                      <a:pt x="1206" y="1959"/>
                      <a:pt x="750" y="2364"/>
                      <a:pt x="508" y="2582"/>
                    </a:cubicBezTo>
                    <a:cubicBezTo>
                      <a:pt x="384" y="2692"/>
                      <a:pt x="225" y="2761"/>
                      <a:pt x="58" y="2774"/>
                    </a:cubicBezTo>
                    <a:cubicBezTo>
                      <a:pt x="43" y="2774"/>
                      <a:pt x="26" y="2776"/>
                      <a:pt x="7" y="2776"/>
                    </a:cubicBezTo>
                    <a:cubicBezTo>
                      <a:pt x="4" y="2776"/>
                      <a:pt x="1" y="2779"/>
                      <a:pt x="1" y="2782"/>
                    </a:cubicBezTo>
                    <a:cubicBezTo>
                      <a:pt x="1" y="2786"/>
                      <a:pt x="4" y="2789"/>
                      <a:pt x="7" y="2789"/>
                    </a:cubicBezTo>
                    <a:cubicBezTo>
                      <a:pt x="26" y="2789"/>
                      <a:pt x="43" y="2788"/>
                      <a:pt x="60" y="2786"/>
                    </a:cubicBezTo>
                    <a:cubicBezTo>
                      <a:pt x="228" y="2774"/>
                      <a:pt x="390" y="2705"/>
                      <a:pt x="516" y="2591"/>
                    </a:cubicBezTo>
                    <a:cubicBezTo>
                      <a:pt x="760" y="2373"/>
                      <a:pt x="1214" y="1970"/>
                      <a:pt x="1535" y="1722"/>
                    </a:cubicBezTo>
                    <a:cubicBezTo>
                      <a:pt x="1626" y="1652"/>
                      <a:pt x="1699" y="1559"/>
                      <a:pt x="1746" y="1455"/>
                    </a:cubicBezTo>
                    <a:cubicBezTo>
                      <a:pt x="1774" y="1387"/>
                      <a:pt x="1794" y="1316"/>
                      <a:pt x="1800" y="1241"/>
                    </a:cubicBezTo>
                    <a:cubicBezTo>
                      <a:pt x="1802" y="1226"/>
                      <a:pt x="1803" y="1210"/>
                      <a:pt x="1803" y="1191"/>
                    </a:cubicBezTo>
                    <a:cubicBezTo>
                      <a:pt x="1811" y="740"/>
                      <a:pt x="1796" y="255"/>
                      <a:pt x="1786" y="7"/>
                    </a:cubicBezTo>
                    <a:cubicBezTo>
                      <a:pt x="1786" y="4"/>
                      <a:pt x="1782" y="1"/>
                      <a:pt x="17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338;p25">
                <a:extLst>
                  <a:ext uri="{FF2B5EF4-FFF2-40B4-BE49-F238E27FC236}">
                    <a16:creationId xmlns:a16="http://schemas.microsoft.com/office/drawing/2014/main" id="{849AE6E2-8796-A1DF-7088-61F9CC674018}"/>
                  </a:ext>
                </a:extLst>
              </p:cNvPr>
              <p:cNvSpPr/>
              <p:nvPr/>
            </p:nvSpPr>
            <p:spPr>
              <a:xfrm>
                <a:off x="1692575" y="3097825"/>
                <a:ext cx="273575" cy="321525"/>
              </a:xfrm>
              <a:custGeom>
                <a:avLst/>
                <a:gdLst/>
                <a:ahLst/>
                <a:cxnLst/>
                <a:rect l="l" t="t" r="r" b="b"/>
                <a:pathLst>
                  <a:path w="10943" h="12861" extrusionOk="0">
                    <a:moveTo>
                      <a:pt x="9776" y="1"/>
                    </a:moveTo>
                    <a:cubicBezTo>
                      <a:pt x="8596" y="1267"/>
                      <a:pt x="7217" y="2733"/>
                      <a:pt x="5873" y="4157"/>
                    </a:cubicBezTo>
                    <a:cubicBezTo>
                      <a:pt x="2847" y="7367"/>
                      <a:pt x="0" y="10361"/>
                      <a:pt x="0" y="10361"/>
                    </a:cubicBezTo>
                    <a:cubicBezTo>
                      <a:pt x="0" y="10361"/>
                      <a:pt x="44" y="10555"/>
                      <a:pt x="123" y="10789"/>
                    </a:cubicBezTo>
                    <a:cubicBezTo>
                      <a:pt x="226" y="11089"/>
                      <a:pt x="387" y="11455"/>
                      <a:pt x="587" y="11558"/>
                    </a:cubicBezTo>
                    <a:cubicBezTo>
                      <a:pt x="790" y="11663"/>
                      <a:pt x="1077" y="11864"/>
                      <a:pt x="1312" y="12138"/>
                    </a:cubicBezTo>
                    <a:cubicBezTo>
                      <a:pt x="1486" y="12343"/>
                      <a:pt x="1632" y="12587"/>
                      <a:pt x="1685" y="12861"/>
                    </a:cubicBezTo>
                    <a:cubicBezTo>
                      <a:pt x="2507" y="12794"/>
                      <a:pt x="4770" y="11429"/>
                      <a:pt x="5944" y="10296"/>
                    </a:cubicBezTo>
                    <a:cubicBezTo>
                      <a:pt x="6285" y="9968"/>
                      <a:pt x="7061" y="9415"/>
                      <a:pt x="7733" y="8726"/>
                    </a:cubicBezTo>
                    <a:cubicBezTo>
                      <a:pt x="8784" y="7652"/>
                      <a:pt x="10051" y="6344"/>
                      <a:pt x="10943" y="5442"/>
                    </a:cubicBezTo>
                    <a:cubicBezTo>
                      <a:pt x="10582" y="4144"/>
                      <a:pt x="10216" y="2674"/>
                      <a:pt x="10032" y="1496"/>
                    </a:cubicBezTo>
                    <a:cubicBezTo>
                      <a:pt x="9942" y="913"/>
                      <a:pt x="9855" y="419"/>
                      <a:pt x="97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339;p25">
                <a:extLst>
                  <a:ext uri="{FF2B5EF4-FFF2-40B4-BE49-F238E27FC236}">
                    <a16:creationId xmlns:a16="http://schemas.microsoft.com/office/drawing/2014/main" id="{0B2991B1-0669-611E-0376-07474B53AC2C}"/>
                  </a:ext>
                </a:extLst>
              </p:cNvPr>
              <p:cNvSpPr/>
              <p:nvPr/>
            </p:nvSpPr>
            <p:spPr>
              <a:xfrm>
                <a:off x="1766450" y="2878275"/>
                <a:ext cx="566425" cy="454550"/>
              </a:xfrm>
              <a:custGeom>
                <a:avLst/>
                <a:gdLst/>
                <a:ahLst/>
                <a:cxnLst/>
                <a:rect l="l" t="t" r="r" b="b"/>
                <a:pathLst>
                  <a:path w="22657" h="18182" extrusionOk="0">
                    <a:moveTo>
                      <a:pt x="21611" y="1"/>
                    </a:moveTo>
                    <a:cubicBezTo>
                      <a:pt x="21550" y="24"/>
                      <a:pt x="21454" y="31"/>
                      <a:pt x="21334" y="31"/>
                    </a:cubicBezTo>
                    <a:cubicBezTo>
                      <a:pt x="21196" y="31"/>
                      <a:pt x="21027" y="22"/>
                      <a:pt x="20843" y="22"/>
                    </a:cubicBezTo>
                    <a:cubicBezTo>
                      <a:pt x="20665" y="22"/>
                      <a:pt x="20473" y="30"/>
                      <a:pt x="20284" y="61"/>
                    </a:cubicBezTo>
                    <a:cubicBezTo>
                      <a:pt x="20119" y="88"/>
                      <a:pt x="20010" y="138"/>
                      <a:pt x="19916" y="194"/>
                    </a:cubicBezTo>
                    <a:cubicBezTo>
                      <a:pt x="19696" y="326"/>
                      <a:pt x="19554" y="496"/>
                      <a:pt x="18945" y="497"/>
                    </a:cubicBezTo>
                    <a:cubicBezTo>
                      <a:pt x="18942" y="497"/>
                      <a:pt x="18940" y="497"/>
                      <a:pt x="18937" y="497"/>
                    </a:cubicBezTo>
                    <a:cubicBezTo>
                      <a:pt x="18354" y="497"/>
                      <a:pt x="17765" y="333"/>
                      <a:pt x="17441" y="226"/>
                    </a:cubicBezTo>
                    <a:cubicBezTo>
                      <a:pt x="17284" y="175"/>
                      <a:pt x="17190" y="135"/>
                      <a:pt x="17190" y="135"/>
                    </a:cubicBezTo>
                    <a:cubicBezTo>
                      <a:pt x="17190" y="135"/>
                      <a:pt x="17181" y="176"/>
                      <a:pt x="17137" y="231"/>
                    </a:cubicBezTo>
                    <a:cubicBezTo>
                      <a:pt x="17046" y="343"/>
                      <a:pt x="16806" y="519"/>
                      <a:pt x="16193" y="541"/>
                    </a:cubicBezTo>
                    <a:cubicBezTo>
                      <a:pt x="16167" y="542"/>
                      <a:pt x="16142" y="543"/>
                      <a:pt x="16118" y="543"/>
                    </a:cubicBezTo>
                    <a:cubicBezTo>
                      <a:pt x="15718" y="543"/>
                      <a:pt x="15593" y="404"/>
                      <a:pt x="15458" y="279"/>
                    </a:cubicBezTo>
                    <a:cubicBezTo>
                      <a:pt x="15350" y="177"/>
                      <a:pt x="15236" y="85"/>
                      <a:pt x="14962" y="85"/>
                    </a:cubicBezTo>
                    <a:cubicBezTo>
                      <a:pt x="14887" y="85"/>
                      <a:pt x="14799" y="92"/>
                      <a:pt x="14696" y="108"/>
                    </a:cubicBezTo>
                    <a:cubicBezTo>
                      <a:pt x="14454" y="146"/>
                      <a:pt x="14230" y="226"/>
                      <a:pt x="14030" y="328"/>
                    </a:cubicBezTo>
                    <a:cubicBezTo>
                      <a:pt x="13668" y="508"/>
                      <a:pt x="13385" y="752"/>
                      <a:pt x="13220" y="914"/>
                    </a:cubicBezTo>
                    <a:cubicBezTo>
                      <a:pt x="13117" y="1015"/>
                      <a:pt x="13057" y="1087"/>
                      <a:pt x="13054" y="1090"/>
                    </a:cubicBezTo>
                    <a:cubicBezTo>
                      <a:pt x="13054" y="1090"/>
                      <a:pt x="6058" y="1664"/>
                      <a:pt x="1753" y="2918"/>
                    </a:cubicBezTo>
                    <a:cubicBezTo>
                      <a:pt x="581" y="3353"/>
                      <a:pt x="1" y="4189"/>
                      <a:pt x="713" y="6918"/>
                    </a:cubicBezTo>
                    <a:cubicBezTo>
                      <a:pt x="1064" y="8265"/>
                      <a:pt x="2003" y="10679"/>
                      <a:pt x="2918" y="12939"/>
                    </a:cubicBezTo>
                    <a:cubicBezTo>
                      <a:pt x="3666" y="14790"/>
                      <a:pt x="4399" y="16537"/>
                      <a:pt x="4778" y="17508"/>
                    </a:cubicBezTo>
                    <a:cubicBezTo>
                      <a:pt x="4877" y="17758"/>
                      <a:pt x="4951" y="17956"/>
                      <a:pt x="4996" y="18092"/>
                    </a:cubicBezTo>
                    <a:cubicBezTo>
                      <a:pt x="5202" y="18155"/>
                      <a:pt x="5440" y="18181"/>
                      <a:pt x="5697" y="18181"/>
                    </a:cubicBezTo>
                    <a:cubicBezTo>
                      <a:pt x="5844" y="18181"/>
                      <a:pt x="5996" y="18173"/>
                      <a:pt x="6152" y="18157"/>
                    </a:cubicBezTo>
                    <a:cubicBezTo>
                      <a:pt x="6502" y="18123"/>
                      <a:pt x="6868" y="18053"/>
                      <a:pt x="7215" y="17971"/>
                    </a:cubicBezTo>
                    <a:cubicBezTo>
                      <a:pt x="7611" y="17877"/>
                      <a:pt x="7982" y="17767"/>
                      <a:pt x="8277" y="17670"/>
                    </a:cubicBezTo>
                    <a:cubicBezTo>
                      <a:pt x="8686" y="17536"/>
                      <a:pt x="8954" y="17429"/>
                      <a:pt x="8954" y="17429"/>
                    </a:cubicBezTo>
                    <a:cubicBezTo>
                      <a:pt x="8954" y="17429"/>
                      <a:pt x="8475" y="15982"/>
                      <a:pt x="7988" y="14224"/>
                    </a:cubicBezTo>
                    <a:cubicBezTo>
                      <a:pt x="7627" y="12926"/>
                      <a:pt x="7261" y="11456"/>
                      <a:pt x="7077" y="10278"/>
                    </a:cubicBezTo>
                    <a:cubicBezTo>
                      <a:pt x="6987" y="9695"/>
                      <a:pt x="6900" y="9201"/>
                      <a:pt x="6821" y="8783"/>
                    </a:cubicBezTo>
                    <a:cubicBezTo>
                      <a:pt x="6525" y="7212"/>
                      <a:pt x="6325" y="6729"/>
                      <a:pt x="6325" y="6729"/>
                    </a:cubicBezTo>
                    <a:cubicBezTo>
                      <a:pt x="6325" y="6729"/>
                      <a:pt x="7420" y="6685"/>
                      <a:pt x="8807" y="6638"/>
                    </a:cubicBezTo>
                    <a:cubicBezTo>
                      <a:pt x="10326" y="6587"/>
                      <a:pt x="12194" y="6530"/>
                      <a:pt x="13357" y="6520"/>
                    </a:cubicBezTo>
                    <a:cubicBezTo>
                      <a:pt x="13445" y="6519"/>
                      <a:pt x="13536" y="6519"/>
                      <a:pt x="13632" y="6519"/>
                    </a:cubicBezTo>
                    <a:cubicBezTo>
                      <a:pt x="14316" y="6519"/>
                      <a:pt x="15210" y="6534"/>
                      <a:pt x="16165" y="6534"/>
                    </a:cubicBezTo>
                    <a:cubicBezTo>
                      <a:pt x="16268" y="6534"/>
                      <a:pt x="16372" y="6534"/>
                      <a:pt x="16476" y="6534"/>
                    </a:cubicBezTo>
                    <a:cubicBezTo>
                      <a:pt x="18356" y="6527"/>
                      <a:pt x="20292" y="6570"/>
                      <a:pt x="21429" y="6200"/>
                    </a:cubicBezTo>
                    <a:cubicBezTo>
                      <a:pt x="21822" y="6073"/>
                      <a:pt x="22125" y="5758"/>
                      <a:pt x="22232" y="5360"/>
                    </a:cubicBezTo>
                    <a:cubicBezTo>
                      <a:pt x="22432" y="4613"/>
                      <a:pt x="22656" y="3218"/>
                      <a:pt x="22412" y="1920"/>
                    </a:cubicBezTo>
                    <a:cubicBezTo>
                      <a:pt x="22379" y="1744"/>
                      <a:pt x="22338" y="1570"/>
                      <a:pt x="22285" y="1399"/>
                    </a:cubicBezTo>
                    <a:cubicBezTo>
                      <a:pt x="22153" y="961"/>
                      <a:pt x="21969" y="537"/>
                      <a:pt x="21714" y="151"/>
                    </a:cubicBezTo>
                    <a:cubicBezTo>
                      <a:pt x="21681" y="101"/>
                      <a:pt x="21647" y="51"/>
                      <a:pt x="216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340;p25">
                <a:extLst>
                  <a:ext uri="{FF2B5EF4-FFF2-40B4-BE49-F238E27FC236}">
                    <a16:creationId xmlns:a16="http://schemas.microsoft.com/office/drawing/2014/main" id="{0A8B038A-54BC-B14C-7F2C-C15360C00096}"/>
                  </a:ext>
                </a:extLst>
              </p:cNvPr>
              <p:cNvSpPr/>
              <p:nvPr/>
            </p:nvSpPr>
            <p:spPr>
              <a:xfrm>
                <a:off x="1839575" y="2882025"/>
                <a:ext cx="493300" cy="445550"/>
              </a:xfrm>
              <a:custGeom>
                <a:avLst/>
                <a:gdLst/>
                <a:ahLst/>
                <a:cxnLst/>
                <a:rect l="l" t="t" r="r" b="b"/>
                <a:pathLst>
                  <a:path w="19732" h="17822" extrusionOk="0">
                    <a:moveTo>
                      <a:pt x="18789" y="1"/>
                    </a:moveTo>
                    <a:lnTo>
                      <a:pt x="18683" y="23"/>
                    </a:lnTo>
                    <a:lnTo>
                      <a:pt x="16991" y="44"/>
                    </a:lnTo>
                    <a:lnTo>
                      <a:pt x="14516" y="78"/>
                    </a:lnTo>
                    <a:lnTo>
                      <a:pt x="14212" y="81"/>
                    </a:lnTo>
                    <a:lnTo>
                      <a:pt x="13850" y="85"/>
                    </a:lnTo>
                    <a:lnTo>
                      <a:pt x="12533" y="129"/>
                    </a:lnTo>
                    <a:lnTo>
                      <a:pt x="11105" y="178"/>
                    </a:lnTo>
                    <a:lnTo>
                      <a:pt x="10985" y="181"/>
                    </a:lnTo>
                    <a:lnTo>
                      <a:pt x="10205" y="762"/>
                    </a:lnTo>
                    <a:cubicBezTo>
                      <a:pt x="10205" y="762"/>
                      <a:pt x="10235" y="764"/>
                      <a:pt x="10295" y="765"/>
                    </a:cubicBezTo>
                    <a:cubicBezTo>
                      <a:pt x="10740" y="776"/>
                      <a:pt x="12791" y="835"/>
                      <a:pt x="14843" y="1023"/>
                    </a:cubicBezTo>
                    <a:cubicBezTo>
                      <a:pt x="17059" y="1226"/>
                      <a:pt x="17253" y="4395"/>
                      <a:pt x="15078" y="4861"/>
                    </a:cubicBezTo>
                    <a:cubicBezTo>
                      <a:pt x="14157" y="5058"/>
                      <a:pt x="13038" y="5179"/>
                      <a:pt x="11677" y="5187"/>
                    </a:cubicBezTo>
                    <a:cubicBezTo>
                      <a:pt x="3553" y="5232"/>
                      <a:pt x="1" y="5337"/>
                      <a:pt x="66" y="7200"/>
                    </a:cubicBezTo>
                    <a:cubicBezTo>
                      <a:pt x="131" y="9036"/>
                      <a:pt x="3837" y="13548"/>
                      <a:pt x="4290" y="17821"/>
                    </a:cubicBezTo>
                    <a:cubicBezTo>
                      <a:pt x="4686" y="17727"/>
                      <a:pt x="5057" y="17617"/>
                      <a:pt x="5354" y="17520"/>
                    </a:cubicBezTo>
                    <a:cubicBezTo>
                      <a:pt x="5761" y="17386"/>
                      <a:pt x="6029" y="17279"/>
                      <a:pt x="6029" y="17279"/>
                    </a:cubicBezTo>
                    <a:cubicBezTo>
                      <a:pt x="6029" y="17279"/>
                      <a:pt x="5550" y="15832"/>
                      <a:pt x="5063" y="14074"/>
                    </a:cubicBezTo>
                    <a:cubicBezTo>
                      <a:pt x="4702" y="12776"/>
                      <a:pt x="4336" y="11306"/>
                      <a:pt x="4152" y="10128"/>
                    </a:cubicBezTo>
                    <a:cubicBezTo>
                      <a:pt x="4062" y="9545"/>
                      <a:pt x="3975" y="9051"/>
                      <a:pt x="3896" y="8633"/>
                    </a:cubicBezTo>
                    <a:cubicBezTo>
                      <a:pt x="3600" y="7062"/>
                      <a:pt x="3400" y="6579"/>
                      <a:pt x="3400" y="6579"/>
                    </a:cubicBezTo>
                    <a:cubicBezTo>
                      <a:pt x="3400" y="6579"/>
                      <a:pt x="4495" y="6535"/>
                      <a:pt x="5882" y="6488"/>
                    </a:cubicBezTo>
                    <a:cubicBezTo>
                      <a:pt x="7401" y="6437"/>
                      <a:pt x="9271" y="6380"/>
                      <a:pt x="10432" y="6370"/>
                    </a:cubicBezTo>
                    <a:cubicBezTo>
                      <a:pt x="10520" y="6369"/>
                      <a:pt x="10612" y="6369"/>
                      <a:pt x="10708" y="6369"/>
                    </a:cubicBezTo>
                    <a:cubicBezTo>
                      <a:pt x="11393" y="6369"/>
                      <a:pt x="12285" y="6384"/>
                      <a:pt x="13240" y="6384"/>
                    </a:cubicBezTo>
                    <a:cubicBezTo>
                      <a:pt x="13343" y="6384"/>
                      <a:pt x="13447" y="6384"/>
                      <a:pt x="13551" y="6384"/>
                    </a:cubicBezTo>
                    <a:cubicBezTo>
                      <a:pt x="15431" y="6377"/>
                      <a:pt x="17367" y="6420"/>
                      <a:pt x="18504" y="6050"/>
                    </a:cubicBezTo>
                    <a:cubicBezTo>
                      <a:pt x="18897" y="5923"/>
                      <a:pt x="19200" y="5608"/>
                      <a:pt x="19307" y="5210"/>
                    </a:cubicBezTo>
                    <a:cubicBezTo>
                      <a:pt x="19507" y="4463"/>
                      <a:pt x="19731" y="3068"/>
                      <a:pt x="19487" y="1770"/>
                    </a:cubicBezTo>
                    <a:cubicBezTo>
                      <a:pt x="19484" y="1758"/>
                      <a:pt x="19483" y="1744"/>
                      <a:pt x="19480" y="1732"/>
                    </a:cubicBezTo>
                    <a:cubicBezTo>
                      <a:pt x="19480" y="1727"/>
                      <a:pt x="19478" y="1724"/>
                      <a:pt x="19478" y="1721"/>
                    </a:cubicBezTo>
                    <a:cubicBezTo>
                      <a:pt x="19475" y="1705"/>
                      <a:pt x="19471" y="1688"/>
                      <a:pt x="19468" y="1673"/>
                    </a:cubicBezTo>
                    <a:cubicBezTo>
                      <a:pt x="19466" y="1664"/>
                      <a:pt x="19465" y="1656"/>
                      <a:pt x="19463" y="1649"/>
                    </a:cubicBezTo>
                    <a:cubicBezTo>
                      <a:pt x="19460" y="1636"/>
                      <a:pt x="19457" y="1623"/>
                      <a:pt x="19454" y="1611"/>
                    </a:cubicBezTo>
                    <a:cubicBezTo>
                      <a:pt x="19452" y="1600"/>
                      <a:pt x="19451" y="1589"/>
                      <a:pt x="19448" y="1580"/>
                    </a:cubicBezTo>
                    <a:cubicBezTo>
                      <a:pt x="19445" y="1568"/>
                      <a:pt x="19443" y="1556"/>
                      <a:pt x="19440" y="1546"/>
                    </a:cubicBezTo>
                    <a:cubicBezTo>
                      <a:pt x="19437" y="1535"/>
                      <a:pt x="19434" y="1523"/>
                      <a:pt x="19433" y="1512"/>
                    </a:cubicBezTo>
                    <a:cubicBezTo>
                      <a:pt x="19430" y="1500"/>
                      <a:pt x="19427" y="1489"/>
                      <a:pt x="19424" y="1477"/>
                    </a:cubicBezTo>
                    <a:cubicBezTo>
                      <a:pt x="19421" y="1467"/>
                      <a:pt x="19418" y="1456"/>
                      <a:pt x="19416" y="1447"/>
                    </a:cubicBezTo>
                    <a:cubicBezTo>
                      <a:pt x="19412" y="1433"/>
                      <a:pt x="19409" y="1420"/>
                      <a:pt x="19406" y="1406"/>
                    </a:cubicBezTo>
                    <a:cubicBezTo>
                      <a:pt x="19403" y="1397"/>
                      <a:pt x="19401" y="1390"/>
                      <a:pt x="19398" y="1380"/>
                    </a:cubicBezTo>
                    <a:lnTo>
                      <a:pt x="19384" y="1330"/>
                    </a:lnTo>
                    <a:cubicBezTo>
                      <a:pt x="19383" y="1324"/>
                      <a:pt x="19381" y="1320"/>
                      <a:pt x="19380" y="1315"/>
                    </a:cubicBezTo>
                    <a:cubicBezTo>
                      <a:pt x="19374" y="1293"/>
                      <a:pt x="19368" y="1271"/>
                      <a:pt x="19360" y="1249"/>
                    </a:cubicBezTo>
                    <a:cubicBezTo>
                      <a:pt x="19343" y="1190"/>
                      <a:pt x="19324" y="1131"/>
                      <a:pt x="19304" y="1073"/>
                    </a:cubicBezTo>
                    <a:cubicBezTo>
                      <a:pt x="19303" y="1067"/>
                      <a:pt x="19301" y="1065"/>
                      <a:pt x="19301" y="1065"/>
                    </a:cubicBezTo>
                    <a:cubicBezTo>
                      <a:pt x="19175" y="693"/>
                      <a:pt x="19007" y="334"/>
                      <a:pt x="18789" y="1"/>
                    </a:cubicBezTo>
                    <a:close/>
                  </a:path>
                </a:pathLst>
              </a:custGeom>
              <a:solidFill>
                <a:srgbClr val="E67CB9">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341;p25">
                <a:extLst>
                  <a:ext uri="{FF2B5EF4-FFF2-40B4-BE49-F238E27FC236}">
                    <a16:creationId xmlns:a16="http://schemas.microsoft.com/office/drawing/2014/main" id="{A268332D-A8CB-468D-B26F-0CD7E719FD68}"/>
                  </a:ext>
                </a:extLst>
              </p:cNvPr>
              <p:cNvSpPr/>
              <p:nvPr/>
            </p:nvSpPr>
            <p:spPr>
              <a:xfrm>
                <a:off x="1684250" y="3367525"/>
                <a:ext cx="41150" cy="44775"/>
              </a:xfrm>
              <a:custGeom>
                <a:avLst/>
                <a:gdLst/>
                <a:ahLst/>
                <a:cxnLst/>
                <a:rect l="l" t="t" r="r" b="b"/>
                <a:pathLst>
                  <a:path w="1646" h="1791" extrusionOk="0">
                    <a:moveTo>
                      <a:pt x="456" y="1"/>
                    </a:moveTo>
                    <a:lnTo>
                      <a:pt x="424" y="29"/>
                    </a:lnTo>
                    <a:lnTo>
                      <a:pt x="0" y="417"/>
                    </a:lnTo>
                    <a:cubicBezTo>
                      <a:pt x="64" y="490"/>
                      <a:pt x="118" y="611"/>
                      <a:pt x="174" y="799"/>
                    </a:cubicBezTo>
                    <a:cubicBezTo>
                      <a:pt x="387" y="1496"/>
                      <a:pt x="568" y="1693"/>
                      <a:pt x="1023" y="1791"/>
                    </a:cubicBezTo>
                    <a:lnTo>
                      <a:pt x="1176" y="1682"/>
                    </a:lnTo>
                    <a:lnTo>
                      <a:pt x="1645" y="1349"/>
                    </a:lnTo>
                    <a:cubicBezTo>
                      <a:pt x="1410" y="1076"/>
                      <a:pt x="1123" y="875"/>
                      <a:pt x="920" y="770"/>
                    </a:cubicBezTo>
                    <a:cubicBezTo>
                      <a:pt x="720" y="667"/>
                      <a:pt x="559" y="301"/>
                      <a:pt x="456" y="1"/>
                    </a:cubicBezTo>
                    <a:close/>
                  </a:path>
                </a:pathLst>
              </a:custGeom>
              <a:solidFill>
                <a:srgbClr val="F7B6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342;p25">
                <a:extLst>
                  <a:ext uri="{FF2B5EF4-FFF2-40B4-BE49-F238E27FC236}">
                    <a16:creationId xmlns:a16="http://schemas.microsoft.com/office/drawing/2014/main" id="{F7A9111C-C7CE-4D74-E9FF-5B6A6712F5E3}"/>
                  </a:ext>
                </a:extLst>
              </p:cNvPr>
              <p:cNvSpPr/>
              <p:nvPr/>
            </p:nvSpPr>
            <p:spPr>
              <a:xfrm>
                <a:off x="1692875" y="3367525"/>
                <a:ext cx="32525" cy="42050"/>
              </a:xfrm>
              <a:custGeom>
                <a:avLst/>
                <a:gdLst/>
                <a:ahLst/>
                <a:cxnLst/>
                <a:rect l="l" t="t" r="r" b="b"/>
                <a:pathLst>
                  <a:path w="1301" h="1682" extrusionOk="0">
                    <a:moveTo>
                      <a:pt x="111" y="1"/>
                    </a:moveTo>
                    <a:lnTo>
                      <a:pt x="79" y="29"/>
                    </a:lnTo>
                    <a:cubicBezTo>
                      <a:pt x="79" y="29"/>
                      <a:pt x="1" y="761"/>
                      <a:pt x="394" y="1000"/>
                    </a:cubicBezTo>
                    <a:cubicBezTo>
                      <a:pt x="664" y="1164"/>
                      <a:pt x="784" y="1493"/>
                      <a:pt x="831" y="1682"/>
                    </a:cubicBezTo>
                    <a:lnTo>
                      <a:pt x="1300" y="1349"/>
                    </a:lnTo>
                    <a:cubicBezTo>
                      <a:pt x="1065" y="1076"/>
                      <a:pt x="778" y="875"/>
                      <a:pt x="575" y="770"/>
                    </a:cubicBezTo>
                    <a:cubicBezTo>
                      <a:pt x="375" y="667"/>
                      <a:pt x="214" y="301"/>
                      <a:pt x="111" y="1"/>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343;p25">
                <a:extLst>
                  <a:ext uri="{FF2B5EF4-FFF2-40B4-BE49-F238E27FC236}">
                    <a16:creationId xmlns:a16="http://schemas.microsoft.com/office/drawing/2014/main" id="{55318459-9C4D-6B0D-89FB-A72BFCDFCE08}"/>
                  </a:ext>
                </a:extLst>
              </p:cNvPr>
              <p:cNvSpPr/>
              <p:nvPr/>
            </p:nvSpPr>
            <p:spPr>
              <a:xfrm>
                <a:off x="1847600" y="2687375"/>
                <a:ext cx="291850" cy="147275"/>
              </a:xfrm>
              <a:custGeom>
                <a:avLst/>
                <a:gdLst/>
                <a:ahLst/>
                <a:cxnLst/>
                <a:rect l="l" t="t" r="r" b="b"/>
                <a:pathLst>
                  <a:path w="11674" h="5891" extrusionOk="0">
                    <a:moveTo>
                      <a:pt x="9651" y="1"/>
                    </a:moveTo>
                    <a:cubicBezTo>
                      <a:pt x="9630" y="43"/>
                      <a:pt x="9599" y="102"/>
                      <a:pt x="9565" y="175"/>
                    </a:cubicBezTo>
                    <a:cubicBezTo>
                      <a:pt x="9516" y="272"/>
                      <a:pt x="9454" y="395"/>
                      <a:pt x="9384" y="536"/>
                    </a:cubicBezTo>
                    <a:cubicBezTo>
                      <a:pt x="8938" y="1422"/>
                      <a:pt x="8103" y="3029"/>
                      <a:pt x="7574" y="3760"/>
                    </a:cubicBezTo>
                    <a:cubicBezTo>
                      <a:pt x="6291" y="3903"/>
                      <a:pt x="140" y="4348"/>
                      <a:pt x="140" y="4348"/>
                    </a:cubicBezTo>
                    <a:cubicBezTo>
                      <a:pt x="140" y="4348"/>
                      <a:pt x="1" y="5377"/>
                      <a:pt x="337" y="5890"/>
                    </a:cubicBezTo>
                    <a:lnTo>
                      <a:pt x="8048" y="5823"/>
                    </a:lnTo>
                    <a:cubicBezTo>
                      <a:pt x="8288" y="5822"/>
                      <a:pt x="8516" y="5734"/>
                      <a:pt x="8694" y="5575"/>
                    </a:cubicBezTo>
                    <a:cubicBezTo>
                      <a:pt x="9228" y="5096"/>
                      <a:pt x="10414" y="3994"/>
                      <a:pt x="11275" y="2891"/>
                    </a:cubicBezTo>
                    <a:cubicBezTo>
                      <a:pt x="11285" y="2879"/>
                      <a:pt x="11296" y="2865"/>
                      <a:pt x="11307" y="2852"/>
                    </a:cubicBezTo>
                    <a:cubicBezTo>
                      <a:pt x="11438" y="2682"/>
                      <a:pt x="11561" y="2512"/>
                      <a:pt x="11673" y="2346"/>
                    </a:cubicBezTo>
                    <a:cubicBezTo>
                      <a:pt x="11597" y="2231"/>
                      <a:pt x="11511" y="2115"/>
                      <a:pt x="11411" y="2006"/>
                    </a:cubicBezTo>
                    <a:cubicBezTo>
                      <a:pt x="11373" y="1966"/>
                      <a:pt x="11334" y="1926"/>
                      <a:pt x="11293" y="1888"/>
                    </a:cubicBezTo>
                    <a:cubicBezTo>
                      <a:pt x="10738" y="1373"/>
                      <a:pt x="10104" y="1214"/>
                      <a:pt x="10128" y="1123"/>
                    </a:cubicBezTo>
                    <a:cubicBezTo>
                      <a:pt x="10132" y="1108"/>
                      <a:pt x="10151" y="1102"/>
                      <a:pt x="10180" y="1102"/>
                    </a:cubicBezTo>
                    <a:cubicBezTo>
                      <a:pt x="10289" y="1102"/>
                      <a:pt x="10535" y="1187"/>
                      <a:pt x="10656" y="1187"/>
                    </a:cubicBezTo>
                    <a:cubicBezTo>
                      <a:pt x="10690" y="1187"/>
                      <a:pt x="10714" y="1180"/>
                      <a:pt x="10722" y="1163"/>
                    </a:cubicBezTo>
                    <a:cubicBezTo>
                      <a:pt x="10796" y="1008"/>
                      <a:pt x="10287" y="454"/>
                      <a:pt x="9789" y="95"/>
                    </a:cubicBezTo>
                    <a:cubicBezTo>
                      <a:pt x="9742" y="62"/>
                      <a:pt x="9696" y="30"/>
                      <a:pt x="9651" y="1"/>
                    </a:cubicBezTo>
                    <a:close/>
                  </a:path>
                </a:pathLst>
              </a:custGeom>
              <a:solidFill>
                <a:srgbClr val="F29D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344;p25">
                <a:extLst>
                  <a:ext uri="{FF2B5EF4-FFF2-40B4-BE49-F238E27FC236}">
                    <a16:creationId xmlns:a16="http://schemas.microsoft.com/office/drawing/2014/main" id="{F3B41C33-A921-88B0-808B-194EC5E53BE1}"/>
                  </a:ext>
                </a:extLst>
              </p:cNvPr>
              <p:cNvSpPr/>
              <p:nvPr/>
            </p:nvSpPr>
            <p:spPr>
              <a:xfrm>
                <a:off x="1753275" y="2776425"/>
                <a:ext cx="102750" cy="58275"/>
              </a:xfrm>
              <a:custGeom>
                <a:avLst/>
                <a:gdLst/>
                <a:ahLst/>
                <a:cxnLst/>
                <a:rect l="l" t="t" r="r" b="b"/>
                <a:pathLst>
                  <a:path w="4110" h="2331" extrusionOk="0">
                    <a:moveTo>
                      <a:pt x="908" y="1"/>
                    </a:moveTo>
                    <a:cubicBezTo>
                      <a:pt x="804" y="1"/>
                      <a:pt x="704" y="44"/>
                      <a:pt x="631" y="121"/>
                    </a:cubicBezTo>
                    <a:cubicBezTo>
                      <a:pt x="332" y="439"/>
                      <a:pt x="152" y="686"/>
                      <a:pt x="57" y="833"/>
                    </a:cubicBezTo>
                    <a:cubicBezTo>
                      <a:pt x="1" y="919"/>
                      <a:pt x="7" y="1033"/>
                      <a:pt x="73" y="1113"/>
                    </a:cubicBezTo>
                    <a:lnTo>
                      <a:pt x="154" y="1212"/>
                    </a:lnTo>
                    <a:lnTo>
                      <a:pt x="81" y="1277"/>
                    </a:lnTo>
                    <a:cubicBezTo>
                      <a:pt x="19" y="1334"/>
                      <a:pt x="13" y="1430"/>
                      <a:pt x="66" y="1495"/>
                    </a:cubicBezTo>
                    <a:lnTo>
                      <a:pt x="135" y="1578"/>
                    </a:lnTo>
                    <a:cubicBezTo>
                      <a:pt x="167" y="1616"/>
                      <a:pt x="212" y="1636"/>
                      <a:pt x="259" y="1636"/>
                    </a:cubicBezTo>
                    <a:cubicBezTo>
                      <a:pt x="295" y="1636"/>
                      <a:pt x="332" y="1624"/>
                      <a:pt x="363" y="1598"/>
                    </a:cubicBezTo>
                    <a:lnTo>
                      <a:pt x="363" y="1598"/>
                    </a:lnTo>
                    <a:cubicBezTo>
                      <a:pt x="308" y="1660"/>
                      <a:pt x="305" y="1753"/>
                      <a:pt x="357" y="1818"/>
                    </a:cubicBezTo>
                    <a:lnTo>
                      <a:pt x="376" y="1843"/>
                    </a:lnTo>
                    <a:cubicBezTo>
                      <a:pt x="409" y="1886"/>
                      <a:pt x="459" y="1908"/>
                      <a:pt x="511" y="1908"/>
                    </a:cubicBezTo>
                    <a:cubicBezTo>
                      <a:pt x="537" y="1908"/>
                      <a:pt x="563" y="1903"/>
                      <a:pt x="588" y="1890"/>
                    </a:cubicBezTo>
                    <a:lnTo>
                      <a:pt x="602" y="1883"/>
                    </a:lnTo>
                    <a:lnTo>
                      <a:pt x="602" y="1883"/>
                    </a:lnTo>
                    <a:cubicBezTo>
                      <a:pt x="543" y="1934"/>
                      <a:pt x="540" y="2025"/>
                      <a:pt x="596" y="2081"/>
                    </a:cubicBezTo>
                    <a:lnTo>
                      <a:pt x="685" y="2171"/>
                    </a:lnTo>
                    <a:cubicBezTo>
                      <a:pt x="711" y="2196"/>
                      <a:pt x="745" y="2209"/>
                      <a:pt x="779" y="2209"/>
                    </a:cubicBezTo>
                    <a:cubicBezTo>
                      <a:pt x="806" y="2209"/>
                      <a:pt x="833" y="2202"/>
                      <a:pt x="856" y="2186"/>
                    </a:cubicBezTo>
                    <a:lnTo>
                      <a:pt x="1349" y="1856"/>
                    </a:lnTo>
                    <a:cubicBezTo>
                      <a:pt x="1349" y="1856"/>
                      <a:pt x="1588" y="2119"/>
                      <a:pt x="2554" y="2316"/>
                    </a:cubicBezTo>
                    <a:cubicBezTo>
                      <a:pt x="3070" y="2327"/>
                      <a:pt x="3481" y="2330"/>
                      <a:pt x="3751" y="2330"/>
                    </a:cubicBezTo>
                    <a:cubicBezTo>
                      <a:pt x="3983" y="2330"/>
                      <a:pt x="4110" y="2328"/>
                      <a:pt x="4110" y="2328"/>
                    </a:cubicBezTo>
                    <a:cubicBezTo>
                      <a:pt x="3772" y="1815"/>
                      <a:pt x="3913" y="786"/>
                      <a:pt x="3913" y="786"/>
                    </a:cubicBezTo>
                    <a:cubicBezTo>
                      <a:pt x="3913" y="786"/>
                      <a:pt x="2447" y="101"/>
                      <a:pt x="934" y="2"/>
                    </a:cubicBezTo>
                    <a:cubicBezTo>
                      <a:pt x="925" y="1"/>
                      <a:pt x="917" y="1"/>
                      <a:pt x="908" y="1"/>
                    </a:cubicBezTo>
                    <a:close/>
                  </a:path>
                </a:pathLst>
              </a:custGeom>
              <a:solidFill>
                <a:srgbClr val="F29D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345;p25">
                <a:extLst>
                  <a:ext uri="{FF2B5EF4-FFF2-40B4-BE49-F238E27FC236}">
                    <a16:creationId xmlns:a16="http://schemas.microsoft.com/office/drawing/2014/main" id="{FBE9DF3B-C594-6BEF-A222-CAF6AB7F1736}"/>
                  </a:ext>
                </a:extLst>
              </p:cNvPr>
              <p:cNvSpPr/>
              <p:nvPr/>
            </p:nvSpPr>
            <p:spPr>
              <a:xfrm>
                <a:off x="1948025" y="2470000"/>
                <a:ext cx="373600" cy="435525"/>
              </a:xfrm>
              <a:custGeom>
                <a:avLst/>
                <a:gdLst/>
                <a:ahLst/>
                <a:cxnLst/>
                <a:rect l="l" t="t" r="r" b="b"/>
                <a:pathLst>
                  <a:path w="14944" h="17421" extrusionOk="0">
                    <a:moveTo>
                      <a:pt x="8860" y="0"/>
                    </a:moveTo>
                    <a:cubicBezTo>
                      <a:pt x="8682" y="0"/>
                      <a:pt x="8502" y="13"/>
                      <a:pt x="8348" y="48"/>
                    </a:cubicBezTo>
                    <a:cubicBezTo>
                      <a:pt x="8309" y="59"/>
                      <a:pt x="8270" y="70"/>
                      <a:pt x="8233" y="82"/>
                    </a:cubicBezTo>
                    <a:cubicBezTo>
                      <a:pt x="7742" y="257"/>
                      <a:pt x="5092" y="1169"/>
                      <a:pt x="4172" y="1674"/>
                    </a:cubicBezTo>
                    <a:cubicBezTo>
                      <a:pt x="4168" y="1677"/>
                      <a:pt x="4163" y="1680"/>
                      <a:pt x="4157" y="1683"/>
                    </a:cubicBezTo>
                    <a:cubicBezTo>
                      <a:pt x="3253" y="2186"/>
                      <a:pt x="2927" y="2945"/>
                      <a:pt x="2927" y="2945"/>
                    </a:cubicBezTo>
                    <a:cubicBezTo>
                      <a:pt x="2927" y="2945"/>
                      <a:pt x="1944" y="5809"/>
                      <a:pt x="1" y="8520"/>
                    </a:cubicBezTo>
                    <a:cubicBezTo>
                      <a:pt x="134" y="8543"/>
                      <a:pt x="304" y="8625"/>
                      <a:pt x="481" y="8740"/>
                    </a:cubicBezTo>
                    <a:cubicBezTo>
                      <a:pt x="526" y="8769"/>
                      <a:pt x="572" y="8800"/>
                      <a:pt x="619" y="8834"/>
                    </a:cubicBezTo>
                    <a:cubicBezTo>
                      <a:pt x="672" y="8872"/>
                      <a:pt x="725" y="8913"/>
                      <a:pt x="778" y="8955"/>
                    </a:cubicBezTo>
                    <a:cubicBezTo>
                      <a:pt x="1176" y="9272"/>
                      <a:pt x="1538" y="9673"/>
                      <a:pt x="1559" y="9852"/>
                    </a:cubicBezTo>
                    <a:cubicBezTo>
                      <a:pt x="1561" y="9871"/>
                      <a:pt x="1559" y="9888"/>
                      <a:pt x="1552" y="9903"/>
                    </a:cubicBezTo>
                    <a:cubicBezTo>
                      <a:pt x="1544" y="9920"/>
                      <a:pt x="1520" y="9927"/>
                      <a:pt x="1486" y="9927"/>
                    </a:cubicBezTo>
                    <a:cubicBezTo>
                      <a:pt x="1366" y="9927"/>
                      <a:pt x="1118" y="9841"/>
                      <a:pt x="1010" y="9841"/>
                    </a:cubicBezTo>
                    <a:cubicBezTo>
                      <a:pt x="981" y="9841"/>
                      <a:pt x="962" y="9847"/>
                      <a:pt x="958" y="9862"/>
                    </a:cubicBezTo>
                    <a:cubicBezTo>
                      <a:pt x="934" y="9953"/>
                      <a:pt x="1570" y="10112"/>
                      <a:pt x="2123" y="10627"/>
                    </a:cubicBezTo>
                    <a:cubicBezTo>
                      <a:pt x="2164" y="10665"/>
                      <a:pt x="2203" y="10704"/>
                      <a:pt x="2241" y="10745"/>
                    </a:cubicBezTo>
                    <a:cubicBezTo>
                      <a:pt x="2296" y="10806"/>
                      <a:pt x="2347" y="10868"/>
                      <a:pt x="2395" y="10932"/>
                    </a:cubicBezTo>
                    <a:cubicBezTo>
                      <a:pt x="2395" y="10933"/>
                      <a:pt x="2397" y="10933"/>
                      <a:pt x="2399" y="10935"/>
                    </a:cubicBezTo>
                    <a:cubicBezTo>
                      <a:pt x="2435" y="10985"/>
                      <a:pt x="2470" y="11035"/>
                      <a:pt x="2503" y="11085"/>
                    </a:cubicBezTo>
                    <a:cubicBezTo>
                      <a:pt x="2777" y="11506"/>
                      <a:pt x="2889" y="11915"/>
                      <a:pt x="2889" y="11915"/>
                    </a:cubicBezTo>
                    <a:lnTo>
                      <a:pt x="4830" y="9797"/>
                    </a:lnTo>
                    <a:cubicBezTo>
                      <a:pt x="4830" y="9797"/>
                      <a:pt x="5133" y="11494"/>
                      <a:pt x="5535" y="13273"/>
                    </a:cubicBezTo>
                    <a:cubicBezTo>
                      <a:pt x="5558" y="13370"/>
                      <a:pt x="5581" y="13469"/>
                      <a:pt x="5604" y="13566"/>
                    </a:cubicBezTo>
                    <a:cubicBezTo>
                      <a:pt x="5763" y="14255"/>
                      <a:pt x="5935" y="14944"/>
                      <a:pt x="6110" y="15539"/>
                    </a:cubicBezTo>
                    <a:cubicBezTo>
                      <a:pt x="6110" y="15539"/>
                      <a:pt x="5426" y="16247"/>
                      <a:pt x="5410" y="16753"/>
                    </a:cubicBezTo>
                    <a:cubicBezTo>
                      <a:pt x="5393" y="17257"/>
                      <a:pt x="5791" y="17421"/>
                      <a:pt x="5791" y="17421"/>
                    </a:cubicBezTo>
                    <a:cubicBezTo>
                      <a:pt x="5794" y="17418"/>
                      <a:pt x="5854" y="17345"/>
                      <a:pt x="5960" y="17242"/>
                    </a:cubicBezTo>
                    <a:cubicBezTo>
                      <a:pt x="6217" y="16989"/>
                      <a:pt x="6756" y="16544"/>
                      <a:pt x="7433" y="16439"/>
                    </a:cubicBezTo>
                    <a:cubicBezTo>
                      <a:pt x="7536" y="16423"/>
                      <a:pt x="7624" y="16416"/>
                      <a:pt x="7699" y="16416"/>
                    </a:cubicBezTo>
                    <a:cubicBezTo>
                      <a:pt x="8308" y="16416"/>
                      <a:pt x="8127" y="16874"/>
                      <a:pt x="8857" y="16874"/>
                    </a:cubicBezTo>
                    <a:cubicBezTo>
                      <a:pt x="8880" y="16874"/>
                      <a:pt x="8905" y="16873"/>
                      <a:pt x="8930" y="16872"/>
                    </a:cubicBezTo>
                    <a:cubicBezTo>
                      <a:pt x="9843" y="16837"/>
                      <a:pt x="9927" y="16466"/>
                      <a:pt x="9927" y="16466"/>
                    </a:cubicBezTo>
                    <a:cubicBezTo>
                      <a:pt x="9927" y="16466"/>
                      <a:pt x="10804" y="16827"/>
                      <a:pt x="11671" y="16827"/>
                    </a:cubicBezTo>
                    <a:cubicBezTo>
                      <a:pt x="11675" y="16827"/>
                      <a:pt x="11679" y="16827"/>
                      <a:pt x="11682" y="16827"/>
                    </a:cubicBezTo>
                    <a:cubicBezTo>
                      <a:pt x="12552" y="16825"/>
                      <a:pt x="12468" y="16483"/>
                      <a:pt x="13021" y="16392"/>
                    </a:cubicBezTo>
                    <a:cubicBezTo>
                      <a:pt x="13210" y="16361"/>
                      <a:pt x="13402" y="16353"/>
                      <a:pt x="13580" y="16353"/>
                    </a:cubicBezTo>
                    <a:cubicBezTo>
                      <a:pt x="13764" y="16353"/>
                      <a:pt x="13933" y="16362"/>
                      <a:pt x="14071" y="16362"/>
                    </a:cubicBezTo>
                    <a:cubicBezTo>
                      <a:pt x="14191" y="16362"/>
                      <a:pt x="14287" y="16355"/>
                      <a:pt x="14348" y="16332"/>
                    </a:cubicBezTo>
                    <a:cubicBezTo>
                      <a:pt x="14374" y="16322"/>
                      <a:pt x="14404" y="16303"/>
                      <a:pt x="14436" y="16279"/>
                    </a:cubicBezTo>
                    <a:lnTo>
                      <a:pt x="14436" y="16277"/>
                    </a:lnTo>
                    <a:cubicBezTo>
                      <a:pt x="14645" y="16110"/>
                      <a:pt x="14943" y="15636"/>
                      <a:pt x="14898" y="15236"/>
                    </a:cubicBezTo>
                    <a:cubicBezTo>
                      <a:pt x="14845" y="14774"/>
                      <a:pt x="14298" y="14167"/>
                      <a:pt x="14298" y="14167"/>
                    </a:cubicBezTo>
                    <a:cubicBezTo>
                      <a:pt x="14298" y="14167"/>
                      <a:pt x="14272" y="12443"/>
                      <a:pt x="13506" y="8275"/>
                    </a:cubicBezTo>
                    <a:cubicBezTo>
                      <a:pt x="13336" y="6924"/>
                      <a:pt x="13470" y="3155"/>
                      <a:pt x="9881" y="232"/>
                    </a:cubicBezTo>
                    <a:cubicBezTo>
                      <a:pt x="9746" y="121"/>
                      <a:pt x="9581" y="53"/>
                      <a:pt x="9409" y="33"/>
                    </a:cubicBezTo>
                    <a:cubicBezTo>
                      <a:pt x="9258" y="16"/>
                      <a:pt x="9061" y="0"/>
                      <a:pt x="88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346;p25">
                <a:extLst>
                  <a:ext uri="{FF2B5EF4-FFF2-40B4-BE49-F238E27FC236}">
                    <a16:creationId xmlns:a16="http://schemas.microsoft.com/office/drawing/2014/main" id="{222BDF93-89D9-FF5D-E969-DB7A823B4D70}"/>
                  </a:ext>
                </a:extLst>
              </p:cNvPr>
              <p:cNvSpPr/>
              <p:nvPr/>
            </p:nvSpPr>
            <p:spPr>
              <a:xfrm>
                <a:off x="2082850" y="2470825"/>
                <a:ext cx="238775" cy="434700"/>
              </a:xfrm>
              <a:custGeom>
                <a:avLst/>
                <a:gdLst/>
                <a:ahLst/>
                <a:cxnLst/>
                <a:rect l="l" t="t" r="r" b="b"/>
                <a:pathLst>
                  <a:path w="9551" h="17388" extrusionOk="0">
                    <a:moveTo>
                      <a:pt x="4016" y="0"/>
                    </a:moveTo>
                    <a:lnTo>
                      <a:pt x="4016" y="0"/>
                    </a:lnTo>
                    <a:cubicBezTo>
                      <a:pt x="4016" y="0"/>
                      <a:pt x="7142" y="3331"/>
                      <a:pt x="7866" y="10264"/>
                    </a:cubicBezTo>
                    <a:cubicBezTo>
                      <a:pt x="8075" y="12273"/>
                      <a:pt x="6501" y="14013"/>
                      <a:pt x="4485" y="14013"/>
                    </a:cubicBezTo>
                    <a:cubicBezTo>
                      <a:pt x="4474" y="14013"/>
                      <a:pt x="4464" y="14013"/>
                      <a:pt x="4453" y="14013"/>
                    </a:cubicBezTo>
                    <a:cubicBezTo>
                      <a:pt x="2976" y="14001"/>
                      <a:pt x="1336" y="13755"/>
                      <a:pt x="142" y="13240"/>
                    </a:cubicBezTo>
                    <a:lnTo>
                      <a:pt x="142" y="13240"/>
                    </a:lnTo>
                    <a:cubicBezTo>
                      <a:pt x="321" y="14025"/>
                      <a:pt x="518" y="14828"/>
                      <a:pt x="717" y="15506"/>
                    </a:cubicBezTo>
                    <a:cubicBezTo>
                      <a:pt x="717" y="15506"/>
                      <a:pt x="33" y="16214"/>
                      <a:pt x="17" y="16720"/>
                    </a:cubicBezTo>
                    <a:cubicBezTo>
                      <a:pt x="0" y="17224"/>
                      <a:pt x="398" y="17388"/>
                      <a:pt x="398" y="17388"/>
                    </a:cubicBezTo>
                    <a:cubicBezTo>
                      <a:pt x="401" y="17385"/>
                      <a:pt x="461" y="17312"/>
                      <a:pt x="567" y="17209"/>
                    </a:cubicBezTo>
                    <a:cubicBezTo>
                      <a:pt x="824" y="16956"/>
                      <a:pt x="1363" y="16511"/>
                      <a:pt x="2040" y="16406"/>
                    </a:cubicBezTo>
                    <a:cubicBezTo>
                      <a:pt x="2143" y="16390"/>
                      <a:pt x="2231" y="16383"/>
                      <a:pt x="2306" y="16383"/>
                    </a:cubicBezTo>
                    <a:cubicBezTo>
                      <a:pt x="2915" y="16383"/>
                      <a:pt x="2734" y="16841"/>
                      <a:pt x="3464" y="16841"/>
                    </a:cubicBezTo>
                    <a:cubicBezTo>
                      <a:pt x="3487" y="16841"/>
                      <a:pt x="3512" y="16840"/>
                      <a:pt x="3537" y="16839"/>
                    </a:cubicBezTo>
                    <a:cubicBezTo>
                      <a:pt x="4450" y="16804"/>
                      <a:pt x="4534" y="16433"/>
                      <a:pt x="4534" y="16433"/>
                    </a:cubicBezTo>
                    <a:cubicBezTo>
                      <a:pt x="4534" y="16433"/>
                      <a:pt x="5411" y="16794"/>
                      <a:pt x="6278" y="16794"/>
                    </a:cubicBezTo>
                    <a:cubicBezTo>
                      <a:pt x="6282" y="16794"/>
                      <a:pt x="6286" y="16794"/>
                      <a:pt x="6289" y="16794"/>
                    </a:cubicBezTo>
                    <a:cubicBezTo>
                      <a:pt x="7159" y="16792"/>
                      <a:pt x="7075" y="16450"/>
                      <a:pt x="7628" y="16359"/>
                    </a:cubicBezTo>
                    <a:cubicBezTo>
                      <a:pt x="7817" y="16328"/>
                      <a:pt x="8009" y="16320"/>
                      <a:pt x="8187" y="16320"/>
                    </a:cubicBezTo>
                    <a:cubicBezTo>
                      <a:pt x="8371" y="16320"/>
                      <a:pt x="8540" y="16329"/>
                      <a:pt x="8678" y="16329"/>
                    </a:cubicBezTo>
                    <a:cubicBezTo>
                      <a:pt x="8798" y="16329"/>
                      <a:pt x="8894" y="16322"/>
                      <a:pt x="8955" y="16299"/>
                    </a:cubicBezTo>
                    <a:cubicBezTo>
                      <a:pt x="8981" y="16289"/>
                      <a:pt x="9011" y="16270"/>
                      <a:pt x="9043" y="16246"/>
                    </a:cubicBezTo>
                    <a:lnTo>
                      <a:pt x="9043" y="16244"/>
                    </a:lnTo>
                    <a:cubicBezTo>
                      <a:pt x="9252" y="16077"/>
                      <a:pt x="9550" y="15603"/>
                      <a:pt x="9505" y="15203"/>
                    </a:cubicBezTo>
                    <a:cubicBezTo>
                      <a:pt x="9452" y="14741"/>
                      <a:pt x="8905" y="14133"/>
                      <a:pt x="8905" y="14133"/>
                    </a:cubicBezTo>
                    <a:cubicBezTo>
                      <a:pt x="8905" y="14133"/>
                      <a:pt x="8879" y="12410"/>
                      <a:pt x="8113" y="8242"/>
                    </a:cubicBezTo>
                    <a:cubicBezTo>
                      <a:pt x="7943" y="6891"/>
                      <a:pt x="8077" y="3122"/>
                      <a:pt x="4488" y="199"/>
                    </a:cubicBezTo>
                    <a:cubicBezTo>
                      <a:pt x="4353" y="88"/>
                      <a:pt x="4188" y="20"/>
                      <a:pt x="40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347;p25">
                <a:extLst>
                  <a:ext uri="{FF2B5EF4-FFF2-40B4-BE49-F238E27FC236}">
                    <a16:creationId xmlns:a16="http://schemas.microsoft.com/office/drawing/2014/main" id="{28132856-7942-A5C2-97A3-4E4D47D945AE}"/>
                  </a:ext>
                </a:extLst>
              </p:cNvPr>
              <p:cNvSpPr/>
              <p:nvPr/>
            </p:nvSpPr>
            <p:spPr>
              <a:xfrm>
                <a:off x="2046150" y="2457750"/>
                <a:ext cx="110600" cy="54150"/>
              </a:xfrm>
              <a:custGeom>
                <a:avLst/>
                <a:gdLst/>
                <a:ahLst/>
                <a:cxnLst/>
                <a:rect l="l" t="t" r="r" b="b"/>
                <a:pathLst>
                  <a:path w="4424" h="2166" extrusionOk="0">
                    <a:moveTo>
                      <a:pt x="4078" y="1"/>
                    </a:moveTo>
                    <a:cubicBezTo>
                      <a:pt x="4007" y="11"/>
                      <a:pt x="3936" y="22"/>
                      <a:pt x="3864" y="33"/>
                    </a:cubicBezTo>
                    <a:cubicBezTo>
                      <a:pt x="2169" y="308"/>
                      <a:pt x="856" y="1013"/>
                      <a:pt x="296" y="1353"/>
                    </a:cubicBezTo>
                    <a:cubicBezTo>
                      <a:pt x="103" y="1470"/>
                      <a:pt x="0" y="1546"/>
                      <a:pt x="0" y="1546"/>
                    </a:cubicBezTo>
                    <a:lnTo>
                      <a:pt x="247" y="2165"/>
                    </a:lnTo>
                    <a:cubicBezTo>
                      <a:pt x="1167" y="1661"/>
                      <a:pt x="3817" y="747"/>
                      <a:pt x="4308" y="573"/>
                    </a:cubicBezTo>
                    <a:cubicBezTo>
                      <a:pt x="4345" y="560"/>
                      <a:pt x="4384" y="549"/>
                      <a:pt x="4423" y="540"/>
                    </a:cubicBezTo>
                    <a:cubicBezTo>
                      <a:pt x="4358" y="437"/>
                      <a:pt x="4251" y="270"/>
                      <a:pt x="40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348;p25">
                <a:extLst>
                  <a:ext uri="{FF2B5EF4-FFF2-40B4-BE49-F238E27FC236}">
                    <a16:creationId xmlns:a16="http://schemas.microsoft.com/office/drawing/2014/main" id="{A03BCF24-511F-718C-C3B4-C4BDE73BF9E3}"/>
                  </a:ext>
                </a:extLst>
              </p:cNvPr>
              <p:cNvSpPr/>
              <p:nvPr/>
            </p:nvSpPr>
            <p:spPr>
              <a:xfrm>
                <a:off x="2069925" y="2633600"/>
                <a:ext cx="3500" cy="9950"/>
              </a:xfrm>
              <a:custGeom>
                <a:avLst/>
                <a:gdLst/>
                <a:ahLst/>
                <a:cxnLst/>
                <a:rect l="l" t="t" r="r" b="b"/>
                <a:pathLst>
                  <a:path w="140" h="398" extrusionOk="0">
                    <a:moveTo>
                      <a:pt x="10" y="1"/>
                    </a:moveTo>
                    <a:cubicBezTo>
                      <a:pt x="9" y="1"/>
                      <a:pt x="9" y="1"/>
                      <a:pt x="8" y="1"/>
                    </a:cubicBezTo>
                    <a:cubicBezTo>
                      <a:pt x="4" y="3"/>
                      <a:pt x="1" y="7"/>
                      <a:pt x="2" y="12"/>
                    </a:cubicBezTo>
                    <a:cubicBezTo>
                      <a:pt x="45" y="136"/>
                      <a:pt x="84" y="265"/>
                      <a:pt x="123" y="392"/>
                    </a:cubicBezTo>
                    <a:cubicBezTo>
                      <a:pt x="125" y="395"/>
                      <a:pt x="128" y="398"/>
                      <a:pt x="131" y="398"/>
                    </a:cubicBezTo>
                    <a:lnTo>
                      <a:pt x="134" y="398"/>
                    </a:lnTo>
                    <a:cubicBezTo>
                      <a:pt x="137" y="396"/>
                      <a:pt x="140" y="392"/>
                      <a:pt x="138" y="387"/>
                    </a:cubicBezTo>
                    <a:cubicBezTo>
                      <a:pt x="101" y="260"/>
                      <a:pt x="60" y="131"/>
                      <a:pt x="17" y="7"/>
                    </a:cubicBezTo>
                    <a:cubicBezTo>
                      <a:pt x="17" y="3"/>
                      <a:pt x="13" y="1"/>
                      <a:pt x="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349;p25">
                <a:extLst>
                  <a:ext uri="{FF2B5EF4-FFF2-40B4-BE49-F238E27FC236}">
                    <a16:creationId xmlns:a16="http://schemas.microsoft.com/office/drawing/2014/main" id="{3ED929EB-534D-4B3F-13DD-8B6E2C4C35DD}"/>
                  </a:ext>
                </a:extLst>
              </p:cNvPr>
              <p:cNvSpPr/>
              <p:nvPr/>
            </p:nvSpPr>
            <p:spPr>
              <a:xfrm>
                <a:off x="2023950" y="2546150"/>
                <a:ext cx="35775" cy="59550"/>
              </a:xfrm>
              <a:custGeom>
                <a:avLst/>
                <a:gdLst/>
                <a:ahLst/>
                <a:cxnLst/>
                <a:rect l="l" t="t" r="r" b="b"/>
                <a:pathLst>
                  <a:path w="1431" h="2382" extrusionOk="0">
                    <a:moveTo>
                      <a:pt x="10" y="1"/>
                    </a:moveTo>
                    <a:cubicBezTo>
                      <a:pt x="8" y="1"/>
                      <a:pt x="6" y="2"/>
                      <a:pt x="4" y="3"/>
                    </a:cubicBezTo>
                    <a:cubicBezTo>
                      <a:pt x="1" y="6"/>
                      <a:pt x="1" y="12"/>
                      <a:pt x="4" y="15"/>
                    </a:cubicBezTo>
                    <a:cubicBezTo>
                      <a:pt x="11" y="21"/>
                      <a:pt x="717" y="750"/>
                      <a:pt x="1414" y="2377"/>
                    </a:cubicBezTo>
                    <a:cubicBezTo>
                      <a:pt x="1415" y="2380"/>
                      <a:pt x="1418" y="2381"/>
                      <a:pt x="1422" y="2381"/>
                    </a:cubicBezTo>
                    <a:lnTo>
                      <a:pt x="1425" y="2381"/>
                    </a:lnTo>
                    <a:cubicBezTo>
                      <a:pt x="1429" y="2380"/>
                      <a:pt x="1431" y="2374"/>
                      <a:pt x="1429" y="2371"/>
                    </a:cubicBezTo>
                    <a:cubicBezTo>
                      <a:pt x="731" y="741"/>
                      <a:pt x="22" y="11"/>
                      <a:pt x="16" y="3"/>
                    </a:cubicBezTo>
                    <a:cubicBezTo>
                      <a:pt x="14" y="2"/>
                      <a:pt x="12" y="1"/>
                      <a:pt x="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350;p25">
                <a:extLst>
                  <a:ext uri="{FF2B5EF4-FFF2-40B4-BE49-F238E27FC236}">
                    <a16:creationId xmlns:a16="http://schemas.microsoft.com/office/drawing/2014/main" id="{1151BF1D-E93B-731A-40C4-1BAE426316E8}"/>
                  </a:ext>
                </a:extLst>
              </p:cNvPr>
              <p:cNvSpPr/>
              <p:nvPr/>
            </p:nvSpPr>
            <p:spPr>
              <a:xfrm>
                <a:off x="1971350" y="2629275"/>
                <a:ext cx="61800" cy="55325"/>
              </a:xfrm>
              <a:custGeom>
                <a:avLst/>
                <a:gdLst/>
                <a:ahLst/>
                <a:cxnLst/>
                <a:rect l="l" t="t" r="r" b="b"/>
                <a:pathLst>
                  <a:path w="2472" h="2213" extrusionOk="0">
                    <a:moveTo>
                      <a:pt x="2463" y="1"/>
                    </a:moveTo>
                    <a:cubicBezTo>
                      <a:pt x="2461" y="1"/>
                      <a:pt x="2459" y="1"/>
                      <a:pt x="2458" y="3"/>
                    </a:cubicBezTo>
                    <a:cubicBezTo>
                      <a:pt x="1511" y="1006"/>
                      <a:pt x="19" y="2187"/>
                      <a:pt x="5" y="2198"/>
                    </a:cubicBezTo>
                    <a:cubicBezTo>
                      <a:pt x="1" y="2201"/>
                      <a:pt x="1" y="2207"/>
                      <a:pt x="4" y="2210"/>
                    </a:cubicBezTo>
                    <a:cubicBezTo>
                      <a:pt x="5" y="2211"/>
                      <a:pt x="7" y="2213"/>
                      <a:pt x="10" y="2213"/>
                    </a:cubicBezTo>
                    <a:cubicBezTo>
                      <a:pt x="11" y="2213"/>
                      <a:pt x="13" y="2211"/>
                      <a:pt x="14" y="2211"/>
                    </a:cubicBezTo>
                    <a:cubicBezTo>
                      <a:pt x="30" y="2199"/>
                      <a:pt x="1522" y="1018"/>
                      <a:pt x="2468" y="13"/>
                    </a:cubicBezTo>
                    <a:cubicBezTo>
                      <a:pt x="2471" y="10"/>
                      <a:pt x="2471" y="6"/>
                      <a:pt x="2468" y="3"/>
                    </a:cubicBezTo>
                    <a:cubicBezTo>
                      <a:pt x="2467" y="1"/>
                      <a:pt x="2465" y="1"/>
                      <a:pt x="24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351;p25">
                <a:extLst>
                  <a:ext uri="{FF2B5EF4-FFF2-40B4-BE49-F238E27FC236}">
                    <a16:creationId xmlns:a16="http://schemas.microsoft.com/office/drawing/2014/main" id="{2C3117C7-DCE4-F278-4530-D89A33914048}"/>
                  </a:ext>
                </a:extLst>
              </p:cNvPr>
              <p:cNvSpPr/>
              <p:nvPr/>
            </p:nvSpPr>
            <p:spPr>
              <a:xfrm>
                <a:off x="2031500" y="2645300"/>
                <a:ext cx="4825" cy="7450"/>
              </a:xfrm>
              <a:custGeom>
                <a:avLst/>
                <a:gdLst/>
                <a:ahLst/>
                <a:cxnLst/>
                <a:rect l="l" t="t" r="r" b="b"/>
                <a:pathLst>
                  <a:path w="193" h="298" extrusionOk="0">
                    <a:moveTo>
                      <a:pt x="184" y="0"/>
                    </a:moveTo>
                    <a:cubicBezTo>
                      <a:pt x="181" y="0"/>
                      <a:pt x="178" y="1"/>
                      <a:pt x="177" y="4"/>
                    </a:cubicBezTo>
                    <a:cubicBezTo>
                      <a:pt x="138" y="71"/>
                      <a:pt x="79" y="165"/>
                      <a:pt x="3" y="286"/>
                    </a:cubicBezTo>
                    <a:cubicBezTo>
                      <a:pt x="0" y="290"/>
                      <a:pt x="2" y="295"/>
                      <a:pt x="6" y="296"/>
                    </a:cubicBezTo>
                    <a:cubicBezTo>
                      <a:pt x="8" y="298"/>
                      <a:pt x="8" y="298"/>
                      <a:pt x="9" y="298"/>
                    </a:cubicBezTo>
                    <a:cubicBezTo>
                      <a:pt x="12" y="298"/>
                      <a:pt x="15" y="296"/>
                      <a:pt x="17" y="295"/>
                    </a:cubicBezTo>
                    <a:cubicBezTo>
                      <a:pt x="93" y="174"/>
                      <a:pt x="150" y="78"/>
                      <a:pt x="191" y="12"/>
                    </a:cubicBezTo>
                    <a:cubicBezTo>
                      <a:pt x="193" y="9"/>
                      <a:pt x="191" y="4"/>
                      <a:pt x="188" y="1"/>
                    </a:cubicBezTo>
                    <a:cubicBezTo>
                      <a:pt x="187" y="1"/>
                      <a:pt x="185" y="0"/>
                      <a:pt x="1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352;p25">
                <a:extLst>
                  <a:ext uri="{FF2B5EF4-FFF2-40B4-BE49-F238E27FC236}">
                    <a16:creationId xmlns:a16="http://schemas.microsoft.com/office/drawing/2014/main" id="{821454BB-9A1A-F555-D587-E4FF902A07F1}"/>
                  </a:ext>
                </a:extLst>
              </p:cNvPr>
              <p:cNvSpPr/>
              <p:nvPr/>
            </p:nvSpPr>
            <p:spPr>
              <a:xfrm>
                <a:off x="1990375" y="2666775"/>
                <a:ext cx="32425" cy="49725"/>
              </a:xfrm>
              <a:custGeom>
                <a:avLst/>
                <a:gdLst/>
                <a:ahLst/>
                <a:cxnLst/>
                <a:rect l="l" t="t" r="r" b="b"/>
                <a:pathLst>
                  <a:path w="1297" h="1989" extrusionOk="0">
                    <a:moveTo>
                      <a:pt x="1287" y="0"/>
                    </a:moveTo>
                    <a:cubicBezTo>
                      <a:pt x="1285" y="0"/>
                      <a:pt x="1283" y="1"/>
                      <a:pt x="1282" y="4"/>
                    </a:cubicBezTo>
                    <a:cubicBezTo>
                      <a:pt x="736" y="854"/>
                      <a:pt x="9" y="1964"/>
                      <a:pt x="3" y="1975"/>
                    </a:cubicBezTo>
                    <a:cubicBezTo>
                      <a:pt x="0" y="1979"/>
                      <a:pt x="2" y="1984"/>
                      <a:pt x="5" y="1987"/>
                    </a:cubicBezTo>
                    <a:cubicBezTo>
                      <a:pt x="6" y="1987"/>
                      <a:pt x="8" y="1988"/>
                      <a:pt x="9" y="1988"/>
                    </a:cubicBezTo>
                    <a:lnTo>
                      <a:pt x="9" y="1987"/>
                    </a:lnTo>
                    <a:cubicBezTo>
                      <a:pt x="12" y="1987"/>
                      <a:pt x="14" y="1987"/>
                      <a:pt x="15" y="1984"/>
                    </a:cubicBezTo>
                    <a:cubicBezTo>
                      <a:pt x="23" y="1973"/>
                      <a:pt x="750" y="861"/>
                      <a:pt x="1295" y="12"/>
                    </a:cubicBezTo>
                    <a:cubicBezTo>
                      <a:pt x="1297" y="9"/>
                      <a:pt x="1295" y="4"/>
                      <a:pt x="1292" y="1"/>
                    </a:cubicBezTo>
                    <a:cubicBezTo>
                      <a:pt x="1291" y="0"/>
                      <a:pt x="1289" y="0"/>
                      <a:pt x="12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353;p25">
                <a:extLst>
                  <a:ext uri="{FF2B5EF4-FFF2-40B4-BE49-F238E27FC236}">
                    <a16:creationId xmlns:a16="http://schemas.microsoft.com/office/drawing/2014/main" id="{E865C541-A647-357F-21A7-5E1DB7F0B5A4}"/>
                  </a:ext>
                </a:extLst>
              </p:cNvPr>
              <p:cNvSpPr/>
              <p:nvPr/>
            </p:nvSpPr>
            <p:spPr>
              <a:xfrm>
                <a:off x="1945450" y="2683000"/>
                <a:ext cx="14600" cy="20275"/>
              </a:xfrm>
              <a:custGeom>
                <a:avLst/>
                <a:gdLst/>
                <a:ahLst/>
                <a:cxnLst/>
                <a:rect l="l" t="t" r="r" b="b"/>
                <a:pathLst>
                  <a:path w="584" h="811" extrusionOk="0">
                    <a:moveTo>
                      <a:pt x="104" y="0"/>
                    </a:moveTo>
                    <a:cubicBezTo>
                      <a:pt x="104" y="0"/>
                      <a:pt x="1" y="380"/>
                      <a:pt x="289" y="811"/>
                    </a:cubicBezTo>
                    <a:lnTo>
                      <a:pt x="317" y="755"/>
                    </a:lnTo>
                    <a:cubicBezTo>
                      <a:pt x="440" y="512"/>
                      <a:pt x="534" y="323"/>
                      <a:pt x="584" y="220"/>
                    </a:cubicBezTo>
                    <a:cubicBezTo>
                      <a:pt x="407" y="105"/>
                      <a:pt x="237" y="23"/>
                      <a:pt x="104" y="0"/>
                    </a:cubicBezTo>
                    <a:close/>
                  </a:path>
                </a:pathLst>
              </a:custGeom>
              <a:solidFill>
                <a:srgbClr val="BC7A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354;p25">
                <a:extLst>
                  <a:ext uri="{FF2B5EF4-FFF2-40B4-BE49-F238E27FC236}">
                    <a16:creationId xmlns:a16="http://schemas.microsoft.com/office/drawing/2014/main" id="{886863D0-57E2-3B6F-4C60-B41C492AE823}"/>
                  </a:ext>
                </a:extLst>
              </p:cNvPr>
              <p:cNvSpPr/>
              <p:nvPr/>
            </p:nvSpPr>
            <p:spPr>
              <a:xfrm>
                <a:off x="2001425" y="2747100"/>
                <a:ext cx="18850" cy="20775"/>
              </a:xfrm>
              <a:custGeom>
                <a:avLst/>
                <a:gdLst/>
                <a:ahLst/>
                <a:cxnLst/>
                <a:rect l="l" t="t" r="r" b="b"/>
                <a:pathLst>
                  <a:path w="754" h="831" extrusionOk="0">
                    <a:moveTo>
                      <a:pt x="367" y="1"/>
                    </a:moveTo>
                    <a:cubicBezTo>
                      <a:pt x="255" y="169"/>
                      <a:pt x="131" y="338"/>
                      <a:pt x="0" y="508"/>
                    </a:cubicBezTo>
                    <a:cubicBezTo>
                      <a:pt x="313" y="819"/>
                      <a:pt x="691" y="831"/>
                      <a:pt x="746" y="831"/>
                    </a:cubicBezTo>
                    <a:cubicBezTo>
                      <a:pt x="751" y="831"/>
                      <a:pt x="753" y="831"/>
                      <a:pt x="753" y="831"/>
                    </a:cubicBezTo>
                    <a:cubicBezTo>
                      <a:pt x="753" y="831"/>
                      <a:pt x="641" y="422"/>
                      <a:pt x="367" y="1"/>
                    </a:cubicBezTo>
                    <a:close/>
                  </a:path>
                </a:pathLst>
              </a:custGeom>
              <a:solidFill>
                <a:srgbClr val="BC7A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355;p25">
                <a:extLst>
                  <a:ext uri="{FF2B5EF4-FFF2-40B4-BE49-F238E27FC236}">
                    <a16:creationId xmlns:a16="http://schemas.microsoft.com/office/drawing/2014/main" id="{3063A660-D60C-6FAB-E98D-72E9D4CAF4E2}"/>
                  </a:ext>
                </a:extLst>
              </p:cNvPr>
              <p:cNvSpPr/>
              <p:nvPr/>
            </p:nvSpPr>
            <p:spPr>
              <a:xfrm>
                <a:off x="2119750" y="2570075"/>
                <a:ext cx="127125" cy="102800"/>
              </a:xfrm>
              <a:custGeom>
                <a:avLst/>
                <a:gdLst/>
                <a:ahLst/>
                <a:cxnLst/>
                <a:rect l="l" t="t" r="r" b="b"/>
                <a:pathLst>
                  <a:path w="5085" h="4112" extrusionOk="0">
                    <a:moveTo>
                      <a:pt x="5075" y="0"/>
                    </a:moveTo>
                    <a:cubicBezTo>
                      <a:pt x="5072" y="0"/>
                      <a:pt x="5070" y="2"/>
                      <a:pt x="5068" y="5"/>
                    </a:cubicBezTo>
                    <a:cubicBezTo>
                      <a:pt x="4503" y="973"/>
                      <a:pt x="3156" y="2033"/>
                      <a:pt x="2128" y="2753"/>
                    </a:cubicBezTo>
                    <a:cubicBezTo>
                      <a:pt x="1011" y="3533"/>
                      <a:pt x="16" y="4092"/>
                      <a:pt x="7" y="4096"/>
                    </a:cubicBezTo>
                    <a:cubicBezTo>
                      <a:pt x="2" y="4099"/>
                      <a:pt x="1" y="4104"/>
                      <a:pt x="4" y="4108"/>
                    </a:cubicBezTo>
                    <a:cubicBezTo>
                      <a:pt x="5" y="4110"/>
                      <a:pt x="7" y="4111"/>
                      <a:pt x="10" y="4111"/>
                    </a:cubicBezTo>
                    <a:lnTo>
                      <a:pt x="15" y="4111"/>
                    </a:lnTo>
                    <a:cubicBezTo>
                      <a:pt x="24" y="4105"/>
                      <a:pt x="1019" y="3546"/>
                      <a:pt x="2135" y="2766"/>
                    </a:cubicBezTo>
                    <a:cubicBezTo>
                      <a:pt x="3167" y="2045"/>
                      <a:pt x="4515" y="982"/>
                      <a:pt x="5081" y="12"/>
                    </a:cubicBezTo>
                    <a:cubicBezTo>
                      <a:pt x="5084" y="9"/>
                      <a:pt x="5083" y="3"/>
                      <a:pt x="5078" y="2"/>
                    </a:cubicBezTo>
                    <a:cubicBezTo>
                      <a:pt x="5077" y="1"/>
                      <a:pt x="5076" y="0"/>
                      <a:pt x="50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356;p25">
                <a:extLst>
                  <a:ext uri="{FF2B5EF4-FFF2-40B4-BE49-F238E27FC236}">
                    <a16:creationId xmlns:a16="http://schemas.microsoft.com/office/drawing/2014/main" id="{AE88A811-A586-DAFE-EA5B-13FA32059295}"/>
                  </a:ext>
                </a:extLst>
              </p:cNvPr>
              <p:cNvSpPr/>
              <p:nvPr/>
            </p:nvSpPr>
            <p:spPr>
              <a:xfrm>
                <a:off x="2170250" y="2580925"/>
                <a:ext cx="78275" cy="126325"/>
              </a:xfrm>
              <a:custGeom>
                <a:avLst/>
                <a:gdLst/>
                <a:ahLst/>
                <a:cxnLst/>
                <a:rect l="l" t="t" r="r" b="b"/>
                <a:pathLst>
                  <a:path w="3131" h="5053" extrusionOk="0">
                    <a:moveTo>
                      <a:pt x="3122" y="1"/>
                    </a:moveTo>
                    <a:cubicBezTo>
                      <a:pt x="3119" y="1"/>
                      <a:pt x="3115" y="2"/>
                      <a:pt x="3114" y="6"/>
                    </a:cubicBezTo>
                    <a:cubicBezTo>
                      <a:pt x="3101" y="36"/>
                      <a:pt x="1754" y="3118"/>
                      <a:pt x="3" y="5041"/>
                    </a:cubicBezTo>
                    <a:cubicBezTo>
                      <a:pt x="0" y="5044"/>
                      <a:pt x="0" y="5048"/>
                      <a:pt x="3" y="5051"/>
                    </a:cubicBezTo>
                    <a:cubicBezTo>
                      <a:pt x="5" y="5053"/>
                      <a:pt x="6" y="5053"/>
                      <a:pt x="9" y="5053"/>
                    </a:cubicBezTo>
                    <a:cubicBezTo>
                      <a:pt x="11" y="5053"/>
                      <a:pt x="12" y="5053"/>
                      <a:pt x="14" y="5051"/>
                    </a:cubicBezTo>
                    <a:cubicBezTo>
                      <a:pt x="1768" y="3126"/>
                      <a:pt x="3116" y="42"/>
                      <a:pt x="3129" y="12"/>
                    </a:cubicBezTo>
                    <a:cubicBezTo>
                      <a:pt x="3131" y="7"/>
                      <a:pt x="3129" y="3"/>
                      <a:pt x="3125" y="1"/>
                    </a:cubicBezTo>
                    <a:cubicBezTo>
                      <a:pt x="3124" y="1"/>
                      <a:pt x="3123" y="1"/>
                      <a:pt x="3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357;p25">
                <a:extLst>
                  <a:ext uri="{FF2B5EF4-FFF2-40B4-BE49-F238E27FC236}">
                    <a16:creationId xmlns:a16="http://schemas.microsoft.com/office/drawing/2014/main" id="{804BD24D-8406-6162-9717-B501B8B5765D}"/>
                  </a:ext>
                </a:extLst>
              </p:cNvPr>
              <p:cNvSpPr/>
              <p:nvPr/>
            </p:nvSpPr>
            <p:spPr>
              <a:xfrm>
                <a:off x="2142700" y="2481025"/>
                <a:ext cx="115225" cy="390600"/>
              </a:xfrm>
              <a:custGeom>
                <a:avLst/>
                <a:gdLst/>
                <a:ahLst/>
                <a:cxnLst/>
                <a:rect l="l" t="t" r="r" b="b"/>
                <a:pathLst>
                  <a:path w="4609" h="15624" extrusionOk="0">
                    <a:moveTo>
                      <a:pt x="9" y="1"/>
                    </a:moveTo>
                    <a:cubicBezTo>
                      <a:pt x="8" y="1"/>
                      <a:pt x="7" y="1"/>
                      <a:pt x="5" y="1"/>
                    </a:cubicBezTo>
                    <a:cubicBezTo>
                      <a:pt x="2" y="4"/>
                      <a:pt x="1" y="9"/>
                      <a:pt x="4" y="13"/>
                    </a:cubicBezTo>
                    <a:cubicBezTo>
                      <a:pt x="24" y="47"/>
                      <a:pt x="2102" y="3497"/>
                      <a:pt x="3291" y="6521"/>
                    </a:cubicBezTo>
                    <a:cubicBezTo>
                      <a:pt x="3679" y="7507"/>
                      <a:pt x="3922" y="8223"/>
                      <a:pt x="4036" y="8709"/>
                    </a:cubicBezTo>
                    <a:cubicBezTo>
                      <a:pt x="4133" y="9129"/>
                      <a:pt x="4134" y="9386"/>
                      <a:pt x="4041" y="9499"/>
                    </a:cubicBezTo>
                    <a:cubicBezTo>
                      <a:pt x="3995" y="9553"/>
                      <a:pt x="3930" y="9573"/>
                      <a:pt x="3847" y="9573"/>
                    </a:cubicBezTo>
                    <a:cubicBezTo>
                      <a:pt x="3788" y="9573"/>
                      <a:pt x="3720" y="9563"/>
                      <a:pt x="3644" y="9547"/>
                    </a:cubicBezTo>
                    <a:cubicBezTo>
                      <a:pt x="3641" y="9547"/>
                      <a:pt x="3639" y="9547"/>
                      <a:pt x="3636" y="9550"/>
                    </a:cubicBezTo>
                    <a:cubicBezTo>
                      <a:pt x="3635" y="9553"/>
                      <a:pt x="3635" y="9555"/>
                      <a:pt x="3635" y="9558"/>
                    </a:cubicBezTo>
                    <a:cubicBezTo>
                      <a:pt x="3951" y="10429"/>
                      <a:pt x="4556" y="13391"/>
                      <a:pt x="4593" y="15616"/>
                    </a:cubicBezTo>
                    <a:cubicBezTo>
                      <a:pt x="4593" y="15621"/>
                      <a:pt x="4596" y="15624"/>
                      <a:pt x="4601" y="15624"/>
                    </a:cubicBezTo>
                    <a:cubicBezTo>
                      <a:pt x="4606" y="15624"/>
                      <a:pt x="4609" y="15621"/>
                      <a:pt x="4609" y="15616"/>
                    </a:cubicBezTo>
                    <a:cubicBezTo>
                      <a:pt x="4571" y="13400"/>
                      <a:pt x="3972" y="10454"/>
                      <a:pt x="3654" y="9565"/>
                    </a:cubicBezTo>
                    <a:lnTo>
                      <a:pt x="3654" y="9565"/>
                    </a:lnTo>
                    <a:cubicBezTo>
                      <a:pt x="3718" y="9578"/>
                      <a:pt x="3784" y="9589"/>
                      <a:pt x="3846" y="9589"/>
                    </a:cubicBezTo>
                    <a:cubicBezTo>
                      <a:pt x="3928" y="9589"/>
                      <a:pt x="4003" y="9570"/>
                      <a:pt x="4053" y="9509"/>
                    </a:cubicBezTo>
                    <a:cubicBezTo>
                      <a:pt x="4259" y="9265"/>
                      <a:pt x="4035" y="8369"/>
                      <a:pt x="3304" y="6515"/>
                    </a:cubicBezTo>
                    <a:cubicBezTo>
                      <a:pt x="2115" y="3490"/>
                      <a:pt x="37" y="39"/>
                      <a:pt x="18" y="4"/>
                    </a:cubicBezTo>
                    <a:cubicBezTo>
                      <a:pt x="15" y="2"/>
                      <a:pt x="12" y="1"/>
                      <a:pt x="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358;p25">
                <a:extLst>
                  <a:ext uri="{FF2B5EF4-FFF2-40B4-BE49-F238E27FC236}">
                    <a16:creationId xmlns:a16="http://schemas.microsoft.com/office/drawing/2014/main" id="{C4D556B5-8147-814E-6FEE-88799253E328}"/>
                  </a:ext>
                </a:extLst>
              </p:cNvPr>
              <p:cNvSpPr/>
              <p:nvPr/>
            </p:nvSpPr>
            <p:spPr>
              <a:xfrm>
                <a:off x="2083625" y="2822250"/>
                <a:ext cx="33625" cy="62450"/>
              </a:xfrm>
              <a:custGeom>
                <a:avLst/>
                <a:gdLst/>
                <a:ahLst/>
                <a:cxnLst/>
                <a:rect l="l" t="t" r="r" b="b"/>
                <a:pathLst>
                  <a:path w="1345" h="2498" extrusionOk="0">
                    <a:moveTo>
                      <a:pt x="1188" y="1"/>
                    </a:moveTo>
                    <a:cubicBezTo>
                      <a:pt x="1187" y="1"/>
                      <a:pt x="1186" y="1"/>
                      <a:pt x="1185" y="1"/>
                    </a:cubicBezTo>
                    <a:cubicBezTo>
                      <a:pt x="1181" y="1"/>
                      <a:pt x="1178" y="6"/>
                      <a:pt x="1179" y="10"/>
                    </a:cubicBezTo>
                    <a:cubicBezTo>
                      <a:pt x="1181" y="18"/>
                      <a:pt x="1328" y="765"/>
                      <a:pt x="679" y="1445"/>
                    </a:cubicBezTo>
                    <a:cubicBezTo>
                      <a:pt x="63" y="2093"/>
                      <a:pt x="2" y="2485"/>
                      <a:pt x="1" y="2488"/>
                    </a:cubicBezTo>
                    <a:cubicBezTo>
                      <a:pt x="1" y="2493"/>
                      <a:pt x="4" y="2498"/>
                      <a:pt x="8" y="2498"/>
                    </a:cubicBezTo>
                    <a:cubicBezTo>
                      <a:pt x="13" y="2498"/>
                      <a:pt x="16" y="2495"/>
                      <a:pt x="18" y="2492"/>
                    </a:cubicBezTo>
                    <a:cubicBezTo>
                      <a:pt x="18" y="2487"/>
                      <a:pt x="80" y="2101"/>
                      <a:pt x="692" y="1455"/>
                    </a:cubicBezTo>
                    <a:cubicBezTo>
                      <a:pt x="1344" y="769"/>
                      <a:pt x="1196" y="15"/>
                      <a:pt x="1194" y="7"/>
                    </a:cubicBezTo>
                    <a:cubicBezTo>
                      <a:pt x="1193" y="4"/>
                      <a:pt x="1191" y="1"/>
                      <a:pt x="1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359;p25">
                <a:extLst>
                  <a:ext uri="{FF2B5EF4-FFF2-40B4-BE49-F238E27FC236}">
                    <a16:creationId xmlns:a16="http://schemas.microsoft.com/office/drawing/2014/main" id="{74D642BA-3E17-4D14-DBFB-0B034F13AD54}"/>
                  </a:ext>
                </a:extLst>
              </p:cNvPr>
              <p:cNvSpPr/>
              <p:nvPr/>
            </p:nvSpPr>
            <p:spPr>
              <a:xfrm>
                <a:off x="2097000" y="2876950"/>
                <a:ext cx="218000" cy="24150"/>
              </a:xfrm>
              <a:custGeom>
                <a:avLst/>
                <a:gdLst/>
                <a:ahLst/>
                <a:cxnLst/>
                <a:rect l="l" t="t" r="r" b="b"/>
                <a:pathLst>
                  <a:path w="8720" h="966" extrusionOk="0">
                    <a:moveTo>
                      <a:pt x="8477" y="1"/>
                    </a:moveTo>
                    <a:cubicBezTo>
                      <a:pt x="8445" y="26"/>
                      <a:pt x="8415" y="44"/>
                      <a:pt x="8389" y="54"/>
                    </a:cubicBezTo>
                    <a:cubicBezTo>
                      <a:pt x="8329" y="77"/>
                      <a:pt x="8233" y="84"/>
                      <a:pt x="8114" y="84"/>
                    </a:cubicBezTo>
                    <a:cubicBezTo>
                      <a:pt x="7974" y="84"/>
                      <a:pt x="7801" y="75"/>
                      <a:pt x="7614" y="75"/>
                    </a:cubicBezTo>
                    <a:cubicBezTo>
                      <a:pt x="7535" y="75"/>
                      <a:pt x="7453" y="76"/>
                      <a:pt x="7370" y="81"/>
                    </a:cubicBezTo>
                    <a:cubicBezTo>
                      <a:pt x="7268" y="87"/>
                      <a:pt x="7165" y="98"/>
                      <a:pt x="7062" y="114"/>
                    </a:cubicBezTo>
                    <a:cubicBezTo>
                      <a:pt x="6509" y="205"/>
                      <a:pt x="6593" y="547"/>
                      <a:pt x="5723" y="549"/>
                    </a:cubicBezTo>
                    <a:cubicBezTo>
                      <a:pt x="5720" y="549"/>
                      <a:pt x="5716" y="549"/>
                      <a:pt x="5712" y="549"/>
                    </a:cubicBezTo>
                    <a:cubicBezTo>
                      <a:pt x="4845" y="549"/>
                      <a:pt x="3968" y="188"/>
                      <a:pt x="3968" y="188"/>
                    </a:cubicBezTo>
                    <a:cubicBezTo>
                      <a:pt x="3968" y="188"/>
                      <a:pt x="3884" y="561"/>
                      <a:pt x="2971" y="594"/>
                    </a:cubicBezTo>
                    <a:cubicBezTo>
                      <a:pt x="2946" y="595"/>
                      <a:pt x="2922" y="596"/>
                      <a:pt x="2898" y="596"/>
                    </a:cubicBezTo>
                    <a:cubicBezTo>
                      <a:pt x="2169" y="596"/>
                      <a:pt x="2349" y="139"/>
                      <a:pt x="1741" y="139"/>
                    </a:cubicBezTo>
                    <a:cubicBezTo>
                      <a:pt x="1725" y="139"/>
                      <a:pt x="1707" y="139"/>
                      <a:pt x="1689" y="140"/>
                    </a:cubicBezTo>
                    <a:cubicBezTo>
                      <a:pt x="1626" y="143"/>
                      <a:pt x="1555" y="149"/>
                      <a:pt x="1474" y="161"/>
                    </a:cubicBezTo>
                    <a:cubicBezTo>
                      <a:pt x="1465" y="163"/>
                      <a:pt x="1458" y="164"/>
                      <a:pt x="1449" y="166"/>
                    </a:cubicBezTo>
                    <a:cubicBezTo>
                      <a:pt x="784" y="278"/>
                      <a:pt x="255" y="714"/>
                      <a:pt x="1" y="965"/>
                    </a:cubicBezTo>
                    <a:cubicBezTo>
                      <a:pt x="1" y="965"/>
                      <a:pt x="567" y="911"/>
                      <a:pt x="1453" y="844"/>
                    </a:cubicBezTo>
                    <a:cubicBezTo>
                      <a:pt x="1535" y="838"/>
                      <a:pt x="1618" y="831"/>
                      <a:pt x="1706" y="825"/>
                    </a:cubicBezTo>
                    <a:cubicBezTo>
                      <a:pt x="3185" y="716"/>
                      <a:pt x="5391" y="581"/>
                      <a:pt x="7364" y="575"/>
                    </a:cubicBezTo>
                    <a:lnTo>
                      <a:pt x="7614" y="575"/>
                    </a:lnTo>
                    <a:cubicBezTo>
                      <a:pt x="7995" y="575"/>
                      <a:pt x="8366" y="581"/>
                      <a:pt x="8719" y="594"/>
                    </a:cubicBezTo>
                    <a:cubicBezTo>
                      <a:pt x="8657" y="304"/>
                      <a:pt x="8534" y="90"/>
                      <a:pt x="84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360;p25">
                <a:extLst>
                  <a:ext uri="{FF2B5EF4-FFF2-40B4-BE49-F238E27FC236}">
                    <a16:creationId xmlns:a16="http://schemas.microsoft.com/office/drawing/2014/main" id="{5AC731E0-88A3-1AB4-15ED-9C3185143F86}"/>
                  </a:ext>
                </a:extLst>
              </p:cNvPr>
              <p:cNvSpPr/>
              <p:nvPr/>
            </p:nvSpPr>
            <p:spPr>
              <a:xfrm>
                <a:off x="2133200" y="2880425"/>
                <a:ext cx="7825" cy="17650"/>
              </a:xfrm>
              <a:custGeom>
                <a:avLst/>
                <a:gdLst/>
                <a:ahLst/>
                <a:cxnLst/>
                <a:rect l="l" t="t" r="r" b="b"/>
                <a:pathLst>
                  <a:path w="313" h="706" extrusionOk="0">
                    <a:moveTo>
                      <a:pt x="241" y="1"/>
                    </a:moveTo>
                    <a:cubicBezTo>
                      <a:pt x="178" y="2"/>
                      <a:pt x="107" y="10"/>
                      <a:pt x="26" y="22"/>
                    </a:cubicBezTo>
                    <a:cubicBezTo>
                      <a:pt x="17" y="24"/>
                      <a:pt x="10" y="25"/>
                      <a:pt x="1" y="27"/>
                    </a:cubicBezTo>
                    <a:cubicBezTo>
                      <a:pt x="37" y="190"/>
                      <a:pt x="81" y="480"/>
                      <a:pt x="5" y="705"/>
                    </a:cubicBezTo>
                    <a:cubicBezTo>
                      <a:pt x="87" y="698"/>
                      <a:pt x="170" y="692"/>
                      <a:pt x="258" y="686"/>
                    </a:cubicBezTo>
                    <a:cubicBezTo>
                      <a:pt x="313" y="440"/>
                      <a:pt x="276" y="171"/>
                      <a:pt x="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361;p25">
                <a:extLst>
                  <a:ext uri="{FF2B5EF4-FFF2-40B4-BE49-F238E27FC236}">
                    <a16:creationId xmlns:a16="http://schemas.microsoft.com/office/drawing/2014/main" id="{3E549219-5E6B-57E8-49F4-CDBC76338FE6}"/>
                  </a:ext>
                </a:extLst>
              </p:cNvPr>
              <p:cNvSpPr/>
              <p:nvPr/>
            </p:nvSpPr>
            <p:spPr>
              <a:xfrm>
                <a:off x="2281075" y="2878800"/>
                <a:ext cx="7325" cy="12525"/>
              </a:xfrm>
              <a:custGeom>
                <a:avLst/>
                <a:gdLst/>
                <a:ahLst/>
                <a:cxnLst/>
                <a:rect l="l" t="t" r="r" b="b"/>
                <a:pathLst>
                  <a:path w="293" h="501" extrusionOk="0">
                    <a:moveTo>
                      <a:pt x="251" y="1"/>
                    </a:moveTo>
                    <a:cubicBezTo>
                      <a:pt x="172" y="1"/>
                      <a:pt x="90" y="2"/>
                      <a:pt x="7" y="7"/>
                    </a:cubicBezTo>
                    <a:cubicBezTo>
                      <a:pt x="38" y="139"/>
                      <a:pt x="57" y="317"/>
                      <a:pt x="1" y="501"/>
                    </a:cubicBezTo>
                    <a:lnTo>
                      <a:pt x="251" y="501"/>
                    </a:lnTo>
                    <a:cubicBezTo>
                      <a:pt x="293" y="316"/>
                      <a:pt x="279" y="142"/>
                      <a:pt x="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362;p25">
                <a:extLst>
                  <a:ext uri="{FF2B5EF4-FFF2-40B4-BE49-F238E27FC236}">
                    <a16:creationId xmlns:a16="http://schemas.microsoft.com/office/drawing/2014/main" id="{E4910390-0307-95C1-0A9E-A849F307416E}"/>
                  </a:ext>
                </a:extLst>
              </p:cNvPr>
              <p:cNvSpPr/>
              <p:nvPr/>
            </p:nvSpPr>
            <p:spPr>
              <a:xfrm>
                <a:off x="2070800" y="2905325"/>
                <a:ext cx="22250" cy="101450"/>
              </a:xfrm>
              <a:custGeom>
                <a:avLst/>
                <a:gdLst/>
                <a:ahLst/>
                <a:cxnLst/>
                <a:rect l="l" t="t" r="r" b="b"/>
                <a:pathLst>
                  <a:path w="890" h="4058" extrusionOk="0">
                    <a:moveTo>
                      <a:pt x="881" y="1"/>
                    </a:moveTo>
                    <a:cubicBezTo>
                      <a:pt x="879" y="1"/>
                      <a:pt x="877" y="1"/>
                      <a:pt x="876" y="2"/>
                    </a:cubicBezTo>
                    <a:cubicBezTo>
                      <a:pt x="870" y="6"/>
                      <a:pt x="337" y="395"/>
                      <a:pt x="176" y="1483"/>
                    </a:cubicBezTo>
                    <a:cubicBezTo>
                      <a:pt x="176" y="1486"/>
                      <a:pt x="178" y="1488"/>
                      <a:pt x="179" y="1489"/>
                    </a:cubicBezTo>
                    <a:cubicBezTo>
                      <a:pt x="181" y="1492"/>
                      <a:pt x="182" y="1492"/>
                      <a:pt x="185" y="1492"/>
                    </a:cubicBezTo>
                    <a:lnTo>
                      <a:pt x="531" y="1481"/>
                    </a:lnTo>
                    <a:lnTo>
                      <a:pt x="531" y="1481"/>
                    </a:lnTo>
                    <a:cubicBezTo>
                      <a:pt x="488" y="1634"/>
                      <a:pt x="0" y="3395"/>
                      <a:pt x="44" y="4050"/>
                    </a:cubicBezTo>
                    <a:cubicBezTo>
                      <a:pt x="44" y="4055"/>
                      <a:pt x="49" y="4058"/>
                      <a:pt x="52" y="4058"/>
                    </a:cubicBezTo>
                    <a:lnTo>
                      <a:pt x="53" y="4058"/>
                    </a:lnTo>
                    <a:cubicBezTo>
                      <a:pt x="58" y="4058"/>
                      <a:pt x="61" y="4055"/>
                      <a:pt x="61" y="4050"/>
                    </a:cubicBezTo>
                    <a:cubicBezTo>
                      <a:pt x="14" y="3370"/>
                      <a:pt x="544" y="1495"/>
                      <a:pt x="549" y="1475"/>
                    </a:cubicBezTo>
                    <a:cubicBezTo>
                      <a:pt x="550" y="1472"/>
                      <a:pt x="549" y="1471"/>
                      <a:pt x="547" y="1468"/>
                    </a:cubicBezTo>
                    <a:cubicBezTo>
                      <a:pt x="546" y="1466"/>
                      <a:pt x="544" y="1465"/>
                      <a:pt x="541" y="1465"/>
                    </a:cubicBezTo>
                    <a:lnTo>
                      <a:pt x="194" y="1477"/>
                    </a:lnTo>
                    <a:cubicBezTo>
                      <a:pt x="353" y="403"/>
                      <a:pt x="880" y="18"/>
                      <a:pt x="885" y="15"/>
                    </a:cubicBezTo>
                    <a:cubicBezTo>
                      <a:pt x="888" y="12"/>
                      <a:pt x="890" y="8"/>
                      <a:pt x="887" y="3"/>
                    </a:cubicBezTo>
                    <a:cubicBezTo>
                      <a:pt x="886" y="1"/>
                      <a:pt x="883" y="1"/>
                      <a:pt x="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363;p25">
                <a:extLst>
                  <a:ext uri="{FF2B5EF4-FFF2-40B4-BE49-F238E27FC236}">
                    <a16:creationId xmlns:a16="http://schemas.microsoft.com/office/drawing/2014/main" id="{64685DD5-E3A5-E3E0-DC48-92B3E6D0C18E}"/>
                  </a:ext>
                </a:extLst>
              </p:cNvPr>
              <p:cNvSpPr/>
              <p:nvPr/>
            </p:nvSpPr>
            <p:spPr>
              <a:xfrm>
                <a:off x="2094350" y="2911975"/>
                <a:ext cx="14825" cy="67475"/>
              </a:xfrm>
              <a:custGeom>
                <a:avLst/>
                <a:gdLst/>
                <a:ahLst/>
                <a:cxnLst/>
                <a:rect l="l" t="t" r="r" b="b"/>
                <a:pathLst>
                  <a:path w="593" h="2699" extrusionOk="0">
                    <a:moveTo>
                      <a:pt x="11" y="0"/>
                    </a:moveTo>
                    <a:cubicBezTo>
                      <a:pt x="11" y="0"/>
                      <a:pt x="10" y="0"/>
                      <a:pt x="10" y="1"/>
                    </a:cubicBezTo>
                    <a:cubicBezTo>
                      <a:pt x="5" y="1"/>
                      <a:pt x="1" y="4"/>
                      <a:pt x="2" y="8"/>
                    </a:cubicBezTo>
                    <a:cubicBezTo>
                      <a:pt x="4" y="25"/>
                      <a:pt x="128" y="1717"/>
                      <a:pt x="578" y="2694"/>
                    </a:cubicBezTo>
                    <a:cubicBezTo>
                      <a:pt x="579" y="2695"/>
                      <a:pt x="582" y="2698"/>
                      <a:pt x="585" y="2698"/>
                    </a:cubicBezTo>
                    <a:cubicBezTo>
                      <a:pt x="585" y="2698"/>
                      <a:pt x="587" y="2698"/>
                      <a:pt x="588" y="2697"/>
                    </a:cubicBezTo>
                    <a:cubicBezTo>
                      <a:pt x="591" y="2695"/>
                      <a:pt x="593" y="2691"/>
                      <a:pt x="591" y="2686"/>
                    </a:cubicBezTo>
                    <a:cubicBezTo>
                      <a:pt x="143" y="1712"/>
                      <a:pt x="19" y="25"/>
                      <a:pt x="17" y="7"/>
                    </a:cubicBezTo>
                    <a:cubicBezTo>
                      <a:pt x="17" y="4"/>
                      <a:pt x="15" y="0"/>
                      <a:pt x="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364;p25">
                <a:extLst>
                  <a:ext uri="{FF2B5EF4-FFF2-40B4-BE49-F238E27FC236}">
                    <a16:creationId xmlns:a16="http://schemas.microsoft.com/office/drawing/2014/main" id="{FBD32D58-3C8F-2576-80CD-47E46B9C85AF}"/>
                  </a:ext>
                </a:extLst>
              </p:cNvPr>
              <p:cNvSpPr/>
              <p:nvPr/>
            </p:nvSpPr>
            <p:spPr>
              <a:xfrm>
                <a:off x="1883475" y="3041350"/>
                <a:ext cx="295075" cy="6750"/>
              </a:xfrm>
              <a:custGeom>
                <a:avLst/>
                <a:gdLst/>
                <a:ahLst/>
                <a:cxnLst/>
                <a:rect l="l" t="t" r="r" b="b"/>
                <a:pathLst>
                  <a:path w="11803" h="270" extrusionOk="0">
                    <a:moveTo>
                      <a:pt x="11106" y="1"/>
                    </a:moveTo>
                    <a:cubicBezTo>
                      <a:pt x="10640" y="1"/>
                      <a:pt x="10162" y="3"/>
                      <a:pt x="9678" y="7"/>
                    </a:cubicBezTo>
                    <a:cubicBezTo>
                      <a:pt x="5133" y="45"/>
                      <a:pt x="67" y="250"/>
                      <a:pt x="8" y="253"/>
                    </a:cubicBezTo>
                    <a:cubicBezTo>
                      <a:pt x="5" y="253"/>
                      <a:pt x="0" y="257"/>
                      <a:pt x="0" y="262"/>
                    </a:cubicBezTo>
                    <a:cubicBezTo>
                      <a:pt x="2" y="267"/>
                      <a:pt x="5" y="270"/>
                      <a:pt x="9" y="270"/>
                    </a:cubicBezTo>
                    <a:cubicBezTo>
                      <a:pt x="74" y="267"/>
                      <a:pt x="6254" y="16"/>
                      <a:pt x="11089" y="16"/>
                    </a:cubicBezTo>
                    <a:cubicBezTo>
                      <a:pt x="11328" y="16"/>
                      <a:pt x="11564" y="17"/>
                      <a:pt x="11795" y="18"/>
                    </a:cubicBezTo>
                    <a:cubicBezTo>
                      <a:pt x="11800" y="18"/>
                      <a:pt x="11803" y="15"/>
                      <a:pt x="11803" y="11"/>
                    </a:cubicBezTo>
                    <a:cubicBezTo>
                      <a:pt x="11803" y="6"/>
                      <a:pt x="11798" y="3"/>
                      <a:pt x="11795" y="3"/>
                    </a:cubicBezTo>
                    <a:cubicBezTo>
                      <a:pt x="11569" y="1"/>
                      <a:pt x="11339" y="1"/>
                      <a:pt x="11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365;p25">
                <a:extLst>
                  <a:ext uri="{FF2B5EF4-FFF2-40B4-BE49-F238E27FC236}">
                    <a16:creationId xmlns:a16="http://schemas.microsoft.com/office/drawing/2014/main" id="{3DE7F008-FA9D-90F5-6A00-DF038FE36179}"/>
                  </a:ext>
                </a:extLst>
              </p:cNvPr>
              <p:cNvSpPr/>
              <p:nvPr/>
            </p:nvSpPr>
            <p:spPr>
              <a:xfrm>
                <a:off x="1883200" y="3046275"/>
                <a:ext cx="41600" cy="78200"/>
              </a:xfrm>
              <a:custGeom>
                <a:avLst/>
                <a:gdLst/>
                <a:ahLst/>
                <a:cxnLst/>
                <a:rect l="l" t="t" r="r" b="b"/>
                <a:pathLst>
                  <a:path w="1664" h="3128" extrusionOk="0">
                    <a:moveTo>
                      <a:pt x="1654" y="1"/>
                    </a:moveTo>
                    <a:cubicBezTo>
                      <a:pt x="1652" y="1"/>
                      <a:pt x="1648" y="3"/>
                      <a:pt x="1647" y="6"/>
                    </a:cubicBezTo>
                    <a:cubicBezTo>
                      <a:pt x="1646" y="9"/>
                      <a:pt x="1564" y="274"/>
                      <a:pt x="1352" y="515"/>
                    </a:cubicBezTo>
                    <a:cubicBezTo>
                      <a:pt x="1185" y="702"/>
                      <a:pt x="908" y="907"/>
                      <a:pt x="491" y="907"/>
                    </a:cubicBezTo>
                    <a:cubicBezTo>
                      <a:pt x="418" y="907"/>
                      <a:pt x="342" y="901"/>
                      <a:pt x="261" y="887"/>
                    </a:cubicBezTo>
                    <a:cubicBezTo>
                      <a:pt x="260" y="887"/>
                      <a:pt x="259" y="887"/>
                      <a:pt x="259" y="887"/>
                    </a:cubicBezTo>
                    <a:cubicBezTo>
                      <a:pt x="257" y="887"/>
                      <a:pt x="255" y="888"/>
                      <a:pt x="253" y="890"/>
                    </a:cubicBezTo>
                    <a:cubicBezTo>
                      <a:pt x="1" y="1362"/>
                      <a:pt x="449" y="3050"/>
                      <a:pt x="469" y="3122"/>
                    </a:cubicBezTo>
                    <a:cubicBezTo>
                      <a:pt x="469" y="3126"/>
                      <a:pt x="472" y="3128"/>
                      <a:pt x="476" y="3128"/>
                    </a:cubicBezTo>
                    <a:lnTo>
                      <a:pt x="478" y="3128"/>
                    </a:lnTo>
                    <a:cubicBezTo>
                      <a:pt x="482" y="3126"/>
                      <a:pt x="484" y="3122"/>
                      <a:pt x="484" y="3117"/>
                    </a:cubicBezTo>
                    <a:cubicBezTo>
                      <a:pt x="479" y="3100"/>
                      <a:pt x="20" y="1375"/>
                      <a:pt x="264" y="904"/>
                    </a:cubicBezTo>
                    <a:lnTo>
                      <a:pt x="264" y="904"/>
                    </a:lnTo>
                    <a:cubicBezTo>
                      <a:pt x="344" y="917"/>
                      <a:pt x="420" y="923"/>
                      <a:pt x="491" y="923"/>
                    </a:cubicBezTo>
                    <a:cubicBezTo>
                      <a:pt x="915" y="923"/>
                      <a:pt x="1195" y="716"/>
                      <a:pt x="1364" y="524"/>
                    </a:cubicBezTo>
                    <a:cubicBezTo>
                      <a:pt x="1577" y="282"/>
                      <a:pt x="1661" y="13"/>
                      <a:pt x="1662" y="10"/>
                    </a:cubicBezTo>
                    <a:cubicBezTo>
                      <a:pt x="1664" y="7"/>
                      <a:pt x="1661" y="3"/>
                      <a:pt x="1656" y="1"/>
                    </a:cubicBezTo>
                    <a:cubicBezTo>
                      <a:pt x="1656" y="1"/>
                      <a:pt x="1655" y="1"/>
                      <a:pt x="16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366;p25">
                <a:extLst>
                  <a:ext uri="{FF2B5EF4-FFF2-40B4-BE49-F238E27FC236}">
                    <a16:creationId xmlns:a16="http://schemas.microsoft.com/office/drawing/2014/main" id="{0C1F9EF7-6C96-B2B7-73D7-0A3C743C0F98}"/>
                  </a:ext>
                </a:extLst>
              </p:cNvPr>
              <p:cNvSpPr/>
              <p:nvPr/>
            </p:nvSpPr>
            <p:spPr>
              <a:xfrm>
                <a:off x="1926075" y="3178250"/>
                <a:ext cx="49175" cy="135725"/>
              </a:xfrm>
              <a:custGeom>
                <a:avLst/>
                <a:gdLst/>
                <a:ahLst/>
                <a:cxnLst/>
                <a:rect l="l" t="t" r="r" b="b"/>
                <a:pathLst>
                  <a:path w="1967" h="5429" extrusionOk="0">
                    <a:moveTo>
                      <a:pt x="9" y="1"/>
                    </a:moveTo>
                    <a:cubicBezTo>
                      <a:pt x="8" y="1"/>
                      <a:pt x="7" y="1"/>
                      <a:pt x="6" y="1"/>
                    </a:cubicBezTo>
                    <a:cubicBezTo>
                      <a:pt x="3" y="1"/>
                      <a:pt x="0" y="6"/>
                      <a:pt x="0" y="10"/>
                    </a:cubicBezTo>
                    <a:cubicBezTo>
                      <a:pt x="8" y="42"/>
                      <a:pt x="702" y="3191"/>
                      <a:pt x="1950" y="5424"/>
                    </a:cubicBezTo>
                    <a:cubicBezTo>
                      <a:pt x="1951" y="5427"/>
                      <a:pt x="1954" y="5428"/>
                      <a:pt x="1957" y="5428"/>
                    </a:cubicBezTo>
                    <a:cubicBezTo>
                      <a:pt x="1959" y="5428"/>
                      <a:pt x="1960" y="5427"/>
                      <a:pt x="1962" y="5427"/>
                    </a:cubicBezTo>
                    <a:cubicBezTo>
                      <a:pt x="1965" y="5425"/>
                      <a:pt x="1966" y="5419"/>
                      <a:pt x="1965" y="5416"/>
                    </a:cubicBezTo>
                    <a:cubicBezTo>
                      <a:pt x="717" y="3187"/>
                      <a:pt x="23" y="39"/>
                      <a:pt x="17" y="7"/>
                    </a:cubicBezTo>
                    <a:cubicBezTo>
                      <a:pt x="16" y="3"/>
                      <a:pt x="12" y="1"/>
                      <a:pt x="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367;p25">
                <a:extLst>
                  <a:ext uri="{FF2B5EF4-FFF2-40B4-BE49-F238E27FC236}">
                    <a16:creationId xmlns:a16="http://schemas.microsoft.com/office/drawing/2014/main" id="{9A260632-B84F-E5B0-960F-8E747164F679}"/>
                  </a:ext>
                </a:extLst>
              </p:cNvPr>
              <p:cNvSpPr/>
              <p:nvPr/>
            </p:nvSpPr>
            <p:spPr>
              <a:xfrm>
                <a:off x="1811850" y="3361375"/>
                <a:ext cx="200275" cy="98375"/>
              </a:xfrm>
              <a:custGeom>
                <a:avLst/>
                <a:gdLst/>
                <a:ahLst/>
                <a:cxnLst/>
                <a:rect l="l" t="t" r="r" b="b"/>
                <a:pathLst>
                  <a:path w="8011" h="3935" extrusionOk="0">
                    <a:moveTo>
                      <a:pt x="7173" y="0"/>
                    </a:moveTo>
                    <a:cubicBezTo>
                      <a:pt x="7116" y="0"/>
                      <a:pt x="7039" y="17"/>
                      <a:pt x="6938" y="72"/>
                    </a:cubicBezTo>
                    <a:cubicBezTo>
                      <a:pt x="6861" y="115"/>
                      <a:pt x="6769" y="180"/>
                      <a:pt x="6661" y="277"/>
                    </a:cubicBezTo>
                    <a:cubicBezTo>
                      <a:pt x="6435" y="480"/>
                      <a:pt x="6168" y="585"/>
                      <a:pt x="5893" y="585"/>
                    </a:cubicBezTo>
                    <a:cubicBezTo>
                      <a:pt x="5585" y="585"/>
                      <a:pt x="5267" y="452"/>
                      <a:pt x="4984" y="177"/>
                    </a:cubicBezTo>
                    <a:cubicBezTo>
                      <a:pt x="4939" y="125"/>
                      <a:pt x="4892" y="98"/>
                      <a:pt x="4846" y="86"/>
                    </a:cubicBezTo>
                    <a:cubicBezTo>
                      <a:pt x="4831" y="83"/>
                      <a:pt x="4816" y="81"/>
                      <a:pt x="4802" y="81"/>
                    </a:cubicBezTo>
                    <a:cubicBezTo>
                      <a:pt x="4641" y="81"/>
                      <a:pt x="4502" y="283"/>
                      <a:pt x="4490" y="462"/>
                    </a:cubicBezTo>
                    <a:cubicBezTo>
                      <a:pt x="4478" y="696"/>
                      <a:pt x="3041" y="2572"/>
                      <a:pt x="442" y="2769"/>
                    </a:cubicBezTo>
                    <a:cubicBezTo>
                      <a:pt x="192" y="2788"/>
                      <a:pt x="1" y="3002"/>
                      <a:pt x="17" y="3252"/>
                    </a:cubicBezTo>
                    <a:cubicBezTo>
                      <a:pt x="27" y="3378"/>
                      <a:pt x="58" y="3515"/>
                      <a:pt x="133" y="3646"/>
                    </a:cubicBezTo>
                    <a:cubicBezTo>
                      <a:pt x="190" y="3744"/>
                      <a:pt x="270" y="3836"/>
                      <a:pt x="386" y="3918"/>
                    </a:cubicBezTo>
                    <a:lnTo>
                      <a:pt x="5430" y="3874"/>
                    </a:lnTo>
                    <a:lnTo>
                      <a:pt x="5816" y="3653"/>
                    </a:lnTo>
                    <a:lnTo>
                      <a:pt x="6391" y="3935"/>
                    </a:lnTo>
                    <a:lnTo>
                      <a:pt x="7718" y="3923"/>
                    </a:lnTo>
                    <a:cubicBezTo>
                      <a:pt x="7718" y="3923"/>
                      <a:pt x="8011" y="3406"/>
                      <a:pt x="8008" y="3006"/>
                    </a:cubicBezTo>
                    <a:cubicBezTo>
                      <a:pt x="8008" y="2950"/>
                      <a:pt x="7992" y="2852"/>
                      <a:pt x="7970" y="2725"/>
                    </a:cubicBezTo>
                    <a:cubicBezTo>
                      <a:pt x="7823" y="1942"/>
                      <a:pt x="7306" y="48"/>
                      <a:pt x="7306" y="48"/>
                    </a:cubicBezTo>
                    <a:cubicBezTo>
                      <a:pt x="7306" y="48"/>
                      <a:pt x="7268" y="0"/>
                      <a:pt x="7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368;p25">
                <a:extLst>
                  <a:ext uri="{FF2B5EF4-FFF2-40B4-BE49-F238E27FC236}">
                    <a16:creationId xmlns:a16="http://schemas.microsoft.com/office/drawing/2014/main" id="{9D3BF8DC-1C80-06D3-BF62-9613BC4C6BA5}"/>
                  </a:ext>
                </a:extLst>
              </p:cNvPr>
              <p:cNvSpPr/>
              <p:nvPr/>
            </p:nvSpPr>
            <p:spPr>
              <a:xfrm>
                <a:off x="1920225" y="3320000"/>
                <a:ext cx="65100" cy="56025"/>
              </a:xfrm>
              <a:custGeom>
                <a:avLst/>
                <a:gdLst/>
                <a:ahLst/>
                <a:cxnLst/>
                <a:rect l="l" t="t" r="r" b="b"/>
                <a:pathLst>
                  <a:path w="2604" h="2241" extrusionOk="0">
                    <a:moveTo>
                      <a:pt x="2126" y="1"/>
                    </a:moveTo>
                    <a:cubicBezTo>
                      <a:pt x="1622" y="166"/>
                      <a:pt x="902" y="372"/>
                      <a:pt x="213" y="463"/>
                    </a:cubicBezTo>
                    <a:cubicBezTo>
                      <a:pt x="142" y="473"/>
                      <a:pt x="71" y="481"/>
                      <a:pt x="1" y="488"/>
                    </a:cubicBezTo>
                    <a:cubicBezTo>
                      <a:pt x="96" y="723"/>
                      <a:pt x="327" y="1281"/>
                      <a:pt x="511" y="1743"/>
                    </a:cubicBezTo>
                    <a:cubicBezTo>
                      <a:pt x="557" y="1753"/>
                      <a:pt x="604" y="1780"/>
                      <a:pt x="649" y="1832"/>
                    </a:cubicBezTo>
                    <a:cubicBezTo>
                      <a:pt x="932" y="2108"/>
                      <a:pt x="1251" y="2240"/>
                      <a:pt x="1559" y="2240"/>
                    </a:cubicBezTo>
                    <a:cubicBezTo>
                      <a:pt x="1834" y="2240"/>
                      <a:pt x="2101" y="2135"/>
                      <a:pt x="2328" y="1932"/>
                    </a:cubicBezTo>
                    <a:cubicBezTo>
                      <a:pt x="2434" y="1835"/>
                      <a:pt x="2526" y="1771"/>
                      <a:pt x="2603" y="1729"/>
                    </a:cubicBezTo>
                    <a:cubicBezTo>
                      <a:pt x="2603" y="1729"/>
                      <a:pt x="2396" y="970"/>
                      <a:pt x="2234" y="387"/>
                    </a:cubicBezTo>
                    <a:cubicBezTo>
                      <a:pt x="2194" y="243"/>
                      <a:pt x="2156" y="110"/>
                      <a:pt x="2126" y="1"/>
                    </a:cubicBezTo>
                    <a:close/>
                  </a:path>
                </a:pathLst>
              </a:custGeom>
              <a:solidFill>
                <a:srgbClr val="F7B6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369;p25">
                <a:extLst>
                  <a:ext uri="{FF2B5EF4-FFF2-40B4-BE49-F238E27FC236}">
                    <a16:creationId xmlns:a16="http://schemas.microsoft.com/office/drawing/2014/main" id="{D1E09679-55E7-C231-053B-6C24F4498422}"/>
                  </a:ext>
                </a:extLst>
              </p:cNvPr>
              <p:cNvSpPr/>
              <p:nvPr/>
            </p:nvSpPr>
            <p:spPr>
              <a:xfrm>
                <a:off x="1925525" y="3320000"/>
                <a:ext cx="50550" cy="12500"/>
              </a:xfrm>
              <a:custGeom>
                <a:avLst/>
                <a:gdLst/>
                <a:ahLst/>
                <a:cxnLst/>
                <a:rect l="l" t="t" r="r" b="b"/>
                <a:pathLst>
                  <a:path w="2022" h="500" extrusionOk="0">
                    <a:moveTo>
                      <a:pt x="1914" y="1"/>
                    </a:moveTo>
                    <a:cubicBezTo>
                      <a:pt x="1410" y="166"/>
                      <a:pt x="690" y="370"/>
                      <a:pt x="1" y="463"/>
                    </a:cubicBezTo>
                    <a:cubicBezTo>
                      <a:pt x="1" y="463"/>
                      <a:pt x="181" y="500"/>
                      <a:pt x="582" y="500"/>
                    </a:cubicBezTo>
                    <a:cubicBezTo>
                      <a:pt x="908" y="500"/>
                      <a:pt x="1381" y="475"/>
                      <a:pt x="2022" y="387"/>
                    </a:cubicBezTo>
                    <a:cubicBezTo>
                      <a:pt x="1982" y="243"/>
                      <a:pt x="1944" y="108"/>
                      <a:pt x="1914" y="1"/>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370;p25">
                <a:extLst>
                  <a:ext uri="{FF2B5EF4-FFF2-40B4-BE49-F238E27FC236}">
                    <a16:creationId xmlns:a16="http://schemas.microsoft.com/office/drawing/2014/main" id="{E73ABC3A-2721-23BF-13D8-E8CB0370DEC5}"/>
                  </a:ext>
                </a:extLst>
              </p:cNvPr>
              <p:cNvSpPr/>
              <p:nvPr/>
            </p:nvSpPr>
            <p:spPr>
              <a:xfrm>
                <a:off x="1815150" y="3429475"/>
                <a:ext cx="196975" cy="30275"/>
              </a:xfrm>
              <a:custGeom>
                <a:avLst/>
                <a:gdLst/>
                <a:ahLst/>
                <a:cxnLst/>
                <a:rect l="l" t="t" r="r" b="b"/>
                <a:pathLst>
                  <a:path w="7879" h="1211" extrusionOk="0">
                    <a:moveTo>
                      <a:pt x="7838" y="1"/>
                    </a:moveTo>
                    <a:lnTo>
                      <a:pt x="1" y="922"/>
                    </a:lnTo>
                    <a:cubicBezTo>
                      <a:pt x="58" y="1020"/>
                      <a:pt x="138" y="1112"/>
                      <a:pt x="254" y="1194"/>
                    </a:cubicBezTo>
                    <a:lnTo>
                      <a:pt x="5298" y="1150"/>
                    </a:lnTo>
                    <a:lnTo>
                      <a:pt x="5684" y="929"/>
                    </a:lnTo>
                    <a:lnTo>
                      <a:pt x="6259" y="1211"/>
                    </a:lnTo>
                    <a:lnTo>
                      <a:pt x="7586" y="1199"/>
                    </a:lnTo>
                    <a:cubicBezTo>
                      <a:pt x="7586" y="1199"/>
                      <a:pt x="7879" y="682"/>
                      <a:pt x="7876" y="282"/>
                    </a:cubicBezTo>
                    <a:cubicBezTo>
                      <a:pt x="7874" y="226"/>
                      <a:pt x="7860" y="128"/>
                      <a:pt x="7838" y="1"/>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371;p25">
                <a:extLst>
                  <a:ext uri="{FF2B5EF4-FFF2-40B4-BE49-F238E27FC236}">
                    <a16:creationId xmlns:a16="http://schemas.microsoft.com/office/drawing/2014/main" id="{40C9AF9F-EC77-F5BB-AB73-04A31D2CA143}"/>
                  </a:ext>
                </a:extLst>
              </p:cNvPr>
              <p:cNvSpPr/>
              <p:nvPr/>
            </p:nvSpPr>
            <p:spPr>
              <a:xfrm>
                <a:off x="1982900" y="3167100"/>
                <a:ext cx="53850" cy="19600"/>
              </a:xfrm>
              <a:custGeom>
                <a:avLst/>
                <a:gdLst/>
                <a:ahLst/>
                <a:cxnLst/>
                <a:rect l="l" t="t" r="r" b="b"/>
                <a:pathLst>
                  <a:path w="2154" h="784" extrusionOk="0">
                    <a:moveTo>
                      <a:pt x="2144" y="0"/>
                    </a:moveTo>
                    <a:cubicBezTo>
                      <a:pt x="2142" y="0"/>
                      <a:pt x="2141" y="1"/>
                      <a:pt x="2140" y="2"/>
                    </a:cubicBezTo>
                    <a:cubicBezTo>
                      <a:pt x="2137" y="3"/>
                      <a:pt x="1850" y="217"/>
                      <a:pt x="1446" y="371"/>
                    </a:cubicBezTo>
                    <a:cubicBezTo>
                      <a:pt x="1226" y="455"/>
                      <a:pt x="945" y="532"/>
                      <a:pt x="646" y="532"/>
                    </a:cubicBezTo>
                    <a:cubicBezTo>
                      <a:pt x="439" y="532"/>
                      <a:pt x="222" y="495"/>
                      <a:pt x="13" y="397"/>
                    </a:cubicBezTo>
                    <a:cubicBezTo>
                      <a:pt x="12" y="397"/>
                      <a:pt x="11" y="397"/>
                      <a:pt x="10" y="397"/>
                    </a:cubicBezTo>
                    <a:cubicBezTo>
                      <a:pt x="8" y="397"/>
                      <a:pt x="6" y="398"/>
                      <a:pt x="4" y="400"/>
                    </a:cubicBezTo>
                    <a:cubicBezTo>
                      <a:pt x="2" y="403"/>
                      <a:pt x="1" y="406"/>
                      <a:pt x="4" y="409"/>
                    </a:cubicBezTo>
                    <a:lnTo>
                      <a:pt x="254" y="780"/>
                    </a:lnTo>
                    <a:cubicBezTo>
                      <a:pt x="255" y="782"/>
                      <a:pt x="258" y="783"/>
                      <a:pt x="260" y="783"/>
                    </a:cubicBezTo>
                    <a:cubicBezTo>
                      <a:pt x="261" y="783"/>
                      <a:pt x="263" y="783"/>
                      <a:pt x="264" y="782"/>
                    </a:cubicBezTo>
                    <a:cubicBezTo>
                      <a:pt x="269" y="779"/>
                      <a:pt x="269" y="774"/>
                      <a:pt x="267" y="771"/>
                    </a:cubicBezTo>
                    <a:lnTo>
                      <a:pt x="33" y="424"/>
                    </a:lnTo>
                    <a:lnTo>
                      <a:pt x="33" y="424"/>
                    </a:lnTo>
                    <a:cubicBezTo>
                      <a:pt x="236" y="514"/>
                      <a:pt x="445" y="548"/>
                      <a:pt x="646" y="548"/>
                    </a:cubicBezTo>
                    <a:cubicBezTo>
                      <a:pt x="947" y="548"/>
                      <a:pt x="1231" y="471"/>
                      <a:pt x="1452" y="387"/>
                    </a:cubicBezTo>
                    <a:cubicBezTo>
                      <a:pt x="1858" y="231"/>
                      <a:pt x="2146" y="17"/>
                      <a:pt x="2149" y="14"/>
                    </a:cubicBezTo>
                    <a:cubicBezTo>
                      <a:pt x="2152" y="11"/>
                      <a:pt x="2153" y="6"/>
                      <a:pt x="2150" y="3"/>
                    </a:cubicBezTo>
                    <a:cubicBezTo>
                      <a:pt x="2148" y="1"/>
                      <a:pt x="2146" y="0"/>
                      <a:pt x="2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372;p25">
                <a:extLst>
                  <a:ext uri="{FF2B5EF4-FFF2-40B4-BE49-F238E27FC236}">
                    <a16:creationId xmlns:a16="http://schemas.microsoft.com/office/drawing/2014/main" id="{72F9AED8-233F-B118-C1EA-4AED72602F48}"/>
                  </a:ext>
                </a:extLst>
              </p:cNvPr>
              <p:cNvSpPr/>
              <p:nvPr/>
            </p:nvSpPr>
            <p:spPr>
              <a:xfrm>
                <a:off x="1731550" y="3258250"/>
                <a:ext cx="121875" cy="119900"/>
              </a:xfrm>
              <a:custGeom>
                <a:avLst/>
                <a:gdLst/>
                <a:ahLst/>
                <a:cxnLst/>
                <a:rect l="l" t="t" r="r" b="b"/>
                <a:pathLst>
                  <a:path w="4875" h="4796" extrusionOk="0">
                    <a:moveTo>
                      <a:pt x="4866" y="0"/>
                    </a:moveTo>
                    <a:cubicBezTo>
                      <a:pt x="4864" y="0"/>
                      <a:pt x="4861" y="1"/>
                      <a:pt x="4859" y="3"/>
                    </a:cubicBezTo>
                    <a:cubicBezTo>
                      <a:pt x="4837" y="32"/>
                      <a:pt x="2489" y="2893"/>
                      <a:pt x="5" y="4782"/>
                    </a:cubicBezTo>
                    <a:cubicBezTo>
                      <a:pt x="2" y="4785"/>
                      <a:pt x="0" y="4790"/>
                      <a:pt x="3" y="4793"/>
                    </a:cubicBezTo>
                    <a:cubicBezTo>
                      <a:pt x="5" y="4796"/>
                      <a:pt x="8" y="4796"/>
                      <a:pt x="9" y="4796"/>
                    </a:cubicBezTo>
                    <a:cubicBezTo>
                      <a:pt x="11" y="4796"/>
                      <a:pt x="12" y="4796"/>
                      <a:pt x="14" y="4794"/>
                    </a:cubicBezTo>
                    <a:cubicBezTo>
                      <a:pt x="2501" y="2904"/>
                      <a:pt x="4849" y="41"/>
                      <a:pt x="4871" y="12"/>
                    </a:cubicBezTo>
                    <a:cubicBezTo>
                      <a:pt x="4874" y="9"/>
                      <a:pt x="4874" y="5"/>
                      <a:pt x="4871" y="2"/>
                    </a:cubicBezTo>
                    <a:cubicBezTo>
                      <a:pt x="4870" y="1"/>
                      <a:pt x="4868" y="0"/>
                      <a:pt x="48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373;p25">
                <a:extLst>
                  <a:ext uri="{FF2B5EF4-FFF2-40B4-BE49-F238E27FC236}">
                    <a16:creationId xmlns:a16="http://schemas.microsoft.com/office/drawing/2014/main" id="{5B6E02B5-2FA0-000C-C90A-9724045EC41A}"/>
                  </a:ext>
                </a:extLst>
              </p:cNvPr>
              <p:cNvSpPr/>
              <p:nvPr/>
            </p:nvSpPr>
            <p:spPr>
              <a:xfrm>
                <a:off x="1539975" y="3361775"/>
                <a:ext cx="172800" cy="104500"/>
              </a:xfrm>
              <a:custGeom>
                <a:avLst/>
                <a:gdLst/>
                <a:ahLst/>
                <a:cxnLst/>
                <a:rect l="l" t="t" r="r" b="b"/>
                <a:pathLst>
                  <a:path w="6912" h="4180" extrusionOk="0">
                    <a:moveTo>
                      <a:pt x="648" y="0"/>
                    </a:moveTo>
                    <a:cubicBezTo>
                      <a:pt x="452" y="0"/>
                      <a:pt x="264" y="108"/>
                      <a:pt x="168" y="291"/>
                    </a:cubicBezTo>
                    <a:cubicBezTo>
                      <a:pt x="99" y="423"/>
                      <a:pt x="61" y="543"/>
                      <a:pt x="41" y="644"/>
                    </a:cubicBezTo>
                    <a:cubicBezTo>
                      <a:pt x="0" y="855"/>
                      <a:pt x="40" y="986"/>
                      <a:pt x="40" y="986"/>
                    </a:cubicBezTo>
                    <a:lnTo>
                      <a:pt x="4340" y="3309"/>
                    </a:lnTo>
                    <a:lnTo>
                      <a:pt x="4911" y="3399"/>
                    </a:lnTo>
                    <a:lnTo>
                      <a:pt x="4864" y="3589"/>
                    </a:lnTo>
                    <a:lnTo>
                      <a:pt x="5959" y="4179"/>
                    </a:lnTo>
                    <a:cubicBezTo>
                      <a:pt x="5959" y="4179"/>
                      <a:pt x="6364" y="3913"/>
                      <a:pt x="6579" y="3613"/>
                    </a:cubicBezTo>
                    <a:cubicBezTo>
                      <a:pt x="6597" y="3586"/>
                      <a:pt x="6615" y="3558"/>
                      <a:pt x="6630" y="3533"/>
                    </a:cubicBezTo>
                    <a:cubicBezTo>
                      <a:pt x="6824" y="3201"/>
                      <a:pt x="6912" y="2044"/>
                      <a:pt x="6912" y="2044"/>
                    </a:cubicBezTo>
                    <a:cubicBezTo>
                      <a:pt x="6871" y="2038"/>
                      <a:pt x="6832" y="2030"/>
                      <a:pt x="6794" y="2021"/>
                    </a:cubicBezTo>
                    <a:cubicBezTo>
                      <a:pt x="6339" y="1923"/>
                      <a:pt x="6158" y="1726"/>
                      <a:pt x="5945" y="1029"/>
                    </a:cubicBezTo>
                    <a:cubicBezTo>
                      <a:pt x="5889" y="841"/>
                      <a:pt x="5835" y="720"/>
                      <a:pt x="5771" y="647"/>
                    </a:cubicBezTo>
                    <a:cubicBezTo>
                      <a:pt x="5710" y="575"/>
                      <a:pt x="5640" y="548"/>
                      <a:pt x="5550" y="548"/>
                    </a:cubicBezTo>
                    <a:cubicBezTo>
                      <a:pt x="5357" y="548"/>
                      <a:pt x="5072" y="674"/>
                      <a:pt x="4584" y="759"/>
                    </a:cubicBezTo>
                    <a:cubicBezTo>
                      <a:pt x="4475" y="779"/>
                      <a:pt x="4348" y="788"/>
                      <a:pt x="4206" y="788"/>
                    </a:cubicBezTo>
                    <a:cubicBezTo>
                      <a:pt x="3269" y="788"/>
                      <a:pt x="1719" y="393"/>
                      <a:pt x="850" y="40"/>
                    </a:cubicBezTo>
                    <a:cubicBezTo>
                      <a:pt x="784" y="13"/>
                      <a:pt x="715" y="0"/>
                      <a:pt x="6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374;p25">
                <a:extLst>
                  <a:ext uri="{FF2B5EF4-FFF2-40B4-BE49-F238E27FC236}">
                    <a16:creationId xmlns:a16="http://schemas.microsoft.com/office/drawing/2014/main" id="{CAE015A4-94F4-5C25-EB80-B4B783DA7B9E}"/>
                  </a:ext>
                </a:extLst>
              </p:cNvPr>
              <p:cNvSpPr/>
              <p:nvPr/>
            </p:nvSpPr>
            <p:spPr>
              <a:xfrm>
                <a:off x="1718775" y="2688475"/>
                <a:ext cx="291850" cy="147275"/>
              </a:xfrm>
              <a:custGeom>
                <a:avLst/>
                <a:gdLst/>
                <a:ahLst/>
                <a:cxnLst/>
                <a:rect l="l" t="t" r="r" b="b"/>
                <a:pathLst>
                  <a:path w="11674" h="5891" extrusionOk="0">
                    <a:moveTo>
                      <a:pt x="9651" y="1"/>
                    </a:moveTo>
                    <a:cubicBezTo>
                      <a:pt x="9630" y="45"/>
                      <a:pt x="9601" y="104"/>
                      <a:pt x="9565" y="175"/>
                    </a:cubicBezTo>
                    <a:cubicBezTo>
                      <a:pt x="9516" y="274"/>
                      <a:pt x="9455" y="396"/>
                      <a:pt x="9384" y="536"/>
                    </a:cubicBezTo>
                    <a:cubicBezTo>
                      <a:pt x="8937" y="1423"/>
                      <a:pt x="8103" y="3029"/>
                      <a:pt x="7574" y="3762"/>
                    </a:cubicBezTo>
                    <a:cubicBezTo>
                      <a:pt x="6291" y="3904"/>
                      <a:pt x="140" y="4348"/>
                      <a:pt x="140" y="4348"/>
                    </a:cubicBezTo>
                    <a:cubicBezTo>
                      <a:pt x="140" y="4348"/>
                      <a:pt x="1" y="5377"/>
                      <a:pt x="337" y="5890"/>
                    </a:cubicBezTo>
                    <a:cubicBezTo>
                      <a:pt x="863" y="5886"/>
                      <a:pt x="8413" y="5822"/>
                      <a:pt x="8413" y="5822"/>
                    </a:cubicBezTo>
                    <a:cubicBezTo>
                      <a:pt x="8413" y="5822"/>
                      <a:pt x="10133" y="4356"/>
                      <a:pt x="11275" y="2892"/>
                    </a:cubicBezTo>
                    <a:cubicBezTo>
                      <a:pt x="11285" y="2879"/>
                      <a:pt x="11296" y="2865"/>
                      <a:pt x="11306" y="2853"/>
                    </a:cubicBezTo>
                    <a:cubicBezTo>
                      <a:pt x="11438" y="2683"/>
                      <a:pt x="11561" y="2514"/>
                      <a:pt x="11673" y="2346"/>
                    </a:cubicBezTo>
                    <a:cubicBezTo>
                      <a:pt x="11599" y="2231"/>
                      <a:pt x="11511" y="2115"/>
                      <a:pt x="11411" y="2006"/>
                    </a:cubicBezTo>
                    <a:cubicBezTo>
                      <a:pt x="11373" y="1965"/>
                      <a:pt x="11334" y="1926"/>
                      <a:pt x="11293" y="1888"/>
                    </a:cubicBezTo>
                    <a:cubicBezTo>
                      <a:pt x="10740" y="1373"/>
                      <a:pt x="10104" y="1214"/>
                      <a:pt x="10128" y="1125"/>
                    </a:cubicBezTo>
                    <a:cubicBezTo>
                      <a:pt x="10132" y="1109"/>
                      <a:pt x="10152" y="1103"/>
                      <a:pt x="10181" y="1103"/>
                    </a:cubicBezTo>
                    <a:cubicBezTo>
                      <a:pt x="10290" y="1103"/>
                      <a:pt x="10536" y="1188"/>
                      <a:pt x="10657" y="1188"/>
                    </a:cubicBezTo>
                    <a:cubicBezTo>
                      <a:pt x="10691" y="1188"/>
                      <a:pt x="10715" y="1181"/>
                      <a:pt x="10723" y="1164"/>
                    </a:cubicBezTo>
                    <a:cubicBezTo>
                      <a:pt x="10798" y="1008"/>
                      <a:pt x="10289" y="455"/>
                      <a:pt x="9789" y="96"/>
                    </a:cubicBezTo>
                    <a:cubicBezTo>
                      <a:pt x="9742" y="63"/>
                      <a:pt x="9696" y="31"/>
                      <a:pt x="9651" y="1"/>
                    </a:cubicBezTo>
                    <a:close/>
                  </a:path>
                </a:pathLst>
              </a:custGeom>
              <a:solidFill>
                <a:srgbClr val="F7B6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375;p25">
                <a:extLst>
                  <a:ext uri="{FF2B5EF4-FFF2-40B4-BE49-F238E27FC236}">
                    <a16:creationId xmlns:a16="http://schemas.microsoft.com/office/drawing/2014/main" id="{7D236A25-A0A4-B80D-3F05-7A55796DFA66}"/>
                  </a:ext>
                </a:extLst>
              </p:cNvPr>
              <p:cNvSpPr/>
              <p:nvPr/>
            </p:nvSpPr>
            <p:spPr>
              <a:xfrm>
                <a:off x="1902050" y="2761825"/>
                <a:ext cx="19300" cy="30325"/>
              </a:xfrm>
              <a:custGeom>
                <a:avLst/>
                <a:gdLst/>
                <a:ahLst/>
                <a:cxnLst/>
                <a:rect l="l" t="t" r="r" b="b"/>
                <a:pathLst>
                  <a:path w="772" h="1213" extrusionOk="0">
                    <a:moveTo>
                      <a:pt x="763" y="1"/>
                    </a:moveTo>
                    <a:cubicBezTo>
                      <a:pt x="760" y="1"/>
                      <a:pt x="758" y="2"/>
                      <a:pt x="757" y="4"/>
                    </a:cubicBezTo>
                    <a:lnTo>
                      <a:pt x="2" y="1200"/>
                    </a:lnTo>
                    <a:cubicBezTo>
                      <a:pt x="1" y="1204"/>
                      <a:pt x="1" y="1208"/>
                      <a:pt x="5" y="1211"/>
                    </a:cubicBezTo>
                    <a:cubicBezTo>
                      <a:pt x="7" y="1211"/>
                      <a:pt x="8" y="1213"/>
                      <a:pt x="10" y="1213"/>
                    </a:cubicBezTo>
                    <a:cubicBezTo>
                      <a:pt x="11" y="1213"/>
                      <a:pt x="14" y="1211"/>
                      <a:pt x="16" y="1208"/>
                    </a:cubicBezTo>
                    <a:lnTo>
                      <a:pt x="770" y="13"/>
                    </a:lnTo>
                    <a:cubicBezTo>
                      <a:pt x="772" y="8"/>
                      <a:pt x="772" y="4"/>
                      <a:pt x="767" y="2"/>
                    </a:cubicBezTo>
                    <a:cubicBezTo>
                      <a:pt x="766" y="1"/>
                      <a:pt x="765" y="1"/>
                      <a:pt x="763" y="1"/>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376;p25">
                <a:extLst>
                  <a:ext uri="{FF2B5EF4-FFF2-40B4-BE49-F238E27FC236}">
                    <a16:creationId xmlns:a16="http://schemas.microsoft.com/office/drawing/2014/main" id="{90AA0EFA-9B69-5200-913D-7436C8A662BE}"/>
                  </a:ext>
                </a:extLst>
              </p:cNvPr>
              <p:cNvSpPr/>
              <p:nvPr/>
            </p:nvSpPr>
            <p:spPr>
              <a:xfrm>
                <a:off x="1906650" y="2796425"/>
                <a:ext cx="62375" cy="34725"/>
              </a:xfrm>
              <a:custGeom>
                <a:avLst/>
                <a:gdLst/>
                <a:ahLst/>
                <a:cxnLst/>
                <a:rect l="l" t="t" r="r" b="b"/>
                <a:pathLst>
                  <a:path w="2495" h="1389" extrusionOk="0">
                    <a:moveTo>
                      <a:pt x="2486" y="1"/>
                    </a:moveTo>
                    <a:cubicBezTo>
                      <a:pt x="2484" y="1"/>
                      <a:pt x="2481" y="1"/>
                      <a:pt x="2480" y="3"/>
                    </a:cubicBezTo>
                    <a:cubicBezTo>
                      <a:pt x="2474" y="10"/>
                      <a:pt x="1794" y="669"/>
                      <a:pt x="1215" y="1204"/>
                    </a:cubicBezTo>
                    <a:cubicBezTo>
                      <a:pt x="1093" y="1316"/>
                      <a:pt x="939" y="1374"/>
                      <a:pt x="785" y="1374"/>
                    </a:cubicBezTo>
                    <a:cubicBezTo>
                      <a:pt x="664" y="1374"/>
                      <a:pt x="543" y="1339"/>
                      <a:pt x="436" y="1268"/>
                    </a:cubicBezTo>
                    <a:cubicBezTo>
                      <a:pt x="241" y="1137"/>
                      <a:pt x="100" y="981"/>
                      <a:pt x="15" y="804"/>
                    </a:cubicBezTo>
                    <a:cubicBezTo>
                      <a:pt x="14" y="801"/>
                      <a:pt x="12" y="799"/>
                      <a:pt x="9" y="799"/>
                    </a:cubicBezTo>
                    <a:cubicBezTo>
                      <a:pt x="8" y="799"/>
                      <a:pt x="6" y="800"/>
                      <a:pt x="5" y="801"/>
                    </a:cubicBezTo>
                    <a:cubicBezTo>
                      <a:pt x="2" y="803"/>
                      <a:pt x="0" y="807"/>
                      <a:pt x="2" y="812"/>
                    </a:cubicBezTo>
                    <a:cubicBezTo>
                      <a:pt x="86" y="990"/>
                      <a:pt x="230" y="1148"/>
                      <a:pt x="427" y="1280"/>
                    </a:cubicBezTo>
                    <a:cubicBezTo>
                      <a:pt x="536" y="1352"/>
                      <a:pt x="659" y="1389"/>
                      <a:pt x="782" y="1389"/>
                    </a:cubicBezTo>
                    <a:cubicBezTo>
                      <a:pt x="784" y="1389"/>
                      <a:pt x="787" y="1389"/>
                      <a:pt x="789" y="1389"/>
                    </a:cubicBezTo>
                    <a:cubicBezTo>
                      <a:pt x="947" y="1387"/>
                      <a:pt x="1103" y="1330"/>
                      <a:pt x="1226" y="1215"/>
                    </a:cubicBezTo>
                    <a:cubicBezTo>
                      <a:pt x="1804" y="681"/>
                      <a:pt x="2484" y="21"/>
                      <a:pt x="2492" y="15"/>
                    </a:cubicBezTo>
                    <a:cubicBezTo>
                      <a:pt x="2495" y="12"/>
                      <a:pt x="2495" y="7"/>
                      <a:pt x="2492" y="3"/>
                    </a:cubicBezTo>
                    <a:cubicBezTo>
                      <a:pt x="2490" y="1"/>
                      <a:pt x="2488" y="1"/>
                      <a:pt x="2486" y="1"/>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377;p25">
                <a:extLst>
                  <a:ext uri="{FF2B5EF4-FFF2-40B4-BE49-F238E27FC236}">
                    <a16:creationId xmlns:a16="http://schemas.microsoft.com/office/drawing/2014/main" id="{72261510-F928-BD9E-7C16-1861CF2E7D70}"/>
                  </a:ext>
                </a:extLst>
              </p:cNvPr>
              <p:cNvSpPr/>
              <p:nvPr/>
            </p:nvSpPr>
            <p:spPr>
              <a:xfrm>
                <a:off x="1624450" y="2777525"/>
                <a:ext cx="102750" cy="58250"/>
              </a:xfrm>
              <a:custGeom>
                <a:avLst/>
                <a:gdLst/>
                <a:ahLst/>
                <a:cxnLst/>
                <a:rect l="l" t="t" r="r" b="b"/>
                <a:pathLst>
                  <a:path w="4110" h="2330" extrusionOk="0">
                    <a:moveTo>
                      <a:pt x="908" y="1"/>
                    </a:moveTo>
                    <a:cubicBezTo>
                      <a:pt x="804" y="1"/>
                      <a:pt x="704" y="44"/>
                      <a:pt x="631" y="121"/>
                    </a:cubicBezTo>
                    <a:cubicBezTo>
                      <a:pt x="332" y="439"/>
                      <a:pt x="152" y="686"/>
                      <a:pt x="57" y="833"/>
                    </a:cubicBezTo>
                    <a:cubicBezTo>
                      <a:pt x="1" y="919"/>
                      <a:pt x="7" y="1033"/>
                      <a:pt x="73" y="1113"/>
                    </a:cubicBezTo>
                    <a:lnTo>
                      <a:pt x="154" y="1212"/>
                    </a:lnTo>
                    <a:lnTo>
                      <a:pt x="81" y="1277"/>
                    </a:lnTo>
                    <a:cubicBezTo>
                      <a:pt x="19" y="1334"/>
                      <a:pt x="13" y="1431"/>
                      <a:pt x="66" y="1496"/>
                    </a:cubicBezTo>
                    <a:lnTo>
                      <a:pt x="135" y="1578"/>
                    </a:lnTo>
                    <a:cubicBezTo>
                      <a:pt x="167" y="1616"/>
                      <a:pt x="212" y="1636"/>
                      <a:pt x="259" y="1636"/>
                    </a:cubicBezTo>
                    <a:cubicBezTo>
                      <a:pt x="295" y="1636"/>
                      <a:pt x="332" y="1623"/>
                      <a:pt x="363" y="1598"/>
                    </a:cubicBezTo>
                    <a:lnTo>
                      <a:pt x="363" y="1598"/>
                    </a:lnTo>
                    <a:cubicBezTo>
                      <a:pt x="308" y="1660"/>
                      <a:pt x="305" y="1752"/>
                      <a:pt x="356" y="1818"/>
                    </a:cubicBezTo>
                    <a:lnTo>
                      <a:pt x="376" y="1843"/>
                    </a:lnTo>
                    <a:cubicBezTo>
                      <a:pt x="409" y="1886"/>
                      <a:pt x="459" y="1908"/>
                      <a:pt x="511" y="1908"/>
                    </a:cubicBezTo>
                    <a:cubicBezTo>
                      <a:pt x="537" y="1908"/>
                      <a:pt x="563" y="1903"/>
                      <a:pt x="588" y="1890"/>
                    </a:cubicBezTo>
                    <a:lnTo>
                      <a:pt x="602" y="1884"/>
                    </a:lnTo>
                    <a:lnTo>
                      <a:pt x="602" y="1884"/>
                    </a:lnTo>
                    <a:cubicBezTo>
                      <a:pt x="543" y="1936"/>
                      <a:pt x="540" y="2027"/>
                      <a:pt x="596" y="2081"/>
                    </a:cubicBezTo>
                    <a:lnTo>
                      <a:pt x="685" y="2171"/>
                    </a:lnTo>
                    <a:cubicBezTo>
                      <a:pt x="711" y="2197"/>
                      <a:pt x="746" y="2210"/>
                      <a:pt x="781" y="2210"/>
                    </a:cubicBezTo>
                    <a:cubicBezTo>
                      <a:pt x="807" y="2210"/>
                      <a:pt x="833" y="2203"/>
                      <a:pt x="856" y="2187"/>
                    </a:cubicBezTo>
                    <a:lnTo>
                      <a:pt x="1347" y="1855"/>
                    </a:lnTo>
                    <a:cubicBezTo>
                      <a:pt x="1347" y="1855"/>
                      <a:pt x="1588" y="2121"/>
                      <a:pt x="2554" y="2316"/>
                    </a:cubicBezTo>
                    <a:cubicBezTo>
                      <a:pt x="3070" y="2327"/>
                      <a:pt x="3481" y="2330"/>
                      <a:pt x="3751" y="2330"/>
                    </a:cubicBezTo>
                    <a:cubicBezTo>
                      <a:pt x="3982" y="2330"/>
                      <a:pt x="4110" y="2328"/>
                      <a:pt x="4110" y="2328"/>
                    </a:cubicBezTo>
                    <a:cubicBezTo>
                      <a:pt x="3774" y="1815"/>
                      <a:pt x="3913" y="786"/>
                      <a:pt x="3913" y="786"/>
                    </a:cubicBezTo>
                    <a:cubicBezTo>
                      <a:pt x="3913" y="786"/>
                      <a:pt x="2447" y="103"/>
                      <a:pt x="934" y="1"/>
                    </a:cubicBezTo>
                    <a:cubicBezTo>
                      <a:pt x="925" y="1"/>
                      <a:pt x="917" y="1"/>
                      <a:pt x="908" y="1"/>
                    </a:cubicBezTo>
                    <a:close/>
                  </a:path>
                </a:pathLst>
              </a:custGeom>
              <a:solidFill>
                <a:srgbClr val="F7B6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378;p25">
                <a:extLst>
                  <a:ext uri="{FF2B5EF4-FFF2-40B4-BE49-F238E27FC236}">
                    <a16:creationId xmlns:a16="http://schemas.microsoft.com/office/drawing/2014/main" id="{B69738E7-7BA2-1E9A-0698-816131336C91}"/>
                  </a:ext>
                </a:extLst>
              </p:cNvPr>
              <p:cNvSpPr/>
              <p:nvPr/>
            </p:nvSpPr>
            <p:spPr>
              <a:xfrm>
                <a:off x="1626275" y="2789825"/>
                <a:ext cx="52725" cy="19850"/>
              </a:xfrm>
              <a:custGeom>
                <a:avLst/>
                <a:gdLst/>
                <a:ahLst/>
                <a:cxnLst/>
                <a:rect l="l" t="t" r="r" b="b"/>
                <a:pathLst>
                  <a:path w="2109" h="794" extrusionOk="0">
                    <a:moveTo>
                      <a:pt x="953" y="1"/>
                    </a:moveTo>
                    <a:cubicBezTo>
                      <a:pt x="926" y="1"/>
                      <a:pt x="902" y="3"/>
                      <a:pt x="882" y="6"/>
                    </a:cubicBezTo>
                    <a:cubicBezTo>
                      <a:pt x="882" y="8"/>
                      <a:pt x="880" y="8"/>
                      <a:pt x="879" y="8"/>
                    </a:cubicBezTo>
                    <a:cubicBezTo>
                      <a:pt x="662" y="152"/>
                      <a:pt x="9" y="774"/>
                      <a:pt x="3" y="780"/>
                    </a:cubicBezTo>
                    <a:cubicBezTo>
                      <a:pt x="0" y="783"/>
                      <a:pt x="0" y="788"/>
                      <a:pt x="3" y="791"/>
                    </a:cubicBezTo>
                    <a:cubicBezTo>
                      <a:pt x="5" y="792"/>
                      <a:pt x="6" y="794"/>
                      <a:pt x="9" y="794"/>
                    </a:cubicBezTo>
                    <a:cubicBezTo>
                      <a:pt x="11" y="794"/>
                      <a:pt x="12" y="792"/>
                      <a:pt x="14" y="791"/>
                    </a:cubicBezTo>
                    <a:cubicBezTo>
                      <a:pt x="20" y="785"/>
                      <a:pt x="668" y="167"/>
                      <a:pt x="886" y="21"/>
                    </a:cubicBezTo>
                    <a:cubicBezTo>
                      <a:pt x="905" y="18"/>
                      <a:pt x="928" y="16"/>
                      <a:pt x="954" y="16"/>
                    </a:cubicBezTo>
                    <a:cubicBezTo>
                      <a:pt x="1276" y="16"/>
                      <a:pt x="2088" y="259"/>
                      <a:pt x="2097" y="262"/>
                    </a:cubicBezTo>
                    <a:cubicBezTo>
                      <a:pt x="2097" y="263"/>
                      <a:pt x="2098" y="263"/>
                      <a:pt x="2099" y="263"/>
                    </a:cubicBezTo>
                    <a:cubicBezTo>
                      <a:pt x="2103" y="263"/>
                      <a:pt x="2106" y="260"/>
                      <a:pt x="2107" y="258"/>
                    </a:cubicBezTo>
                    <a:cubicBezTo>
                      <a:pt x="2109" y="253"/>
                      <a:pt x="2106" y="249"/>
                      <a:pt x="2101" y="247"/>
                    </a:cubicBezTo>
                    <a:cubicBezTo>
                      <a:pt x="2065" y="236"/>
                      <a:pt x="1276" y="1"/>
                      <a:pt x="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379;p25">
                <a:extLst>
                  <a:ext uri="{FF2B5EF4-FFF2-40B4-BE49-F238E27FC236}">
                    <a16:creationId xmlns:a16="http://schemas.microsoft.com/office/drawing/2014/main" id="{C783BC0C-1D64-A552-EC5B-27B2437D5B39}"/>
                  </a:ext>
                </a:extLst>
              </p:cNvPr>
              <p:cNvSpPr/>
              <p:nvPr/>
            </p:nvSpPr>
            <p:spPr>
              <a:xfrm>
                <a:off x="1632750" y="2804500"/>
                <a:ext cx="43450" cy="13550"/>
              </a:xfrm>
              <a:custGeom>
                <a:avLst/>
                <a:gdLst/>
                <a:ahLst/>
                <a:cxnLst/>
                <a:rect l="l" t="t" r="r" b="b"/>
                <a:pathLst>
                  <a:path w="1738" h="542" extrusionOk="0">
                    <a:moveTo>
                      <a:pt x="674" y="0"/>
                    </a:moveTo>
                    <a:cubicBezTo>
                      <a:pt x="653" y="0"/>
                      <a:pt x="633" y="1"/>
                      <a:pt x="615" y="2"/>
                    </a:cubicBezTo>
                    <a:cubicBezTo>
                      <a:pt x="614" y="2"/>
                      <a:pt x="614" y="2"/>
                      <a:pt x="612" y="4"/>
                    </a:cubicBezTo>
                    <a:cubicBezTo>
                      <a:pt x="409" y="128"/>
                      <a:pt x="8" y="525"/>
                      <a:pt x="3" y="528"/>
                    </a:cubicBezTo>
                    <a:cubicBezTo>
                      <a:pt x="0" y="531"/>
                      <a:pt x="0" y="537"/>
                      <a:pt x="3" y="540"/>
                    </a:cubicBezTo>
                    <a:cubicBezTo>
                      <a:pt x="5" y="542"/>
                      <a:pt x="8" y="542"/>
                      <a:pt x="9" y="542"/>
                    </a:cubicBezTo>
                    <a:cubicBezTo>
                      <a:pt x="11" y="542"/>
                      <a:pt x="14" y="542"/>
                      <a:pt x="15" y="540"/>
                    </a:cubicBezTo>
                    <a:cubicBezTo>
                      <a:pt x="18" y="536"/>
                      <a:pt x="417" y="143"/>
                      <a:pt x="618" y="18"/>
                    </a:cubicBezTo>
                    <a:cubicBezTo>
                      <a:pt x="635" y="16"/>
                      <a:pt x="654" y="16"/>
                      <a:pt x="674" y="16"/>
                    </a:cubicBezTo>
                    <a:cubicBezTo>
                      <a:pt x="1012" y="16"/>
                      <a:pt x="1720" y="187"/>
                      <a:pt x="1727" y="190"/>
                    </a:cubicBezTo>
                    <a:cubicBezTo>
                      <a:pt x="1732" y="190"/>
                      <a:pt x="1736" y="189"/>
                      <a:pt x="1736" y="184"/>
                    </a:cubicBezTo>
                    <a:cubicBezTo>
                      <a:pt x="1738" y="180"/>
                      <a:pt x="1735" y="175"/>
                      <a:pt x="1732" y="174"/>
                    </a:cubicBezTo>
                    <a:cubicBezTo>
                      <a:pt x="1723" y="172"/>
                      <a:pt x="1014" y="0"/>
                      <a:pt x="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380;p25">
                <a:extLst>
                  <a:ext uri="{FF2B5EF4-FFF2-40B4-BE49-F238E27FC236}">
                    <a16:creationId xmlns:a16="http://schemas.microsoft.com/office/drawing/2014/main" id="{D537327B-1E82-70BD-30CD-49BE39A65E29}"/>
                  </a:ext>
                </a:extLst>
              </p:cNvPr>
              <p:cNvSpPr/>
              <p:nvPr/>
            </p:nvSpPr>
            <p:spPr>
              <a:xfrm>
                <a:off x="1638925" y="2814925"/>
                <a:ext cx="39400" cy="10100"/>
              </a:xfrm>
              <a:custGeom>
                <a:avLst/>
                <a:gdLst/>
                <a:ahLst/>
                <a:cxnLst/>
                <a:rect l="l" t="t" r="r" b="b"/>
                <a:pathLst>
                  <a:path w="1576" h="404" extrusionOk="0">
                    <a:moveTo>
                      <a:pt x="570" y="1"/>
                    </a:moveTo>
                    <a:cubicBezTo>
                      <a:pt x="554" y="1"/>
                      <a:pt x="538" y="1"/>
                      <a:pt x="524" y="2"/>
                    </a:cubicBezTo>
                    <a:cubicBezTo>
                      <a:pt x="523" y="2"/>
                      <a:pt x="521" y="2"/>
                      <a:pt x="520" y="3"/>
                    </a:cubicBezTo>
                    <a:cubicBezTo>
                      <a:pt x="332" y="132"/>
                      <a:pt x="8" y="387"/>
                      <a:pt x="3" y="388"/>
                    </a:cubicBezTo>
                    <a:cubicBezTo>
                      <a:pt x="0" y="391"/>
                      <a:pt x="0" y="396"/>
                      <a:pt x="3" y="400"/>
                    </a:cubicBezTo>
                    <a:cubicBezTo>
                      <a:pt x="5" y="402"/>
                      <a:pt x="6" y="403"/>
                      <a:pt x="9" y="403"/>
                    </a:cubicBezTo>
                    <a:cubicBezTo>
                      <a:pt x="11" y="403"/>
                      <a:pt x="12" y="402"/>
                      <a:pt x="14" y="402"/>
                    </a:cubicBezTo>
                    <a:cubicBezTo>
                      <a:pt x="17" y="399"/>
                      <a:pt x="338" y="147"/>
                      <a:pt x="527" y="17"/>
                    </a:cubicBezTo>
                    <a:cubicBezTo>
                      <a:pt x="540" y="16"/>
                      <a:pt x="555" y="16"/>
                      <a:pt x="570" y="16"/>
                    </a:cubicBezTo>
                    <a:cubicBezTo>
                      <a:pt x="867" y="16"/>
                      <a:pt x="1558" y="163"/>
                      <a:pt x="1565" y="166"/>
                    </a:cubicBezTo>
                    <a:cubicBezTo>
                      <a:pt x="1569" y="166"/>
                      <a:pt x="1572" y="163"/>
                      <a:pt x="1574" y="160"/>
                    </a:cubicBezTo>
                    <a:cubicBezTo>
                      <a:pt x="1575" y="155"/>
                      <a:pt x="1572" y="150"/>
                      <a:pt x="1568" y="149"/>
                    </a:cubicBezTo>
                    <a:cubicBezTo>
                      <a:pt x="1561" y="147"/>
                      <a:pt x="87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381;p25">
                <a:extLst>
                  <a:ext uri="{FF2B5EF4-FFF2-40B4-BE49-F238E27FC236}">
                    <a16:creationId xmlns:a16="http://schemas.microsoft.com/office/drawing/2014/main" id="{D3CB1305-65AD-40F5-5E5E-AC9F0A419299}"/>
                  </a:ext>
                </a:extLst>
              </p:cNvPr>
              <p:cNvSpPr/>
              <p:nvPr/>
            </p:nvSpPr>
            <p:spPr>
              <a:xfrm>
                <a:off x="2007925" y="2677350"/>
                <a:ext cx="90500" cy="131800"/>
              </a:xfrm>
              <a:custGeom>
                <a:avLst/>
                <a:gdLst/>
                <a:ahLst/>
                <a:cxnLst/>
                <a:rect l="l" t="t" r="r" b="b"/>
                <a:pathLst>
                  <a:path w="3620" h="5272" extrusionOk="0">
                    <a:moveTo>
                      <a:pt x="2940" y="1"/>
                    </a:moveTo>
                    <a:cubicBezTo>
                      <a:pt x="2359" y="778"/>
                      <a:pt x="596" y="2179"/>
                      <a:pt x="1" y="2641"/>
                    </a:cubicBezTo>
                    <a:cubicBezTo>
                      <a:pt x="39" y="2691"/>
                      <a:pt x="74" y="2741"/>
                      <a:pt x="107" y="2791"/>
                    </a:cubicBezTo>
                    <a:cubicBezTo>
                      <a:pt x="381" y="3212"/>
                      <a:pt x="493" y="3621"/>
                      <a:pt x="493" y="3621"/>
                    </a:cubicBezTo>
                    <a:lnTo>
                      <a:pt x="2434" y="1503"/>
                    </a:lnTo>
                    <a:cubicBezTo>
                      <a:pt x="2434" y="1503"/>
                      <a:pt x="2737" y="3200"/>
                      <a:pt x="3139" y="4979"/>
                    </a:cubicBezTo>
                    <a:cubicBezTo>
                      <a:pt x="3162" y="5078"/>
                      <a:pt x="3183" y="5175"/>
                      <a:pt x="3206" y="5272"/>
                    </a:cubicBezTo>
                    <a:cubicBezTo>
                      <a:pt x="3282" y="5260"/>
                      <a:pt x="3359" y="5240"/>
                      <a:pt x="3439" y="5214"/>
                    </a:cubicBezTo>
                    <a:lnTo>
                      <a:pt x="3438" y="5214"/>
                    </a:lnTo>
                    <a:cubicBezTo>
                      <a:pt x="3620" y="3071"/>
                      <a:pt x="2940" y="1"/>
                      <a:pt x="29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382;p25">
                <a:extLst>
                  <a:ext uri="{FF2B5EF4-FFF2-40B4-BE49-F238E27FC236}">
                    <a16:creationId xmlns:a16="http://schemas.microsoft.com/office/drawing/2014/main" id="{4A8C44EE-947F-DF7F-35A7-6536D592250C}"/>
                  </a:ext>
                </a:extLst>
              </p:cNvPr>
              <p:cNvSpPr/>
              <p:nvPr/>
            </p:nvSpPr>
            <p:spPr>
              <a:xfrm>
                <a:off x="2027850" y="2768225"/>
                <a:ext cx="17525" cy="26700"/>
              </a:xfrm>
              <a:custGeom>
                <a:avLst/>
                <a:gdLst/>
                <a:ahLst/>
                <a:cxnLst/>
                <a:rect l="l" t="t" r="r" b="b"/>
                <a:pathLst>
                  <a:path w="701" h="1068" extrusionOk="0">
                    <a:moveTo>
                      <a:pt x="701" y="1"/>
                    </a:moveTo>
                    <a:lnTo>
                      <a:pt x="1" y="1067"/>
                    </a:lnTo>
                    <a:close/>
                  </a:path>
                </a:pathLst>
              </a:custGeom>
              <a:solidFill>
                <a:srgbClr val="F29D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383;p25">
                <a:extLst>
                  <a:ext uri="{FF2B5EF4-FFF2-40B4-BE49-F238E27FC236}">
                    <a16:creationId xmlns:a16="http://schemas.microsoft.com/office/drawing/2014/main" id="{7297BA79-CFC4-62B3-5CE2-159C07F8766E}"/>
                  </a:ext>
                </a:extLst>
              </p:cNvPr>
              <p:cNvSpPr/>
              <p:nvPr/>
            </p:nvSpPr>
            <p:spPr>
              <a:xfrm>
                <a:off x="2027625" y="2768050"/>
                <a:ext cx="17975" cy="27050"/>
              </a:xfrm>
              <a:custGeom>
                <a:avLst/>
                <a:gdLst/>
                <a:ahLst/>
                <a:cxnLst/>
                <a:rect l="l" t="t" r="r" b="b"/>
                <a:pathLst>
                  <a:path w="719" h="1082" extrusionOk="0">
                    <a:moveTo>
                      <a:pt x="709" y="0"/>
                    </a:moveTo>
                    <a:cubicBezTo>
                      <a:pt x="706" y="0"/>
                      <a:pt x="704" y="1"/>
                      <a:pt x="702" y="3"/>
                    </a:cubicBezTo>
                    <a:lnTo>
                      <a:pt x="4" y="1070"/>
                    </a:lnTo>
                    <a:cubicBezTo>
                      <a:pt x="1" y="1074"/>
                      <a:pt x="2" y="1079"/>
                      <a:pt x="5" y="1082"/>
                    </a:cubicBezTo>
                    <a:lnTo>
                      <a:pt x="10" y="1082"/>
                    </a:lnTo>
                    <a:cubicBezTo>
                      <a:pt x="13" y="1082"/>
                      <a:pt x="14" y="1080"/>
                      <a:pt x="16" y="1079"/>
                    </a:cubicBezTo>
                    <a:lnTo>
                      <a:pt x="716" y="12"/>
                    </a:lnTo>
                    <a:cubicBezTo>
                      <a:pt x="719" y="9"/>
                      <a:pt x="717" y="5"/>
                      <a:pt x="714" y="2"/>
                    </a:cubicBezTo>
                    <a:cubicBezTo>
                      <a:pt x="712" y="1"/>
                      <a:pt x="711" y="0"/>
                      <a:pt x="7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384;p25">
                <a:extLst>
                  <a:ext uri="{FF2B5EF4-FFF2-40B4-BE49-F238E27FC236}">
                    <a16:creationId xmlns:a16="http://schemas.microsoft.com/office/drawing/2014/main" id="{DD882879-4075-E2BC-DD14-DCD16DC94BDA}"/>
                  </a:ext>
                </a:extLst>
              </p:cNvPr>
              <p:cNvSpPr/>
              <p:nvPr/>
            </p:nvSpPr>
            <p:spPr>
              <a:xfrm>
                <a:off x="2240100" y="2878550"/>
                <a:ext cx="48950" cy="5350"/>
              </a:xfrm>
              <a:custGeom>
                <a:avLst/>
                <a:gdLst/>
                <a:ahLst/>
                <a:cxnLst/>
                <a:rect l="l" t="t" r="r" b="b"/>
                <a:pathLst>
                  <a:path w="1958" h="214" extrusionOk="0">
                    <a:moveTo>
                      <a:pt x="1824" y="0"/>
                    </a:moveTo>
                    <a:cubicBezTo>
                      <a:pt x="1691" y="0"/>
                      <a:pt x="1472" y="9"/>
                      <a:pt x="1262" y="56"/>
                    </a:cubicBezTo>
                    <a:cubicBezTo>
                      <a:pt x="746" y="191"/>
                      <a:pt x="140" y="197"/>
                      <a:pt x="28" y="197"/>
                    </a:cubicBezTo>
                    <a:cubicBezTo>
                      <a:pt x="17" y="197"/>
                      <a:pt x="10" y="197"/>
                      <a:pt x="10" y="197"/>
                    </a:cubicBezTo>
                    <a:cubicBezTo>
                      <a:pt x="4" y="197"/>
                      <a:pt x="1" y="200"/>
                      <a:pt x="1" y="205"/>
                    </a:cubicBezTo>
                    <a:cubicBezTo>
                      <a:pt x="1" y="209"/>
                      <a:pt x="5" y="212"/>
                      <a:pt x="10" y="212"/>
                    </a:cubicBezTo>
                    <a:cubicBezTo>
                      <a:pt x="10" y="212"/>
                      <a:pt x="19" y="213"/>
                      <a:pt x="34" y="213"/>
                    </a:cubicBezTo>
                    <a:cubicBezTo>
                      <a:pt x="41" y="213"/>
                      <a:pt x="51" y="213"/>
                      <a:pt x="61" y="212"/>
                    </a:cubicBezTo>
                    <a:lnTo>
                      <a:pt x="61" y="214"/>
                    </a:lnTo>
                    <a:cubicBezTo>
                      <a:pt x="232" y="212"/>
                      <a:pt x="787" y="197"/>
                      <a:pt x="1267" y="71"/>
                    </a:cubicBezTo>
                    <a:cubicBezTo>
                      <a:pt x="1469" y="25"/>
                      <a:pt x="1681" y="17"/>
                      <a:pt x="1814" y="17"/>
                    </a:cubicBezTo>
                    <a:cubicBezTo>
                      <a:pt x="1896" y="17"/>
                      <a:pt x="1947" y="20"/>
                      <a:pt x="1949" y="20"/>
                    </a:cubicBezTo>
                    <a:cubicBezTo>
                      <a:pt x="1953" y="20"/>
                      <a:pt x="1956" y="17"/>
                      <a:pt x="1956" y="12"/>
                    </a:cubicBezTo>
                    <a:cubicBezTo>
                      <a:pt x="1958" y="8"/>
                      <a:pt x="1953" y="3"/>
                      <a:pt x="1949" y="3"/>
                    </a:cubicBezTo>
                    <a:cubicBezTo>
                      <a:pt x="1947" y="3"/>
                      <a:pt x="1900" y="0"/>
                      <a:pt x="18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385;p25">
                <a:extLst>
                  <a:ext uri="{FF2B5EF4-FFF2-40B4-BE49-F238E27FC236}">
                    <a16:creationId xmlns:a16="http://schemas.microsoft.com/office/drawing/2014/main" id="{F0950974-4144-2EA6-9C28-AB5696B04151}"/>
                  </a:ext>
                </a:extLst>
              </p:cNvPr>
              <p:cNvSpPr/>
              <p:nvPr/>
            </p:nvSpPr>
            <p:spPr>
              <a:xfrm>
                <a:off x="1539975" y="3377875"/>
                <a:ext cx="164475" cy="88400"/>
              </a:xfrm>
              <a:custGeom>
                <a:avLst/>
                <a:gdLst/>
                <a:ahLst/>
                <a:cxnLst/>
                <a:rect l="l" t="t" r="r" b="b"/>
                <a:pathLst>
                  <a:path w="6579" h="3536" extrusionOk="0">
                    <a:moveTo>
                      <a:pt x="41" y="0"/>
                    </a:moveTo>
                    <a:cubicBezTo>
                      <a:pt x="0" y="211"/>
                      <a:pt x="40" y="342"/>
                      <a:pt x="40" y="342"/>
                    </a:cubicBezTo>
                    <a:lnTo>
                      <a:pt x="4340" y="2665"/>
                    </a:lnTo>
                    <a:lnTo>
                      <a:pt x="4911" y="2755"/>
                    </a:lnTo>
                    <a:lnTo>
                      <a:pt x="4864" y="2945"/>
                    </a:lnTo>
                    <a:lnTo>
                      <a:pt x="5959" y="3535"/>
                    </a:lnTo>
                    <a:cubicBezTo>
                      <a:pt x="5959" y="3535"/>
                      <a:pt x="6364" y="3269"/>
                      <a:pt x="6579" y="2969"/>
                    </a:cubicBezTo>
                    <a:cubicBezTo>
                      <a:pt x="5597" y="2521"/>
                      <a:pt x="1017" y="429"/>
                      <a:pt x="41" y="0"/>
                    </a:cubicBez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386;p25">
                <a:extLst>
                  <a:ext uri="{FF2B5EF4-FFF2-40B4-BE49-F238E27FC236}">
                    <a16:creationId xmlns:a16="http://schemas.microsoft.com/office/drawing/2014/main" id="{AA31C158-C06E-02DC-C3F9-804DC861D5DF}"/>
                  </a:ext>
                </a:extLst>
              </p:cNvPr>
              <p:cNvSpPr/>
              <p:nvPr/>
            </p:nvSpPr>
            <p:spPr>
              <a:xfrm>
                <a:off x="2185625" y="2862150"/>
                <a:ext cx="14450" cy="27600"/>
              </a:xfrm>
              <a:custGeom>
                <a:avLst/>
                <a:gdLst/>
                <a:ahLst/>
                <a:cxnLst/>
                <a:rect l="l" t="t" r="r" b="b"/>
                <a:pathLst>
                  <a:path w="578" h="1104" extrusionOk="0">
                    <a:moveTo>
                      <a:pt x="570" y="0"/>
                    </a:moveTo>
                    <a:cubicBezTo>
                      <a:pt x="565" y="0"/>
                      <a:pt x="560" y="5"/>
                      <a:pt x="560" y="9"/>
                    </a:cubicBezTo>
                    <a:cubicBezTo>
                      <a:pt x="542" y="897"/>
                      <a:pt x="282" y="989"/>
                      <a:pt x="8" y="1088"/>
                    </a:cubicBezTo>
                    <a:cubicBezTo>
                      <a:pt x="3" y="1089"/>
                      <a:pt x="0" y="1094"/>
                      <a:pt x="2" y="1098"/>
                    </a:cubicBezTo>
                    <a:cubicBezTo>
                      <a:pt x="3" y="1102"/>
                      <a:pt x="6" y="1103"/>
                      <a:pt x="9" y="1103"/>
                    </a:cubicBezTo>
                    <a:lnTo>
                      <a:pt x="12" y="1103"/>
                    </a:lnTo>
                    <a:cubicBezTo>
                      <a:pt x="171" y="1047"/>
                      <a:pt x="300" y="991"/>
                      <a:pt x="400" y="842"/>
                    </a:cubicBezTo>
                    <a:cubicBezTo>
                      <a:pt x="512" y="674"/>
                      <a:pt x="568" y="411"/>
                      <a:pt x="577" y="9"/>
                    </a:cubicBezTo>
                    <a:cubicBezTo>
                      <a:pt x="577" y="5"/>
                      <a:pt x="574" y="0"/>
                      <a:pt x="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387;p25">
                <a:extLst>
                  <a:ext uri="{FF2B5EF4-FFF2-40B4-BE49-F238E27FC236}">
                    <a16:creationId xmlns:a16="http://schemas.microsoft.com/office/drawing/2014/main" id="{B2AFC48A-EE2A-DF1F-BB07-E6964ECC94C8}"/>
                  </a:ext>
                </a:extLst>
              </p:cNvPr>
              <p:cNvSpPr/>
              <p:nvPr/>
            </p:nvSpPr>
            <p:spPr>
              <a:xfrm>
                <a:off x="2195950" y="2870925"/>
                <a:ext cx="41575" cy="10925"/>
              </a:xfrm>
              <a:custGeom>
                <a:avLst/>
                <a:gdLst/>
                <a:ahLst/>
                <a:cxnLst/>
                <a:rect l="l" t="t" r="r" b="b"/>
                <a:pathLst>
                  <a:path w="1663" h="437" extrusionOk="0">
                    <a:moveTo>
                      <a:pt x="602" y="1"/>
                    </a:moveTo>
                    <a:cubicBezTo>
                      <a:pt x="531" y="1"/>
                      <a:pt x="468" y="9"/>
                      <a:pt x="413" y="31"/>
                    </a:cubicBezTo>
                    <a:cubicBezTo>
                      <a:pt x="163" y="129"/>
                      <a:pt x="4" y="423"/>
                      <a:pt x="2" y="426"/>
                    </a:cubicBezTo>
                    <a:cubicBezTo>
                      <a:pt x="1" y="429"/>
                      <a:pt x="2" y="434"/>
                      <a:pt x="7" y="437"/>
                    </a:cubicBezTo>
                    <a:lnTo>
                      <a:pt x="10" y="437"/>
                    </a:lnTo>
                    <a:cubicBezTo>
                      <a:pt x="13" y="437"/>
                      <a:pt x="16" y="435"/>
                      <a:pt x="17" y="434"/>
                    </a:cubicBezTo>
                    <a:cubicBezTo>
                      <a:pt x="19" y="431"/>
                      <a:pt x="173" y="142"/>
                      <a:pt x="417" y="46"/>
                    </a:cubicBezTo>
                    <a:cubicBezTo>
                      <a:pt x="471" y="25"/>
                      <a:pt x="531" y="17"/>
                      <a:pt x="599" y="17"/>
                    </a:cubicBezTo>
                    <a:cubicBezTo>
                      <a:pt x="689" y="17"/>
                      <a:pt x="791" y="31"/>
                      <a:pt x="908" y="46"/>
                    </a:cubicBezTo>
                    <a:cubicBezTo>
                      <a:pt x="1058" y="65"/>
                      <a:pt x="1235" y="89"/>
                      <a:pt x="1438" y="89"/>
                    </a:cubicBezTo>
                    <a:cubicBezTo>
                      <a:pt x="1507" y="89"/>
                      <a:pt x="1579" y="86"/>
                      <a:pt x="1655" y="79"/>
                    </a:cubicBezTo>
                    <a:cubicBezTo>
                      <a:pt x="1659" y="79"/>
                      <a:pt x="1662" y="75"/>
                      <a:pt x="1662" y="72"/>
                    </a:cubicBezTo>
                    <a:cubicBezTo>
                      <a:pt x="1661" y="67"/>
                      <a:pt x="1658" y="64"/>
                      <a:pt x="1653" y="64"/>
                    </a:cubicBezTo>
                    <a:cubicBezTo>
                      <a:pt x="1579" y="71"/>
                      <a:pt x="1507" y="74"/>
                      <a:pt x="1439" y="74"/>
                    </a:cubicBezTo>
                    <a:cubicBezTo>
                      <a:pt x="1236" y="74"/>
                      <a:pt x="1060" y="50"/>
                      <a:pt x="911" y="30"/>
                    </a:cubicBezTo>
                    <a:cubicBezTo>
                      <a:pt x="795" y="14"/>
                      <a:pt x="692" y="1"/>
                      <a:pt x="6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388;p25">
                <a:extLst>
                  <a:ext uri="{FF2B5EF4-FFF2-40B4-BE49-F238E27FC236}">
                    <a16:creationId xmlns:a16="http://schemas.microsoft.com/office/drawing/2014/main" id="{1EBCAFAD-AD9C-E080-504C-AEEB041BFDC1}"/>
                  </a:ext>
                </a:extLst>
              </p:cNvPr>
              <p:cNvSpPr/>
              <p:nvPr/>
            </p:nvSpPr>
            <p:spPr>
              <a:xfrm>
                <a:off x="1957875" y="2688475"/>
                <a:ext cx="52750" cy="72325"/>
              </a:xfrm>
              <a:custGeom>
                <a:avLst/>
                <a:gdLst/>
                <a:ahLst/>
                <a:cxnLst/>
                <a:rect l="l" t="t" r="r" b="b"/>
                <a:pathLst>
                  <a:path w="2110" h="2893" extrusionOk="0">
                    <a:moveTo>
                      <a:pt x="87" y="1"/>
                    </a:moveTo>
                    <a:cubicBezTo>
                      <a:pt x="66" y="45"/>
                      <a:pt x="35" y="104"/>
                      <a:pt x="1" y="177"/>
                    </a:cubicBezTo>
                    <a:cubicBezTo>
                      <a:pt x="122" y="274"/>
                      <a:pt x="473" y="578"/>
                      <a:pt x="597" y="907"/>
                    </a:cubicBezTo>
                    <a:cubicBezTo>
                      <a:pt x="655" y="1032"/>
                      <a:pt x="352" y="879"/>
                      <a:pt x="343" y="1066"/>
                    </a:cubicBezTo>
                    <a:cubicBezTo>
                      <a:pt x="332" y="1252"/>
                      <a:pt x="1671" y="1572"/>
                      <a:pt x="1711" y="2892"/>
                    </a:cubicBezTo>
                    <a:cubicBezTo>
                      <a:pt x="1721" y="2879"/>
                      <a:pt x="1732" y="2865"/>
                      <a:pt x="1742" y="2853"/>
                    </a:cubicBezTo>
                    <a:cubicBezTo>
                      <a:pt x="1874" y="2684"/>
                      <a:pt x="1997" y="2514"/>
                      <a:pt x="2109" y="2346"/>
                    </a:cubicBezTo>
                    <a:lnTo>
                      <a:pt x="2109" y="2346"/>
                    </a:lnTo>
                    <a:cubicBezTo>
                      <a:pt x="2109" y="2347"/>
                      <a:pt x="2109" y="2347"/>
                      <a:pt x="2109" y="2347"/>
                    </a:cubicBezTo>
                    <a:lnTo>
                      <a:pt x="2109" y="2346"/>
                    </a:lnTo>
                    <a:cubicBezTo>
                      <a:pt x="2109" y="2346"/>
                      <a:pt x="2109" y="2346"/>
                      <a:pt x="2109" y="2346"/>
                    </a:cubicBezTo>
                    <a:lnTo>
                      <a:pt x="2109" y="2346"/>
                    </a:lnTo>
                    <a:cubicBezTo>
                      <a:pt x="2033" y="2232"/>
                      <a:pt x="1947" y="2115"/>
                      <a:pt x="1847" y="2006"/>
                    </a:cubicBezTo>
                    <a:cubicBezTo>
                      <a:pt x="1809" y="1965"/>
                      <a:pt x="1770" y="1928"/>
                      <a:pt x="1729" y="1888"/>
                    </a:cubicBezTo>
                    <a:cubicBezTo>
                      <a:pt x="1176" y="1373"/>
                      <a:pt x="540" y="1214"/>
                      <a:pt x="564" y="1125"/>
                    </a:cubicBezTo>
                    <a:cubicBezTo>
                      <a:pt x="568" y="1109"/>
                      <a:pt x="588" y="1103"/>
                      <a:pt x="617" y="1103"/>
                    </a:cubicBezTo>
                    <a:cubicBezTo>
                      <a:pt x="726" y="1103"/>
                      <a:pt x="972" y="1188"/>
                      <a:pt x="1092" y="1188"/>
                    </a:cubicBezTo>
                    <a:cubicBezTo>
                      <a:pt x="1126" y="1188"/>
                      <a:pt x="1150" y="1181"/>
                      <a:pt x="1158" y="1164"/>
                    </a:cubicBezTo>
                    <a:cubicBezTo>
                      <a:pt x="1234" y="1008"/>
                      <a:pt x="723" y="455"/>
                      <a:pt x="225" y="96"/>
                    </a:cubicBezTo>
                    <a:cubicBezTo>
                      <a:pt x="178" y="63"/>
                      <a:pt x="132" y="31"/>
                      <a:pt x="87" y="1"/>
                    </a:cubicBezTo>
                    <a:close/>
                  </a:path>
                </a:pathLst>
              </a:custGeom>
              <a:solidFill>
                <a:srgbClr val="F288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389;p25">
                <a:extLst>
                  <a:ext uri="{FF2B5EF4-FFF2-40B4-BE49-F238E27FC236}">
                    <a16:creationId xmlns:a16="http://schemas.microsoft.com/office/drawing/2014/main" id="{A203C7B8-C9FF-6B06-89C9-CBB6EFEDAC83}"/>
                  </a:ext>
                </a:extLst>
              </p:cNvPr>
              <p:cNvSpPr/>
              <p:nvPr/>
            </p:nvSpPr>
            <p:spPr>
              <a:xfrm>
                <a:off x="2020025" y="2700550"/>
                <a:ext cx="62375" cy="67525"/>
              </a:xfrm>
              <a:custGeom>
                <a:avLst/>
                <a:gdLst/>
                <a:ahLst/>
                <a:cxnLst/>
                <a:rect l="l" t="t" r="r" b="b"/>
                <a:pathLst>
                  <a:path w="2495" h="2701" extrusionOk="0">
                    <a:moveTo>
                      <a:pt x="2487" y="0"/>
                    </a:moveTo>
                    <a:cubicBezTo>
                      <a:pt x="2485" y="0"/>
                      <a:pt x="2483" y="1"/>
                      <a:pt x="2481" y="3"/>
                    </a:cubicBezTo>
                    <a:cubicBezTo>
                      <a:pt x="1724" y="801"/>
                      <a:pt x="20" y="2668"/>
                      <a:pt x="3" y="2688"/>
                    </a:cubicBezTo>
                    <a:cubicBezTo>
                      <a:pt x="0" y="2691"/>
                      <a:pt x="0" y="2696"/>
                      <a:pt x="3" y="2699"/>
                    </a:cubicBezTo>
                    <a:cubicBezTo>
                      <a:pt x="5" y="2700"/>
                      <a:pt x="6" y="2700"/>
                      <a:pt x="9" y="2700"/>
                    </a:cubicBezTo>
                    <a:cubicBezTo>
                      <a:pt x="11" y="2700"/>
                      <a:pt x="12" y="2700"/>
                      <a:pt x="14" y="2699"/>
                    </a:cubicBezTo>
                    <a:cubicBezTo>
                      <a:pt x="32" y="2679"/>
                      <a:pt x="1736" y="811"/>
                      <a:pt x="2492" y="13"/>
                    </a:cubicBezTo>
                    <a:cubicBezTo>
                      <a:pt x="2495" y="10"/>
                      <a:pt x="2495" y="6"/>
                      <a:pt x="2492" y="3"/>
                    </a:cubicBezTo>
                    <a:cubicBezTo>
                      <a:pt x="2490" y="1"/>
                      <a:pt x="2488" y="0"/>
                      <a:pt x="24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390;p25">
                <a:extLst>
                  <a:ext uri="{FF2B5EF4-FFF2-40B4-BE49-F238E27FC236}">
                    <a16:creationId xmlns:a16="http://schemas.microsoft.com/office/drawing/2014/main" id="{DC380C6E-6AF3-C01B-3A03-DD7AF832506A}"/>
                  </a:ext>
                </a:extLst>
              </p:cNvPr>
              <p:cNvSpPr/>
              <p:nvPr/>
            </p:nvSpPr>
            <p:spPr>
              <a:xfrm>
                <a:off x="1947850" y="2682800"/>
                <a:ext cx="72600" cy="85275"/>
              </a:xfrm>
              <a:custGeom>
                <a:avLst/>
                <a:gdLst/>
                <a:ahLst/>
                <a:cxnLst/>
                <a:rect l="l" t="t" r="r" b="b"/>
                <a:pathLst>
                  <a:path w="2904" h="3411" extrusionOk="0">
                    <a:moveTo>
                      <a:pt x="9" y="1"/>
                    </a:moveTo>
                    <a:cubicBezTo>
                      <a:pt x="5" y="1"/>
                      <a:pt x="2" y="4"/>
                      <a:pt x="0" y="7"/>
                    </a:cubicBezTo>
                    <a:cubicBezTo>
                      <a:pt x="0" y="11"/>
                      <a:pt x="2" y="16"/>
                      <a:pt x="6" y="16"/>
                    </a:cubicBezTo>
                    <a:cubicBezTo>
                      <a:pt x="129" y="37"/>
                      <a:pt x="294" y="113"/>
                      <a:pt x="483" y="235"/>
                    </a:cubicBezTo>
                    <a:cubicBezTo>
                      <a:pt x="527" y="264"/>
                      <a:pt x="573" y="296"/>
                      <a:pt x="620" y="329"/>
                    </a:cubicBezTo>
                    <a:cubicBezTo>
                      <a:pt x="671" y="366"/>
                      <a:pt x="726" y="407"/>
                      <a:pt x="780" y="451"/>
                    </a:cubicBezTo>
                    <a:cubicBezTo>
                      <a:pt x="1197" y="782"/>
                      <a:pt x="1539" y="1173"/>
                      <a:pt x="1557" y="1341"/>
                    </a:cubicBezTo>
                    <a:cubicBezTo>
                      <a:pt x="1559" y="1359"/>
                      <a:pt x="1557" y="1374"/>
                      <a:pt x="1551" y="1388"/>
                    </a:cubicBezTo>
                    <a:cubicBezTo>
                      <a:pt x="1545" y="1402"/>
                      <a:pt x="1524" y="1407"/>
                      <a:pt x="1495" y="1407"/>
                    </a:cubicBezTo>
                    <a:cubicBezTo>
                      <a:pt x="1433" y="1407"/>
                      <a:pt x="1332" y="1383"/>
                      <a:pt x="1245" y="1362"/>
                    </a:cubicBezTo>
                    <a:cubicBezTo>
                      <a:pt x="1155" y="1341"/>
                      <a:pt x="1072" y="1321"/>
                      <a:pt x="1018" y="1321"/>
                    </a:cubicBezTo>
                    <a:cubicBezTo>
                      <a:pt x="984" y="1321"/>
                      <a:pt x="962" y="1329"/>
                      <a:pt x="956" y="1349"/>
                    </a:cubicBezTo>
                    <a:cubicBezTo>
                      <a:pt x="945" y="1391"/>
                      <a:pt x="1035" y="1435"/>
                      <a:pt x="1195" y="1515"/>
                    </a:cubicBezTo>
                    <a:cubicBezTo>
                      <a:pt x="1433" y="1632"/>
                      <a:pt x="1791" y="1811"/>
                      <a:pt x="2125" y="2121"/>
                    </a:cubicBezTo>
                    <a:cubicBezTo>
                      <a:pt x="2165" y="2159"/>
                      <a:pt x="2204" y="2198"/>
                      <a:pt x="2242" y="2239"/>
                    </a:cubicBezTo>
                    <a:cubicBezTo>
                      <a:pt x="2295" y="2295"/>
                      <a:pt x="2346" y="2358"/>
                      <a:pt x="2395" y="2424"/>
                    </a:cubicBezTo>
                    <a:cubicBezTo>
                      <a:pt x="2433" y="2473"/>
                      <a:pt x="2468" y="2524"/>
                      <a:pt x="2502" y="2577"/>
                    </a:cubicBezTo>
                    <a:cubicBezTo>
                      <a:pt x="2774" y="2992"/>
                      <a:pt x="2887" y="3401"/>
                      <a:pt x="2889" y="3406"/>
                    </a:cubicBezTo>
                    <a:cubicBezTo>
                      <a:pt x="2889" y="3409"/>
                      <a:pt x="2892" y="3410"/>
                      <a:pt x="2896" y="3410"/>
                    </a:cubicBezTo>
                    <a:lnTo>
                      <a:pt x="2898" y="3410"/>
                    </a:lnTo>
                    <a:cubicBezTo>
                      <a:pt x="2902" y="3409"/>
                      <a:pt x="2904" y="3406"/>
                      <a:pt x="2904" y="3401"/>
                    </a:cubicBezTo>
                    <a:cubicBezTo>
                      <a:pt x="2902" y="3397"/>
                      <a:pt x="2787" y="2986"/>
                      <a:pt x="2516" y="2568"/>
                    </a:cubicBezTo>
                    <a:cubicBezTo>
                      <a:pt x="2481" y="2515"/>
                      <a:pt x="2445" y="2464"/>
                      <a:pt x="2409" y="2415"/>
                    </a:cubicBezTo>
                    <a:cubicBezTo>
                      <a:pt x="2359" y="2348"/>
                      <a:pt x="2306" y="2285"/>
                      <a:pt x="2253" y="2227"/>
                    </a:cubicBezTo>
                    <a:cubicBezTo>
                      <a:pt x="2215" y="2186"/>
                      <a:pt x="2175" y="2147"/>
                      <a:pt x="2136" y="2109"/>
                    </a:cubicBezTo>
                    <a:cubicBezTo>
                      <a:pt x="1800" y="1797"/>
                      <a:pt x="1441" y="1618"/>
                      <a:pt x="1203" y="1500"/>
                    </a:cubicBezTo>
                    <a:cubicBezTo>
                      <a:pt x="1070" y="1435"/>
                      <a:pt x="964" y="1382"/>
                      <a:pt x="973" y="1353"/>
                    </a:cubicBezTo>
                    <a:cubicBezTo>
                      <a:pt x="976" y="1342"/>
                      <a:pt x="992" y="1337"/>
                      <a:pt x="1016" y="1337"/>
                    </a:cubicBezTo>
                    <a:cubicBezTo>
                      <a:pt x="1068" y="1337"/>
                      <a:pt x="1159" y="1358"/>
                      <a:pt x="1242" y="1378"/>
                    </a:cubicBezTo>
                    <a:cubicBezTo>
                      <a:pt x="1338" y="1400"/>
                      <a:pt x="1431" y="1422"/>
                      <a:pt x="1493" y="1422"/>
                    </a:cubicBezTo>
                    <a:cubicBezTo>
                      <a:pt x="1530" y="1422"/>
                      <a:pt x="1557" y="1415"/>
                      <a:pt x="1566" y="1394"/>
                    </a:cubicBezTo>
                    <a:cubicBezTo>
                      <a:pt x="1574" y="1379"/>
                      <a:pt x="1575" y="1361"/>
                      <a:pt x="1574" y="1340"/>
                    </a:cubicBezTo>
                    <a:cubicBezTo>
                      <a:pt x="1551" y="1149"/>
                      <a:pt x="1157" y="731"/>
                      <a:pt x="789" y="438"/>
                    </a:cubicBezTo>
                    <a:cubicBezTo>
                      <a:pt x="735" y="394"/>
                      <a:pt x="680" y="354"/>
                      <a:pt x="630" y="316"/>
                    </a:cubicBezTo>
                    <a:cubicBezTo>
                      <a:pt x="582" y="282"/>
                      <a:pt x="536" y="251"/>
                      <a:pt x="491" y="222"/>
                    </a:cubicBezTo>
                    <a:cubicBezTo>
                      <a:pt x="302" y="99"/>
                      <a:pt x="135" y="22"/>
                      <a:pt x="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391;p25">
                <a:extLst>
                  <a:ext uri="{FF2B5EF4-FFF2-40B4-BE49-F238E27FC236}">
                    <a16:creationId xmlns:a16="http://schemas.microsoft.com/office/drawing/2014/main" id="{B064ACD0-5BDA-A087-3269-C6D481638E1D}"/>
                  </a:ext>
                </a:extLst>
              </p:cNvPr>
              <p:cNvSpPr/>
              <p:nvPr/>
            </p:nvSpPr>
            <p:spPr>
              <a:xfrm>
                <a:off x="2045650" y="2469875"/>
                <a:ext cx="121550" cy="46150"/>
              </a:xfrm>
              <a:custGeom>
                <a:avLst/>
                <a:gdLst/>
                <a:ahLst/>
                <a:cxnLst/>
                <a:rect l="l" t="t" r="r" b="b"/>
                <a:pathLst>
                  <a:path w="4862" h="1846" extrusionOk="0">
                    <a:moveTo>
                      <a:pt x="4854" y="0"/>
                    </a:moveTo>
                    <a:cubicBezTo>
                      <a:pt x="4695" y="5"/>
                      <a:pt x="4555" y="20"/>
                      <a:pt x="4442" y="47"/>
                    </a:cubicBezTo>
                    <a:cubicBezTo>
                      <a:pt x="4401" y="56"/>
                      <a:pt x="4361" y="67"/>
                      <a:pt x="4325" y="81"/>
                    </a:cubicBezTo>
                    <a:cubicBezTo>
                      <a:pt x="4277" y="97"/>
                      <a:pt x="4207" y="123"/>
                      <a:pt x="4118" y="153"/>
                    </a:cubicBezTo>
                    <a:cubicBezTo>
                      <a:pt x="3291" y="444"/>
                      <a:pt x="1091" y="1218"/>
                      <a:pt x="264" y="1673"/>
                    </a:cubicBezTo>
                    <a:cubicBezTo>
                      <a:pt x="258" y="1676"/>
                      <a:pt x="254" y="1679"/>
                      <a:pt x="249" y="1682"/>
                    </a:cubicBezTo>
                    <a:cubicBezTo>
                      <a:pt x="166" y="1727"/>
                      <a:pt x="84" y="1777"/>
                      <a:pt x="5" y="1832"/>
                    </a:cubicBezTo>
                    <a:cubicBezTo>
                      <a:pt x="2" y="1833"/>
                      <a:pt x="1" y="1838"/>
                      <a:pt x="4" y="1842"/>
                    </a:cubicBezTo>
                    <a:cubicBezTo>
                      <a:pt x="5" y="1844"/>
                      <a:pt x="8" y="1845"/>
                      <a:pt x="10" y="1845"/>
                    </a:cubicBezTo>
                    <a:cubicBezTo>
                      <a:pt x="11" y="1845"/>
                      <a:pt x="13" y="1845"/>
                      <a:pt x="14" y="1844"/>
                    </a:cubicBezTo>
                    <a:cubicBezTo>
                      <a:pt x="93" y="1791"/>
                      <a:pt x="173" y="1741"/>
                      <a:pt x="257" y="1695"/>
                    </a:cubicBezTo>
                    <a:cubicBezTo>
                      <a:pt x="263" y="1692"/>
                      <a:pt x="267" y="1689"/>
                      <a:pt x="272" y="1686"/>
                    </a:cubicBezTo>
                    <a:cubicBezTo>
                      <a:pt x="1097" y="1233"/>
                      <a:pt x="3297" y="459"/>
                      <a:pt x="4124" y="169"/>
                    </a:cubicBezTo>
                    <a:cubicBezTo>
                      <a:pt x="4212" y="138"/>
                      <a:pt x="4283" y="113"/>
                      <a:pt x="4331" y="96"/>
                    </a:cubicBezTo>
                    <a:cubicBezTo>
                      <a:pt x="4366" y="84"/>
                      <a:pt x="4404" y="72"/>
                      <a:pt x="4446" y="63"/>
                    </a:cubicBezTo>
                    <a:cubicBezTo>
                      <a:pt x="4558" y="35"/>
                      <a:pt x="4696" y="20"/>
                      <a:pt x="4854" y="16"/>
                    </a:cubicBezTo>
                    <a:cubicBezTo>
                      <a:pt x="4858" y="16"/>
                      <a:pt x="4861" y="13"/>
                      <a:pt x="4861" y="8"/>
                    </a:cubicBezTo>
                    <a:cubicBezTo>
                      <a:pt x="4861" y="3"/>
                      <a:pt x="4857" y="0"/>
                      <a:pt x="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392;p25">
                <a:extLst>
                  <a:ext uri="{FF2B5EF4-FFF2-40B4-BE49-F238E27FC236}">
                    <a16:creationId xmlns:a16="http://schemas.microsoft.com/office/drawing/2014/main" id="{266DBCF8-C677-89CD-933D-060B379600B9}"/>
                  </a:ext>
                </a:extLst>
              </p:cNvPr>
              <p:cNvSpPr/>
              <p:nvPr/>
            </p:nvSpPr>
            <p:spPr>
              <a:xfrm>
                <a:off x="2096775" y="2890775"/>
                <a:ext cx="218450" cy="10525"/>
              </a:xfrm>
              <a:custGeom>
                <a:avLst/>
                <a:gdLst/>
                <a:ahLst/>
                <a:cxnLst/>
                <a:rect l="l" t="t" r="r" b="b"/>
                <a:pathLst>
                  <a:path w="8738" h="421" extrusionOk="0">
                    <a:moveTo>
                      <a:pt x="7661" y="0"/>
                    </a:moveTo>
                    <a:cubicBezTo>
                      <a:pt x="4976" y="0"/>
                      <a:pt x="66" y="399"/>
                      <a:pt x="8" y="403"/>
                    </a:cubicBezTo>
                    <a:cubicBezTo>
                      <a:pt x="4" y="405"/>
                      <a:pt x="1" y="408"/>
                      <a:pt x="1" y="412"/>
                    </a:cubicBezTo>
                    <a:cubicBezTo>
                      <a:pt x="2" y="417"/>
                      <a:pt x="5" y="420"/>
                      <a:pt x="10" y="420"/>
                    </a:cubicBezTo>
                    <a:cubicBezTo>
                      <a:pt x="67" y="415"/>
                      <a:pt x="4964" y="16"/>
                      <a:pt x="7651" y="16"/>
                    </a:cubicBezTo>
                    <a:cubicBezTo>
                      <a:pt x="8074" y="16"/>
                      <a:pt x="8442" y="26"/>
                      <a:pt x="8728" y="49"/>
                    </a:cubicBezTo>
                    <a:cubicBezTo>
                      <a:pt x="8733" y="49"/>
                      <a:pt x="8736" y="46"/>
                      <a:pt x="8736" y="41"/>
                    </a:cubicBezTo>
                    <a:cubicBezTo>
                      <a:pt x="8737" y="37"/>
                      <a:pt x="8733" y="34"/>
                      <a:pt x="8730" y="32"/>
                    </a:cubicBezTo>
                    <a:cubicBezTo>
                      <a:pt x="8446" y="10"/>
                      <a:pt x="8081" y="0"/>
                      <a:pt x="76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393;p25">
                <a:extLst>
                  <a:ext uri="{FF2B5EF4-FFF2-40B4-BE49-F238E27FC236}">
                    <a16:creationId xmlns:a16="http://schemas.microsoft.com/office/drawing/2014/main" id="{2DC5E53B-22FA-6AA7-C734-14A395F19138}"/>
                  </a:ext>
                </a:extLst>
              </p:cNvPr>
              <p:cNvSpPr/>
              <p:nvPr/>
            </p:nvSpPr>
            <p:spPr>
              <a:xfrm>
                <a:off x="2092575" y="2876725"/>
                <a:ext cx="216550" cy="29025"/>
              </a:xfrm>
              <a:custGeom>
                <a:avLst/>
                <a:gdLst/>
                <a:ahLst/>
                <a:cxnLst/>
                <a:rect l="l" t="t" r="r" b="b"/>
                <a:pathLst>
                  <a:path w="8662" h="1161" extrusionOk="0">
                    <a:moveTo>
                      <a:pt x="8653" y="1"/>
                    </a:moveTo>
                    <a:cubicBezTo>
                      <a:pt x="8651" y="1"/>
                      <a:pt x="8649" y="1"/>
                      <a:pt x="8648" y="2"/>
                    </a:cubicBezTo>
                    <a:cubicBezTo>
                      <a:pt x="8618" y="28"/>
                      <a:pt x="8589" y="46"/>
                      <a:pt x="8563" y="55"/>
                    </a:cubicBezTo>
                    <a:cubicBezTo>
                      <a:pt x="8503" y="78"/>
                      <a:pt x="8411" y="85"/>
                      <a:pt x="8293" y="85"/>
                    </a:cubicBezTo>
                    <a:cubicBezTo>
                      <a:pt x="8229" y="85"/>
                      <a:pt x="8156" y="83"/>
                      <a:pt x="8078" y="81"/>
                    </a:cubicBezTo>
                    <a:cubicBezTo>
                      <a:pt x="7993" y="79"/>
                      <a:pt x="7899" y="76"/>
                      <a:pt x="7802" y="76"/>
                    </a:cubicBezTo>
                    <a:cubicBezTo>
                      <a:pt x="7622" y="76"/>
                      <a:pt x="7428" y="84"/>
                      <a:pt x="7238" y="116"/>
                    </a:cubicBezTo>
                    <a:cubicBezTo>
                      <a:pt x="7010" y="152"/>
                      <a:pt x="6892" y="231"/>
                      <a:pt x="6767" y="314"/>
                    </a:cubicBezTo>
                    <a:cubicBezTo>
                      <a:pt x="6592" y="429"/>
                      <a:pt x="6411" y="549"/>
                      <a:pt x="5899" y="550"/>
                    </a:cubicBezTo>
                    <a:cubicBezTo>
                      <a:pt x="5895" y="550"/>
                      <a:pt x="5891" y="550"/>
                      <a:pt x="5888" y="550"/>
                    </a:cubicBezTo>
                    <a:cubicBezTo>
                      <a:pt x="5032" y="550"/>
                      <a:pt x="4157" y="194"/>
                      <a:pt x="4148" y="190"/>
                    </a:cubicBezTo>
                    <a:lnTo>
                      <a:pt x="4140" y="190"/>
                    </a:lnTo>
                    <a:cubicBezTo>
                      <a:pt x="4139" y="191"/>
                      <a:pt x="4137" y="193"/>
                      <a:pt x="4137" y="196"/>
                    </a:cubicBezTo>
                    <a:cubicBezTo>
                      <a:pt x="4136" y="199"/>
                      <a:pt x="4043" y="562"/>
                      <a:pt x="3148" y="596"/>
                    </a:cubicBezTo>
                    <a:cubicBezTo>
                      <a:pt x="3123" y="597"/>
                      <a:pt x="3098" y="597"/>
                      <a:pt x="3075" y="597"/>
                    </a:cubicBezTo>
                    <a:cubicBezTo>
                      <a:pt x="2697" y="597"/>
                      <a:pt x="2566" y="475"/>
                      <a:pt x="2439" y="355"/>
                    </a:cubicBezTo>
                    <a:cubicBezTo>
                      <a:pt x="2322" y="244"/>
                      <a:pt x="2211" y="139"/>
                      <a:pt x="1918" y="139"/>
                    </a:cubicBezTo>
                    <a:cubicBezTo>
                      <a:pt x="1842" y="139"/>
                      <a:pt x="1754" y="147"/>
                      <a:pt x="1650" y="163"/>
                    </a:cubicBezTo>
                    <a:cubicBezTo>
                      <a:pt x="971" y="267"/>
                      <a:pt x="432" y="712"/>
                      <a:pt x="172" y="968"/>
                    </a:cubicBezTo>
                    <a:cubicBezTo>
                      <a:pt x="64" y="1073"/>
                      <a:pt x="6" y="1144"/>
                      <a:pt x="3" y="1147"/>
                    </a:cubicBezTo>
                    <a:cubicBezTo>
                      <a:pt x="0" y="1150"/>
                      <a:pt x="2" y="1155"/>
                      <a:pt x="5" y="1158"/>
                    </a:cubicBezTo>
                    <a:cubicBezTo>
                      <a:pt x="6" y="1159"/>
                      <a:pt x="8" y="1161"/>
                      <a:pt x="9" y="1161"/>
                    </a:cubicBezTo>
                    <a:lnTo>
                      <a:pt x="9" y="1159"/>
                    </a:lnTo>
                    <a:cubicBezTo>
                      <a:pt x="12" y="1159"/>
                      <a:pt x="14" y="1159"/>
                      <a:pt x="16" y="1156"/>
                    </a:cubicBezTo>
                    <a:cubicBezTo>
                      <a:pt x="19" y="1153"/>
                      <a:pt x="76" y="1083"/>
                      <a:pt x="182" y="979"/>
                    </a:cubicBezTo>
                    <a:cubicBezTo>
                      <a:pt x="441" y="725"/>
                      <a:pt x="977" y="282"/>
                      <a:pt x="1651" y="178"/>
                    </a:cubicBezTo>
                    <a:cubicBezTo>
                      <a:pt x="1754" y="162"/>
                      <a:pt x="1840" y="155"/>
                      <a:pt x="1915" y="155"/>
                    </a:cubicBezTo>
                    <a:cubicBezTo>
                      <a:pt x="2205" y="155"/>
                      <a:pt x="2314" y="259"/>
                      <a:pt x="2428" y="367"/>
                    </a:cubicBezTo>
                    <a:cubicBezTo>
                      <a:pt x="2558" y="488"/>
                      <a:pt x="2691" y="612"/>
                      <a:pt x="3074" y="612"/>
                    </a:cubicBezTo>
                    <a:cubicBezTo>
                      <a:pt x="3098" y="612"/>
                      <a:pt x="3122" y="612"/>
                      <a:pt x="3148" y="611"/>
                    </a:cubicBezTo>
                    <a:cubicBezTo>
                      <a:pt x="3990" y="579"/>
                      <a:pt x="4131" y="267"/>
                      <a:pt x="4149" y="208"/>
                    </a:cubicBezTo>
                    <a:cubicBezTo>
                      <a:pt x="4241" y="244"/>
                      <a:pt x="5078" y="567"/>
                      <a:pt x="5894" y="567"/>
                    </a:cubicBezTo>
                    <a:cubicBezTo>
                      <a:pt x="5896" y="567"/>
                      <a:pt x="5898" y="567"/>
                      <a:pt x="5900" y="567"/>
                    </a:cubicBezTo>
                    <a:cubicBezTo>
                      <a:pt x="6417" y="565"/>
                      <a:pt x="6598" y="444"/>
                      <a:pt x="6776" y="326"/>
                    </a:cubicBezTo>
                    <a:cubicBezTo>
                      <a:pt x="6898" y="244"/>
                      <a:pt x="7017" y="167"/>
                      <a:pt x="7241" y="131"/>
                    </a:cubicBezTo>
                    <a:cubicBezTo>
                      <a:pt x="7430" y="99"/>
                      <a:pt x="7624" y="91"/>
                      <a:pt x="7803" y="91"/>
                    </a:cubicBezTo>
                    <a:cubicBezTo>
                      <a:pt x="7900" y="91"/>
                      <a:pt x="7993" y="94"/>
                      <a:pt x="8078" y="96"/>
                    </a:cubicBezTo>
                    <a:cubicBezTo>
                      <a:pt x="8157" y="98"/>
                      <a:pt x="8230" y="100"/>
                      <a:pt x="8295" y="100"/>
                    </a:cubicBezTo>
                    <a:cubicBezTo>
                      <a:pt x="8413" y="100"/>
                      <a:pt x="8508" y="94"/>
                      <a:pt x="8569" y="70"/>
                    </a:cubicBezTo>
                    <a:cubicBezTo>
                      <a:pt x="8595" y="60"/>
                      <a:pt x="8625" y="41"/>
                      <a:pt x="8658" y="16"/>
                    </a:cubicBezTo>
                    <a:cubicBezTo>
                      <a:pt x="8661" y="13"/>
                      <a:pt x="8661" y="7"/>
                      <a:pt x="8660" y="4"/>
                    </a:cubicBezTo>
                    <a:cubicBezTo>
                      <a:pt x="8658" y="2"/>
                      <a:pt x="8655" y="1"/>
                      <a:pt x="8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394;p25">
                <a:extLst>
                  <a:ext uri="{FF2B5EF4-FFF2-40B4-BE49-F238E27FC236}">
                    <a16:creationId xmlns:a16="http://schemas.microsoft.com/office/drawing/2014/main" id="{0F20EFEB-4A8D-3327-D31F-43CB01AE882B}"/>
                  </a:ext>
                </a:extLst>
              </p:cNvPr>
              <p:cNvSpPr/>
              <p:nvPr/>
            </p:nvSpPr>
            <p:spPr>
              <a:xfrm>
                <a:off x="1695425" y="3367325"/>
                <a:ext cx="30150" cy="34150"/>
              </a:xfrm>
              <a:custGeom>
                <a:avLst/>
                <a:gdLst/>
                <a:ahLst/>
                <a:cxnLst/>
                <a:rect l="l" t="t" r="r" b="b"/>
                <a:pathLst>
                  <a:path w="1206" h="1366" extrusionOk="0">
                    <a:moveTo>
                      <a:pt x="10" y="0"/>
                    </a:moveTo>
                    <a:cubicBezTo>
                      <a:pt x="9" y="0"/>
                      <a:pt x="8" y="1"/>
                      <a:pt x="8" y="1"/>
                    </a:cubicBezTo>
                    <a:cubicBezTo>
                      <a:pt x="3" y="1"/>
                      <a:pt x="0" y="6"/>
                      <a:pt x="2" y="10"/>
                    </a:cubicBezTo>
                    <a:cubicBezTo>
                      <a:pt x="3" y="15"/>
                      <a:pt x="133" y="427"/>
                      <a:pt x="326" y="663"/>
                    </a:cubicBezTo>
                    <a:cubicBezTo>
                      <a:pt x="401" y="757"/>
                      <a:pt x="453" y="783"/>
                      <a:pt x="524" y="819"/>
                    </a:cubicBezTo>
                    <a:cubicBezTo>
                      <a:pt x="632" y="874"/>
                      <a:pt x="797" y="957"/>
                      <a:pt x="1192" y="1363"/>
                    </a:cubicBezTo>
                    <a:cubicBezTo>
                      <a:pt x="1194" y="1364"/>
                      <a:pt x="1195" y="1366"/>
                      <a:pt x="1198" y="1366"/>
                    </a:cubicBezTo>
                    <a:cubicBezTo>
                      <a:pt x="1200" y="1366"/>
                      <a:pt x="1201" y="1364"/>
                      <a:pt x="1203" y="1363"/>
                    </a:cubicBezTo>
                    <a:cubicBezTo>
                      <a:pt x="1206" y="1360"/>
                      <a:pt x="1206" y="1355"/>
                      <a:pt x="1203" y="1352"/>
                    </a:cubicBezTo>
                    <a:cubicBezTo>
                      <a:pt x="806" y="943"/>
                      <a:pt x="641" y="860"/>
                      <a:pt x="530" y="804"/>
                    </a:cubicBezTo>
                    <a:cubicBezTo>
                      <a:pt x="459" y="767"/>
                      <a:pt x="412" y="745"/>
                      <a:pt x="338" y="652"/>
                    </a:cubicBezTo>
                    <a:cubicBezTo>
                      <a:pt x="149" y="419"/>
                      <a:pt x="18" y="10"/>
                      <a:pt x="17" y="6"/>
                    </a:cubicBezTo>
                    <a:cubicBezTo>
                      <a:pt x="16" y="2"/>
                      <a:pt x="13" y="0"/>
                      <a:pt x="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395;p25">
                <a:extLst>
                  <a:ext uri="{FF2B5EF4-FFF2-40B4-BE49-F238E27FC236}">
                    <a16:creationId xmlns:a16="http://schemas.microsoft.com/office/drawing/2014/main" id="{82444936-D70D-F627-0BF1-9384634CBD11}"/>
                  </a:ext>
                </a:extLst>
              </p:cNvPr>
              <p:cNvSpPr/>
              <p:nvPr/>
            </p:nvSpPr>
            <p:spPr>
              <a:xfrm>
                <a:off x="1920000" y="3319800"/>
                <a:ext cx="53625" cy="12600"/>
              </a:xfrm>
              <a:custGeom>
                <a:avLst/>
                <a:gdLst/>
                <a:ahLst/>
                <a:cxnLst/>
                <a:rect l="l" t="t" r="r" b="b"/>
                <a:pathLst>
                  <a:path w="2145" h="504" extrusionOk="0">
                    <a:moveTo>
                      <a:pt x="2136" y="1"/>
                    </a:moveTo>
                    <a:cubicBezTo>
                      <a:pt x="2135" y="1"/>
                      <a:pt x="2134" y="1"/>
                      <a:pt x="2134" y="1"/>
                    </a:cubicBezTo>
                    <a:cubicBezTo>
                      <a:pt x="1034" y="383"/>
                      <a:pt x="19" y="487"/>
                      <a:pt x="8" y="487"/>
                    </a:cubicBezTo>
                    <a:cubicBezTo>
                      <a:pt x="4" y="489"/>
                      <a:pt x="1" y="492"/>
                      <a:pt x="1" y="496"/>
                    </a:cubicBezTo>
                    <a:cubicBezTo>
                      <a:pt x="2" y="501"/>
                      <a:pt x="5" y="504"/>
                      <a:pt x="10" y="504"/>
                    </a:cubicBezTo>
                    <a:cubicBezTo>
                      <a:pt x="21" y="502"/>
                      <a:pt x="1037" y="398"/>
                      <a:pt x="2138" y="16"/>
                    </a:cubicBezTo>
                    <a:cubicBezTo>
                      <a:pt x="2143" y="15"/>
                      <a:pt x="2144" y="10"/>
                      <a:pt x="2143" y="6"/>
                    </a:cubicBezTo>
                    <a:cubicBezTo>
                      <a:pt x="2142" y="2"/>
                      <a:pt x="2139" y="1"/>
                      <a:pt x="21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396;p25">
                <a:extLst>
                  <a:ext uri="{FF2B5EF4-FFF2-40B4-BE49-F238E27FC236}">
                    <a16:creationId xmlns:a16="http://schemas.microsoft.com/office/drawing/2014/main" id="{ABB40367-CE94-F9A4-346C-05D24B32938B}"/>
                  </a:ext>
                </a:extLst>
              </p:cNvPr>
              <p:cNvSpPr/>
              <p:nvPr/>
            </p:nvSpPr>
            <p:spPr>
              <a:xfrm>
                <a:off x="1932775" y="3363000"/>
                <a:ext cx="52775" cy="13275"/>
              </a:xfrm>
              <a:custGeom>
                <a:avLst/>
                <a:gdLst/>
                <a:ahLst/>
                <a:cxnLst/>
                <a:rect l="l" t="t" r="r" b="b"/>
                <a:pathLst>
                  <a:path w="2111" h="531" extrusionOk="0">
                    <a:moveTo>
                      <a:pt x="2100" y="1"/>
                    </a:moveTo>
                    <a:cubicBezTo>
                      <a:pt x="2099" y="1"/>
                      <a:pt x="2098" y="1"/>
                      <a:pt x="2097" y="1"/>
                    </a:cubicBezTo>
                    <a:cubicBezTo>
                      <a:pt x="2028" y="42"/>
                      <a:pt x="1957" y="97"/>
                      <a:pt x="1883" y="154"/>
                    </a:cubicBezTo>
                    <a:cubicBezTo>
                      <a:pt x="1680" y="310"/>
                      <a:pt x="1451" y="488"/>
                      <a:pt x="1118" y="512"/>
                    </a:cubicBezTo>
                    <a:cubicBezTo>
                      <a:pt x="1094" y="513"/>
                      <a:pt x="1070" y="514"/>
                      <a:pt x="1044" y="514"/>
                    </a:cubicBezTo>
                    <a:cubicBezTo>
                      <a:pt x="808" y="514"/>
                      <a:pt x="484" y="437"/>
                      <a:pt x="158" y="110"/>
                    </a:cubicBezTo>
                    <a:cubicBezTo>
                      <a:pt x="152" y="104"/>
                      <a:pt x="147" y="100"/>
                      <a:pt x="144" y="97"/>
                    </a:cubicBezTo>
                    <a:cubicBezTo>
                      <a:pt x="64" y="21"/>
                      <a:pt x="12" y="15"/>
                      <a:pt x="9" y="13"/>
                    </a:cubicBezTo>
                    <a:cubicBezTo>
                      <a:pt x="6" y="13"/>
                      <a:pt x="2" y="17"/>
                      <a:pt x="2" y="21"/>
                    </a:cubicBezTo>
                    <a:cubicBezTo>
                      <a:pt x="0" y="26"/>
                      <a:pt x="3" y="29"/>
                      <a:pt x="8" y="30"/>
                    </a:cubicBezTo>
                    <a:cubicBezTo>
                      <a:pt x="9" y="30"/>
                      <a:pt x="58" y="38"/>
                      <a:pt x="134" y="109"/>
                    </a:cubicBezTo>
                    <a:cubicBezTo>
                      <a:pt x="137" y="112"/>
                      <a:pt x="141" y="116"/>
                      <a:pt x="147" y="123"/>
                    </a:cubicBezTo>
                    <a:cubicBezTo>
                      <a:pt x="477" y="453"/>
                      <a:pt x="807" y="530"/>
                      <a:pt x="1046" y="530"/>
                    </a:cubicBezTo>
                    <a:cubicBezTo>
                      <a:pt x="1048" y="530"/>
                      <a:pt x="1051" y="530"/>
                      <a:pt x="1053" y="530"/>
                    </a:cubicBezTo>
                    <a:lnTo>
                      <a:pt x="1052" y="530"/>
                    </a:lnTo>
                    <a:cubicBezTo>
                      <a:pt x="1076" y="530"/>
                      <a:pt x="1097" y="528"/>
                      <a:pt x="1118" y="527"/>
                    </a:cubicBezTo>
                    <a:cubicBezTo>
                      <a:pt x="1457" y="503"/>
                      <a:pt x="1689" y="324"/>
                      <a:pt x="1892" y="166"/>
                    </a:cubicBezTo>
                    <a:cubicBezTo>
                      <a:pt x="1966" y="109"/>
                      <a:pt x="2038" y="56"/>
                      <a:pt x="2106" y="15"/>
                    </a:cubicBezTo>
                    <a:cubicBezTo>
                      <a:pt x="2109" y="13"/>
                      <a:pt x="2110" y="9"/>
                      <a:pt x="2109" y="4"/>
                    </a:cubicBezTo>
                    <a:cubicBezTo>
                      <a:pt x="2107" y="2"/>
                      <a:pt x="2104" y="1"/>
                      <a:pt x="2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397;p25">
                <a:extLst>
                  <a:ext uri="{FF2B5EF4-FFF2-40B4-BE49-F238E27FC236}">
                    <a16:creationId xmlns:a16="http://schemas.microsoft.com/office/drawing/2014/main" id="{EDF25B43-F6B9-2905-9799-7F71A0A19B64}"/>
                  </a:ext>
                </a:extLst>
              </p:cNvPr>
              <p:cNvSpPr/>
              <p:nvPr/>
            </p:nvSpPr>
            <p:spPr>
              <a:xfrm>
                <a:off x="1684025" y="3377750"/>
                <a:ext cx="26025" cy="34800"/>
              </a:xfrm>
              <a:custGeom>
                <a:avLst/>
                <a:gdLst/>
                <a:ahLst/>
                <a:cxnLst/>
                <a:rect l="l" t="t" r="r" b="b"/>
                <a:pathLst>
                  <a:path w="1041" h="1392" extrusionOk="0">
                    <a:moveTo>
                      <a:pt x="10" y="0"/>
                    </a:moveTo>
                    <a:cubicBezTo>
                      <a:pt x="8" y="0"/>
                      <a:pt x="5" y="2"/>
                      <a:pt x="3" y="4"/>
                    </a:cubicBezTo>
                    <a:cubicBezTo>
                      <a:pt x="0" y="7"/>
                      <a:pt x="2" y="13"/>
                      <a:pt x="5" y="14"/>
                    </a:cubicBezTo>
                    <a:cubicBezTo>
                      <a:pt x="9" y="17"/>
                      <a:pt x="90" y="79"/>
                      <a:pt x="246" y="603"/>
                    </a:cubicBezTo>
                    <a:cubicBezTo>
                      <a:pt x="385" y="1078"/>
                      <a:pt x="620" y="1312"/>
                      <a:pt x="1030" y="1391"/>
                    </a:cubicBezTo>
                    <a:lnTo>
                      <a:pt x="1032" y="1391"/>
                    </a:lnTo>
                    <a:cubicBezTo>
                      <a:pt x="1036" y="1391"/>
                      <a:pt x="1039" y="1388"/>
                      <a:pt x="1039" y="1385"/>
                    </a:cubicBezTo>
                    <a:cubicBezTo>
                      <a:pt x="1041" y="1381"/>
                      <a:pt x="1038" y="1376"/>
                      <a:pt x="1033" y="1376"/>
                    </a:cubicBezTo>
                    <a:cubicBezTo>
                      <a:pt x="748" y="1321"/>
                      <a:pt x="433" y="1187"/>
                      <a:pt x="261" y="599"/>
                    </a:cubicBezTo>
                    <a:cubicBezTo>
                      <a:pt x="102" y="63"/>
                      <a:pt x="18" y="4"/>
                      <a:pt x="14" y="2"/>
                    </a:cubicBezTo>
                    <a:cubicBezTo>
                      <a:pt x="13" y="1"/>
                      <a:pt x="11" y="0"/>
                      <a:pt x="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398;p25">
                <a:extLst>
                  <a:ext uri="{FF2B5EF4-FFF2-40B4-BE49-F238E27FC236}">
                    <a16:creationId xmlns:a16="http://schemas.microsoft.com/office/drawing/2014/main" id="{437F73D7-29A3-91EE-61AE-6B528623BC72}"/>
                  </a:ext>
                </a:extLst>
              </p:cNvPr>
              <p:cNvSpPr/>
              <p:nvPr/>
            </p:nvSpPr>
            <p:spPr>
              <a:xfrm>
                <a:off x="2045925" y="2457550"/>
                <a:ext cx="102375" cy="39050"/>
              </a:xfrm>
              <a:custGeom>
                <a:avLst/>
                <a:gdLst/>
                <a:ahLst/>
                <a:cxnLst/>
                <a:rect l="l" t="t" r="r" b="b"/>
                <a:pathLst>
                  <a:path w="4095" h="1562" extrusionOk="0">
                    <a:moveTo>
                      <a:pt x="4088" y="1"/>
                    </a:moveTo>
                    <a:cubicBezTo>
                      <a:pt x="4087" y="1"/>
                      <a:pt x="4086" y="1"/>
                      <a:pt x="4085" y="1"/>
                    </a:cubicBezTo>
                    <a:cubicBezTo>
                      <a:pt x="2915" y="153"/>
                      <a:pt x="1868" y="565"/>
                      <a:pt x="1195" y="883"/>
                    </a:cubicBezTo>
                    <a:cubicBezTo>
                      <a:pt x="467" y="1230"/>
                      <a:pt x="9" y="1543"/>
                      <a:pt x="5" y="1546"/>
                    </a:cubicBezTo>
                    <a:cubicBezTo>
                      <a:pt x="2" y="1549"/>
                      <a:pt x="0" y="1554"/>
                      <a:pt x="3" y="1558"/>
                    </a:cubicBezTo>
                    <a:cubicBezTo>
                      <a:pt x="5" y="1560"/>
                      <a:pt x="6" y="1561"/>
                      <a:pt x="9" y="1561"/>
                    </a:cubicBezTo>
                    <a:cubicBezTo>
                      <a:pt x="11" y="1561"/>
                      <a:pt x="12" y="1560"/>
                      <a:pt x="14" y="1560"/>
                    </a:cubicBezTo>
                    <a:cubicBezTo>
                      <a:pt x="18" y="1557"/>
                      <a:pt x="474" y="1243"/>
                      <a:pt x="1203" y="898"/>
                    </a:cubicBezTo>
                    <a:cubicBezTo>
                      <a:pt x="1874" y="578"/>
                      <a:pt x="2919" y="168"/>
                      <a:pt x="4088" y="16"/>
                    </a:cubicBezTo>
                    <a:cubicBezTo>
                      <a:pt x="4091" y="16"/>
                      <a:pt x="4095" y="12"/>
                      <a:pt x="4095" y="7"/>
                    </a:cubicBezTo>
                    <a:cubicBezTo>
                      <a:pt x="4095" y="3"/>
                      <a:pt x="4091" y="1"/>
                      <a:pt x="40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399;p25">
                <a:extLst>
                  <a:ext uri="{FF2B5EF4-FFF2-40B4-BE49-F238E27FC236}">
                    <a16:creationId xmlns:a16="http://schemas.microsoft.com/office/drawing/2014/main" id="{C52D51A3-9E72-897A-A4A8-7AF616644193}"/>
                  </a:ext>
                </a:extLst>
              </p:cNvPr>
              <p:cNvSpPr/>
              <p:nvPr/>
            </p:nvSpPr>
            <p:spPr>
              <a:xfrm>
                <a:off x="2079275" y="2666275"/>
                <a:ext cx="14450" cy="98350"/>
              </a:xfrm>
              <a:custGeom>
                <a:avLst/>
                <a:gdLst/>
                <a:ahLst/>
                <a:cxnLst/>
                <a:rect l="l" t="t" r="r" b="b"/>
                <a:pathLst>
                  <a:path w="578" h="3934" extrusionOk="0">
                    <a:moveTo>
                      <a:pt x="11" y="1"/>
                    </a:moveTo>
                    <a:cubicBezTo>
                      <a:pt x="10" y="1"/>
                      <a:pt x="9" y="1"/>
                      <a:pt x="8" y="1"/>
                    </a:cubicBezTo>
                    <a:cubicBezTo>
                      <a:pt x="4" y="3"/>
                      <a:pt x="1" y="6"/>
                      <a:pt x="2" y="10"/>
                    </a:cubicBezTo>
                    <a:cubicBezTo>
                      <a:pt x="295" y="1215"/>
                      <a:pt x="484" y="2532"/>
                      <a:pt x="563" y="3926"/>
                    </a:cubicBezTo>
                    <a:cubicBezTo>
                      <a:pt x="563" y="3929"/>
                      <a:pt x="566" y="3933"/>
                      <a:pt x="570" y="3933"/>
                    </a:cubicBezTo>
                    <a:cubicBezTo>
                      <a:pt x="575" y="3933"/>
                      <a:pt x="578" y="3929"/>
                      <a:pt x="578" y="3924"/>
                    </a:cubicBezTo>
                    <a:cubicBezTo>
                      <a:pt x="499" y="2529"/>
                      <a:pt x="311" y="1211"/>
                      <a:pt x="17" y="7"/>
                    </a:cubicBezTo>
                    <a:cubicBezTo>
                      <a:pt x="16" y="4"/>
                      <a:pt x="14"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400;p25">
                <a:extLst>
                  <a:ext uri="{FF2B5EF4-FFF2-40B4-BE49-F238E27FC236}">
                    <a16:creationId xmlns:a16="http://schemas.microsoft.com/office/drawing/2014/main" id="{3F94587A-7C5F-3036-B5D6-7355FD7E4A04}"/>
                  </a:ext>
                </a:extLst>
              </p:cNvPr>
              <p:cNvSpPr/>
              <p:nvPr/>
            </p:nvSpPr>
            <p:spPr>
              <a:xfrm>
                <a:off x="1839150" y="3201550"/>
                <a:ext cx="47550" cy="116050"/>
              </a:xfrm>
              <a:custGeom>
                <a:avLst/>
                <a:gdLst/>
                <a:ahLst/>
                <a:cxnLst/>
                <a:rect l="l" t="t" r="r" b="b"/>
                <a:pathLst>
                  <a:path w="1902" h="4642" extrusionOk="0">
                    <a:moveTo>
                      <a:pt x="11" y="1"/>
                    </a:moveTo>
                    <a:cubicBezTo>
                      <a:pt x="10" y="1"/>
                      <a:pt x="8" y="1"/>
                      <a:pt x="7" y="2"/>
                    </a:cubicBezTo>
                    <a:cubicBezTo>
                      <a:pt x="2" y="4"/>
                      <a:pt x="1" y="8"/>
                      <a:pt x="2" y="11"/>
                    </a:cubicBezTo>
                    <a:cubicBezTo>
                      <a:pt x="18" y="49"/>
                      <a:pt x="1519" y="3719"/>
                      <a:pt x="1885" y="4637"/>
                    </a:cubicBezTo>
                    <a:cubicBezTo>
                      <a:pt x="1887" y="4640"/>
                      <a:pt x="1890" y="4642"/>
                      <a:pt x="1893" y="4642"/>
                    </a:cubicBezTo>
                    <a:lnTo>
                      <a:pt x="1896" y="4642"/>
                    </a:lnTo>
                    <a:cubicBezTo>
                      <a:pt x="1900" y="4640"/>
                      <a:pt x="1902" y="4636"/>
                      <a:pt x="1900" y="4631"/>
                    </a:cubicBezTo>
                    <a:cubicBezTo>
                      <a:pt x="1534" y="3713"/>
                      <a:pt x="33" y="43"/>
                      <a:pt x="18" y="5"/>
                    </a:cubicBezTo>
                    <a:cubicBezTo>
                      <a:pt x="17" y="3"/>
                      <a:pt x="14" y="1"/>
                      <a:pt x="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401;p25">
                <a:extLst>
                  <a:ext uri="{FF2B5EF4-FFF2-40B4-BE49-F238E27FC236}">
                    <a16:creationId xmlns:a16="http://schemas.microsoft.com/office/drawing/2014/main" id="{8904CE9A-1209-579E-1288-60E195368854}"/>
                  </a:ext>
                </a:extLst>
              </p:cNvPr>
              <p:cNvSpPr/>
              <p:nvPr/>
            </p:nvSpPr>
            <p:spPr>
              <a:xfrm>
                <a:off x="1936775" y="3097625"/>
                <a:ext cx="29600" cy="136475"/>
              </a:xfrm>
              <a:custGeom>
                <a:avLst/>
                <a:gdLst/>
                <a:ahLst/>
                <a:cxnLst/>
                <a:rect l="l" t="t" r="r" b="b"/>
                <a:pathLst>
                  <a:path w="1184" h="5459" extrusionOk="0">
                    <a:moveTo>
                      <a:pt x="9" y="1"/>
                    </a:moveTo>
                    <a:cubicBezTo>
                      <a:pt x="9" y="1"/>
                      <a:pt x="8" y="1"/>
                      <a:pt x="7" y="1"/>
                    </a:cubicBezTo>
                    <a:cubicBezTo>
                      <a:pt x="4" y="1"/>
                      <a:pt x="1" y="6"/>
                      <a:pt x="1" y="10"/>
                    </a:cubicBezTo>
                    <a:cubicBezTo>
                      <a:pt x="7" y="45"/>
                      <a:pt x="584" y="3588"/>
                      <a:pt x="1167" y="5453"/>
                    </a:cubicBezTo>
                    <a:cubicBezTo>
                      <a:pt x="1169" y="5456"/>
                      <a:pt x="1172" y="5459"/>
                      <a:pt x="1175" y="5459"/>
                    </a:cubicBezTo>
                    <a:cubicBezTo>
                      <a:pt x="1176" y="5459"/>
                      <a:pt x="1176" y="5459"/>
                      <a:pt x="1178" y="5457"/>
                    </a:cubicBezTo>
                    <a:cubicBezTo>
                      <a:pt x="1181" y="5457"/>
                      <a:pt x="1184" y="5453"/>
                      <a:pt x="1182" y="5448"/>
                    </a:cubicBezTo>
                    <a:cubicBezTo>
                      <a:pt x="599" y="3585"/>
                      <a:pt x="22" y="44"/>
                      <a:pt x="16" y="7"/>
                    </a:cubicBezTo>
                    <a:cubicBezTo>
                      <a:pt x="16" y="4"/>
                      <a:pt x="13" y="1"/>
                      <a:pt x="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402;p25">
                <a:extLst>
                  <a:ext uri="{FF2B5EF4-FFF2-40B4-BE49-F238E27FC236}">
                    <a16:creationId xmlns:a16="http://schemas.microsoft.com/office/drawing/2014/main" id="{67FF5BC9-48A4-E7BB-D900-52560CA94112}"/>
                  </a:ext>
                </a:extLst>
              </p:cNvPr>
              <p:cNvSpPr/>
              <p:nvPr/>
            </p:nvSpPr>
            <p:spPr>
              <a:xfrm>
                <a:off x="1322875" y="2856800"/>
                <a:ext cx="23775" cy="608575"/>
              </a:xfrm>
              <a:custGeom>
                <a:avLst/>
                <a:gdLst/>
                <a:ahLst/>
                <a:cxnLst/>
                <a:rect l="l" t="t" r="r" b="b"/>
                <a:pathLst>
                  <a:path w="951" h="24343" extrusionOk="0">
                    <a:moveTo>
                      <a:pt x="743" y="1"/>
                    </a:moveTo>
                    <a:lnTo>
                      <a:pt x="0" y="7"/>
                    </a:lnTo>
                    <a:lnTo>
                      <a:pt x="208" y="24342"/>
                    </a:lnTo>
                    <a:lnTo>
                      <a:pt x="950" y="24335"/>
                    </a:lnTo>
                    <a:lnTo>
                      <a:pt x="7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403;p25">
                <a:extLst>
                  <a:ext uri="{FF2B5EF4-FFF2-40B4-BE49-F238E27FC236}">
                    <a16:creationId xmlns:a16="http://schemas.microsoft.com/office/drawing/2014/main" id="{7C3C36E4-D8DD-9CCC-A953-38224EF03F02}"/>
                  </a:ext>
                </a:extLst>
              </p:cNvPr>
              <p:cNvSpPr/>
              <p:nvPr/>
            </p:nvSpPr>
            <p:spPr>
              <a:xfrm>
                <a:off x="1876524" y="2852070"/>
                <a:ext cx="23773" cy="614210"/>
              </a:xfrm>
              <a:custGeom>
                <a:avLst/>
                <a:gdLst/>
                <a:ahLst/>
                <a:cxnLst/>
                <a:rect l="l" t="t" r="r" b="b"/>
                <a:pathLst>
                  <a:path w="951" h="24342" extrusionOk="0">
                    <a:moveTo>
                      <a:pt x="743" y="0"/>
                    </a:moveTo>
                    <a:lnTo>
                      <a:pt x="1" y="8"/>
                    </a:lnTo>
                    <a:lnTo>
                      <a:pt x="208" y="24342"/>
                    </a:lnTo>
                    <a:lnTo>
                      <a:pt x="951" y="24336"/>
                    </a:lnTo>
                    <a:lnTo>
                      <a:pt x="7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404;p25">
                <a:extLst>
                  <a:ext uri="{FF2B5EF4-FFF2-40B4-BE49-F238E27FC236}">
                    <a16:creationId xmlns:a16="http://schemas.microsoft.com/office/drawing/2014/main" id="{431CD5DD-676C-5036-792C-D1180D913926}"/>
                  </a:ext>
                </a:extLst>
              </p:cNvPr>
              <p:cNvSpPr/>
              <p:nvPr/>
            </p:nvSpPr>
            <p:spPr>
              <a:xfrm>
                <a:off x="2056775" y="3415400"/>
                <a:ext cx="43650" cy="43450"/>
              </a:xfrm>
              <a:custGeom>
                <a:avLst/>
                <a:gdLst/>
                <a:ahLst/>
                <a:cxnLst/>
                <a:rect l="l" t="t" r="r" b="b"/>
                <a:pathLst>
                  <a:path w="1746" h="1738" extrusionOk="0">
                    <a:moveTo>
                      <a:pt x="872" y="0"/>
                    </a:moveTo>
                    <a:cubicBezTo>
                      <a:pt x="870" y="0"/>
                      <a:pt x="868" y="0"/>
                      <a:pt x="866" y="0"/>
                    </a:cubicBezTo>
                    <a:cubicBezTo>
                      <a:pt x="387" y="5"/>
                      <a:pt x="1" y="397"/>
                      <a:pt x="6" y="877"/>
                    </a:cubicBezTo>
                    <a:cubicBezTo>
                      <a:pt x="9" y="1353"/>
                      <a:pt x="396" y="1738"/>
                      <a:pt x="873" y="1738"/>
                    </a:cubicBezTo>
                    <a:cubicBezTo>
                      <a:pt x="875" y="1738"/>
                      <a:pt x="878" y="1738"/>
                      <a:pt x="881" y="1738"/>
                    </a:cubicBezTo>
                    <a:cubicBezTo>
                      <a:pt x="1361" y="1733"/>
                      <a:pt x="1746" y="1342"/>
                      <a:pt x="1743" y="862"/>
                    </a:cubicBezTo>
                    <a:cubicBezTo>
                      <a:pt x="1738" y="384"/>
                      <a:pt x="1349" y="0"/>
                      <a:pt x="8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405;p25">
                <a:extLst>
                  <a:ext uri="{FF2B5EF4-FFF2-40B4-BE49-F238E27FC236}">
                    <a16:creationId xmlns:a16="http://schemas.microsoft.com/office/drawing/2014/main" id="{12769DFA-0ADC-0B0B-0AB7-42B0FDBDE853}"/>
                  </a:ext>
                </a:extLst>
              </p:cNvPr>
              <p:cNvSpPr/>
              <p:nvPr/>
            </p:nvSpPr>
            <p:spPr>
              <a:xfrm>
                <a:off x="2066225" y="3424775"/>
                <a:ext cx="24825" cy="24725"/>
              </a:xfrm>
              <a:custGeom>
                <a:avLst/>
                <a:gdLst/>
                <a:ahLst/>
                <a:cxnLst/>
                <a:rect l="l" t="t" r="r" b="b"/>
                <a:pathLst>
                  <a:path w="993" h="989" extrusionOk="0">
                    <a:moveTo>
                      <a:pt x="496" y="1"/>
                    </a:moveTo>
                    <a:cubicBezTo>
                      <a:pt x="495" y="1"/>
                      <a:pt x="493" y="1"/>
                      <a:pt x="491" y="1"/>
                    </a:cubicBezTo>
                    <a:cubicBezTo>
                      <a:pt x="218" y="2"/>
                      <a:pt x="0" y="225"/>
                      <a:pt x="2" y="498"/>
                    </a:cubicBezTo>
                    <a:cubicBezTo>
                      <a:pt x="5" y="771"/>
                      <a:pt x="226" y="988"/>
                      <a:pt x="497" y="988"/>
                    </a:cubicBezTo>
                    <a:cubicBezTo>
                      <a:pt x="498" y="988"/>
                      <a:pt x="499" y="988"/>
                      <a:pt x="500" y="988"/>
                    </a:cubicBezTo>
                    <a:cubicBezTo>
                      <a:pt x="773" y="985"/>
                      <a:pt x="992" y="763"/>
                      <a:pt x="989" y="490"/>
                    </a:cubicBezTo>
                    <a:cubicBezTo>
                      <a:pt x="988" y="219"/>
                      <a:pt x="767" y="1"/>
                      <a:pt x="4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406;p25">
                <a:extLst>
                  <a:ext uri="{FF2B5EF4-FFF2-40B4-BE49-F238E27FC236}">
                    <a16:creationId xmlns:a16="http://schemas.microsoft.com/office/drawing/2014/main" id="{3A365FFD-024A-DE87-D086-0C521F67FBDB}"/>
                  </a:ext>
                </a:extLst>
              </p:cNvPr>
              <p:cNvSpPr/>
              <p:nvPr/>
            </p:nvSpPr>
            <p:spPr>
              <a:xfrm>
                <a:off x="2191825" y="3194775"/>
                <a:ext cx="27200" cy="209775"/>
              </a:xfrm>
              <a:custGeom>
                <a:avLst/>
                <a:gdLst/>
                <a:ahLst/>
                <a:cxnLst/>
                <a:rect l="l" t="t" r="r" b="b"/>
                <a:pathLst>
                  <a:path w="1088" h="8391" extrusionOk="0">
                    <a:moveTo>
                      <a:pt x="1015" y="1"/>
                    </a:moveTo>
                    <a:lnTo>
                      <a:pt x="0" y="10"/>
                    </a:lnTo>
                    <a:lnTo>
                      <a:pt x="72" y="8390"/>
                    </a:lnTo>
                    <a:lnTo>
                      <a:pt x="1088" y="8381"/>
                    </a:lnTo>
                    <a:lnTo>
                      <a:pt x="10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407;p25">
                <a:extLst>
                  <a:ext uri="{FF2B5EF4-FFF2-40B4-BE49-F238E27FC236}">
                    <a16:creationId xmlns:a16="http://schemas.microsoft.com/office/drawing/2014/main" id="{8F7CBED0-C599-B535-8669-3E4812177ABD}"/>
                  </a:ext>
                </a:extLst>
              </p:cNvPr>
              <p:cNvSpPr/>
              <p:nvPr/>
            </p:nvSpPr>
            <p:spPr>
              <a:xfrm>
                <a:off x="2170125" y="3081050"/>
                <a:ext cx="66925" cy="113950"/>
              </a:xfrm>
              <a:custGeom>
                <a:avLst/>
                <a:gdLst/>
                <a:ahLst/>
                <a:cxnLst/>
                <a:rect l="l" t="t" r="r" b="b"/>
                <a:pathLst>
                  <a:path w="2677" h="4558" extrusionOk="0">
                    <a:moveTo>
                      <a:pt x="2677" y="1"/>
                    </a:moveTo>
                    <a:lnTo>
                      <a:pt x="0" y="24"/>
                    </a:lnTo>
                    <a:lnTo>
                      <a:pt x="35" y="369"/>
                    </a:lnTo>
                    <a:lnTo>
                      <a:pt x="449" y="4430"/>
                    </a:lnTo>
                    <a:cubicBezTo>
                      <a:pt x="456" y="4503"/>
                      <a:pt x="519" y="4557"/>
                      <a:pt x="591" y="4557"/>
                    </a:cubicBezTo>
                    <a:lnTo>
                      <a:pt x="2165" y="4543"/>
                    </a:lnTo>
                    <a:cubicBezTo>
                      <a:pt x="2238" y="4543"/>
                      <a:pt x="2298" y="4486"/>
                      <a:pt x="2304" y="4413"/>
                    </a:cubicBezTo>
                    <a:lnTo>
                      <a:pt x="2648" y="346"/>
                    </a:lnTo>
                    <a:lnTo>
                      <a:pt x="26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408;p25">
                <a:extLst>
                  <a:ext uri="{FF2B5EF4-FFF2-40B4-BE49-F238E27FC236}">
                    <a16:creationId xmlns:a16="http://schemas.microsoft.com/office/drawing/2014/main" id="{55BCAE40-ABB9-FE09-0823-04C114DB71F2}"/>
                  </a:ext>
                </a:extLst>
              </p:cNvPr>
              <p:cNvSpPr/>
              <p:nvPr/>
            </p:nvSpPr>
            <p:spPr>
              <a:xfrm>
                <a:off x="2170125" y="3081050"/>
                <a:ext cx="66925" cy="9225"/>
              </a:xfrm>
              <a:custGeom>
                <a:avLst/>
                <a:gdLst/>
                <a:ahLst/>
                <a:cxnLst/>
                <a:rect l="l" t="t" r="r" b="b"/>
                <a:pathLst>
                  <a:path w="2677" h="369" extrusionOk="0">
                    <a:moveTo>
                      <a:pt x="2677" y="1"/>
                    </a:moveTo>
                    <a:lnTo>
                      <a:pt x="0" y="24"/>
                    </a:lnTo>
                    <a:lnTo>
                      <a:pt x="35" y="369"/>
                    </a:lnTo>
                    <a:lnTo>
                      <a:pt x="2648" y="346"/>
                    </a:lnTo>
                    <a:lnTo>
                      <a:pt x="2677" y="1"/>
                    </a:ln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409;p25">
                <a:extLst>
                  <a:ext uri="{FF2B5EF4-FFF2-40B4-BE49-F238E27FC236}">
                    <a16:creationId xmlns:a16="http://schemas.microsoft.com/office/drawing/2014/main" id="{39FF4E21-FDE5-870D-8841-0A5B96E92E4B}"/>
                  </a:ext>
                </a:extLst>
              </p:cNvPr>
              <p:cNvSpPr/>
              <p:nvPr/>
            </p:nvSpPr>
            <p:spPr>
              <a:xfrm>
                <a:off x="2069100" y="3392175"/>
                <a:ext cx="274975" cy="44650"/>
              </a:xfrm>
              <a:custGeom>
                <a:avLst/>
                <a:gdLst/>
                <a:ahLst/>
                <a:cxnLst/>
                <a:rect l="l" t="t" r="r" b="b"/>
                <a:pathLst>
                  <a:path w="10999" h="1786" extrusionOk="0">
                    <a:moveTo>
                      <a:pt x="8818" y="1"/>
                    </a:moveTo>
                    <a:cubicBezTo>
                      <a:pt x="8812" y="1"/>
                      <a:pt x="8807" y="1"/>
                      <a:pt x="8801" y="1"/>
                    </a:cubicBezTo>
                    <a:lnTo>
                      <a:pt x="5488" y="29"/>
                    </a:lnTo>
                    <a:lnTo>
                      <a:pt x="2174" y="58"/>
                    </a:lnTo>
                    <a:cubicBezTo>
                      <a:pt x="1600" y="64"/>
                      <a:pt x="1061" y="292"/>
                      <a:pt x="658" y="702"/>
                    </a:cubicBezTo>
                    <a:lnTo>
                      <a:pt x="123" y="1246"/>
                    </a:lnTo>
                    <a:cubicBezTo>
                      <a:pt x="0" y="1372"/>
                      <a:pt x="2" y="1571"/>
                      <a:pt x="126" y="1694"/>
                    </a:cubicBezTo>
                    <a:cubicBezTo>
                      <a:pt x="188" y="1755"/>
                      <a:pt x="266" y="1785"/>
                      <a:pt x="346" y="1785"/>
                    </a:cubicBezTo>
                    <a:cubicBezTo>
                      <a:pt x="348" y="1785"/>
                      <a:pt x="350" y="1785"/>
                      <a:pt x="352" y="1785"/>
                    </a:cubicBezTo>
                    <a:cubicBezTo>
                      <a:pt x="433" y="1785"/>
                      <a:pt x="514" y="1753"/>
                      <a:pt x="574" y="1691"/>
                    </a:cubicBezTo>
                    <a:lnTo>
                      <a:pt x="1111" y="1146"/>
                    </a:lnTo>
                    <a:cubicBezTo>
                      <a:pt x="1395" y="857"/>
                      <a:pt x="1774" y="696"/>
                      <a:pt x="2178" y="693"/>
                    </a:cubicBezTo>
                    <a:lnTo>
                      <a:pt x="5493" y="664"/>
                    </a:lnTo>
                    <a:lnTo>
                      <a:pt x="8807" y="635"/>
                    </a:lnTo>
                    <a:cubicBezTo>
                      <a:pt x="8811" y="635"/>
                      <a:pt x="8815" y="635"/>
                      <a:pt x="8818" y="635"/>
                    </a:cubicBezTo>
                    <a:cubicBezTo>
                      <a:pt x="9219" y="635"/>
                      <a:pt x="9597" y="790"/>
                      <a:pt x="9882" y="1070"/>
                    </a:cubicBezTo>
                    <a:lnTo>
                      <a:pt x="10428" y="1606"/>
                    </a:lnTo>
                    <a:cubicBezTo>
                      <a:pt x="10490" y="1667"/>
                      <a:pt x="10571" y="1697"/>
                      <a:pt x="10653" y="1697"/>
                    </a:cubicBezTo>
                    <a:cubicBezTo>
                      <a:pt x="10733" y="1696"/>
                      <a:pt x="10815" y="1664"/>
                      <a:pt x="10876" y="1602"/>
                    </a:cubicBezTo>
                    <a:cubicBezTo>
                      <a:pt x="10999" y="1478"/>
                      <a:pt x="10997" y="1276"/>
                      <a:pt x="10873" y="1153"/>
                    </a:cubicBezTo>
                    <a:lnTo>
                      <a:pt x="10871" y="1153"/>
                    </a:lnTo>
                    <a:lnTo>
                      <a:pt x="10328" y="619"/>
                    </a:lnTo>
                    <a:cubicBezTo>
                      <a:pt x="9921" y="220"/>
                      <a:pt x="9387" y="1"/>
                      <a:pt x="8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410;p25">
                <a:extLst>
                  <a:ext uri="{FF2B5EF4-FFF2-40B4-BE49-F238E27FC236}">
                    <a16:creationId xmlns:a16="http://schemas.microsoft.com/office/drawing/2014/main" id="{27E5FC43-FB42-832D-138A-FB6EF40C0F67}"/>
                  </a:ext>
                </a:extLst>
              </p:cNvPr>
              <p:cNvSpPr/>
              <p:nvPr/>
            </p:nvSpPr>
            <p:spPr>
              <a:xfrm>
                <a:off x="2311700" y="3413200"/>
                <a:ext cx="43650" cy="43450"/>
              </a:xfrm>
              <a:custGeom>
                <a:avLst/>
                <a:gdLst/>
                <a:ahLst/>
                <a:cxnLst/>
                <a:rect l="l" t="t" r="r" b="b"/>
                <a:pathLst>
                  <a:path w="1746" h="1738" extrusionOk="0">
                    <a:moveTo>
                      <a:pt x="872" y="0"/>
                    </a:moveTo>
                    <a:cubicBezTo>
                      <a:pt x="870" y="0"/>
                      <a:pt x="868" y="0"/>
                      <a:pt x="866" y="0"/>
                    </a:cubicBezTo>
                    <a:cubicBezTo>
                      <a:pt x="386" y="5"/>
                      <a:pt x="1" y="397"/>
                      <a:pt x="6" y="877"/>
                    </a:cubicBezTo>
                    <a:cubicBezTo>
                      <a:pt x="9" y="1353"/>
                      <a:pt x="396" y="1738"/>
                      <a:pt x="873" y="1738"/>
                    </a:cubicBezTo>
                    <a:cubicBezTo>
                      <a:pt x="875" y="1738"/>
                      <a:pt x="878" y="1738"/>
                      <a:pt x="881" y="1738"/>
                    </a:cubicBezTo>
                    <a:cubicBezTo>
                      <a:pt x="1361" y="1733"/>
                      <a:pt x="1746" y="1342"/>
                      <a:pt x="1743" y="862"/>
                    </a:cubicBezTo>
                    <a:cubicBezTo>
                      <a:pt x="1738" y="384"/>
                      <a:pt x="1349" y="0"/>
                      <a:pt x="8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411;p25">
                <a:extLst>
                  <a:ext uri="{FF2B5EF4-FFF2-40B4-BE49-F238E27FC236}">
                    <a16:creationId xmlns:a16="http://schemas.microsoft.com/office/drawing/2014/main" id="{C673062B-98D5-60A6-A9F6-255AA87C6410}"/>
                  </a:ext>
                </a:extLst>
              </p:cNvPr>
              <p:cNvSpPr/>
              <p:nvPr/>
            </p:nvSpPr>
            <p:spPr>
              <a:xfrm>
                <a:off x="2321100" y="3422575"/>
                <a:ext cx="24875" cy="24725"/>
              </a:xfrm>
              <a:custGeom>
                <a:avLst/>
                <a:gdLst/>
                <a:ahLst/>
                <a:cxnLst/>
                <a:rect l="l" t="t" r="r" b="b"/>
                <a:pathLst>
                  <a:path w="995" h="989" extrusionOk="0">
                    <a:moveTo>
                      <a:pt x="499" y="1"/>
                    </a:moveTo>
                    <a:cubicBezTo>
                      <a:pt x="497" y="1"/>
                      <a:pt x="495" y="1"/>
                      <a:pt x="493" y="1"/>
                    </a:cubicBezTo>
                    <a:cubicBezTo>
                      <a:pt x="220" y="3"/>
                      <a:pt x="1" y="225"/>
                      <a:pt x="4" y="499"/>
                    </a:cubicBezTo>
                    <a:cubicBezTo>
                      <a:pt x="7" y="771"/>
                      <a:pt x="228" y="989"/>
                      <a:pt x="499" y="989"/>
                    </a:cubicBezTo>
                    <a:cubicBezTo>
                      <a:pt x="500" y="989"/>
                      <a:pt x="501" y="989"/>
                      <a:pt x="502" y="989"/>
                    </a:cubicBezTo>
                    <a:cubicBezTo>
                      <a:pt x="775" y="986"/>
                      <a:pt x="994" y="763"/>
                      <a:pt x="991" y="490"/>
                    </a:cubicBezTo>
                    <a:cubicBezTo>
                      <a:pt x="990" y="219"/>
                      <a:pt x="770" y="1"/>
                      <a:pt x="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412;p25">
                <a:extLst>
                  <a:ext uri="{FF2B5EF4-FFF2-40B4-BE49-F238E27FC236}">
                    <a16:creationId xmlns:a16="http://schemas.microsoft.com/office/drawing/2014/main" id="{81D4B251-13C3-15BB-94D0-A441C60E988A}"/>
                  </a:ext>
                </a:extLst>
              </p:cNvPr>
              <p:cNvSpPr/>
              <p:nvPr/>
            </p:nvSpPr>
            <p:spPr>
              <a:xfrm>
                <a:off x="2222000" y="3076425"/>
                <a:ext cx="96300" cy="33700"/>
              </a:xfrm>
              <a:custGeom>
                <a:avLst/>
                <a:gdLst/>
                <a:ahLst/>
                <a:cxnLst/>
                <a:rect l="l" t="t" r="r" b="b"/>
                <a:pathLst>
                  <a:path w="3852" h="1348" extrusionOk="0">
                    <a:moveTo>
                      <a:pt x="81" y="1"/>
                    </a:moveTo>
                    <a:cubicBezTo>
                      <a:pt x="66" y="1"/>
                      <a:pt x="50" y="6"/>
                      <a:pt x="37" y="16"/>
                    </a:cubicBezTo>
                    <a:cubicBezTo>
                      <a:pt x="5" y="40"/>
                      <a:pt x="1" y="86"/>
                      <a:pt x="25" y="116"/>
                    </a:cubicBezTo>
                    <a:lnTo>
                      <a:pt x="684" y="930"/>
                    </a:lnTo>
                    <a:cubicBezTo>
                      <a:pt x="900" y="1195"/>
                      <a:pt x="1218" y="1348"/>
                      <a:pt x="1560" y="1348"/>
                    </a:cubicBezTo>
                    <a:cubicBezTo>
                      <a:pt x="1563" y="1348"/>
                      <a:pt x="1567" y="1348"/>
                      <a:pt x="1570" y="1348"/>
                    </a:cubicBezTo>
                    <a:lnTo>
                      <a:pt x="3780" y="1328"/>
                    </a:lnTo>
                    <a:cubicBezTo>
                      <a:pt x="3819" y="1328"/>
                      <a:pt x="3851" y="1296"/>
                      <a:pt x="3851" y="1257"/>
                    </a:cubicBezTo>
                    <a:cubicBezTo>
                      <a:pt x="3851" y="1217"/>
                      <a:pt x="3818" y="1186"/>
                      <a:pt x="3778" y="1186"/>
                    </a:cubicBezTo>
                    <a:lnTo>
                      <a:pt x="1568" y="1204"/>
                    </a:lnTo>
                    <a:cubicBezTo>
                      <a:pt x="1565" y="1204"/>
                      <a:pt x="1562" y="1204"/>
                      <a:pt x="1558" y="1204"/>
                    </a:cubicBezTo>
                    <a:cubicBezTo>
                      <a:pt x="1261" y="1204"/>
                      <a:pt x="983" y="1071"/>
                      <a:pt x="794" y="839"/>
                    </a:cubicBezTo>
                    <a:lnTo>
                      <a:pt x="137" y="27"/>
                    </a:lnTo>
                    <a:cubicBezTo>
                      <a:pt x="122" y="10"/>
                      <a:pt x="102" y="1"/>
                      <a:pt x="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413;p25">
                <a:extLst>
                  <a:ext uri="{FF2B5EF4-FFF2-40B4-BE49-F238E27FC236}">
                    <a16:creationId xmlns:a16="http://schemas.microsoft.com/office/drawing/2014/main" id="{5F297080-4D50-CB81-C8B8-CE33E0009EE7}"/>
                  </a:ext>
                </a:extLst>
              </p:cNvPr>
              <p:cNvSpPr/>
              <p:nvPr/>
            </p:nvSpPr>
            <p:spPr>
              <a:xfrm>
                <a:off x="2311325" y="3104350"/>
                <a:ext cx="18925" cy="6950"/>
              </a:xfrm>
              <a:custGeom>
                <a:avLst/>
                <a:gdLst/>
                <a:ahLst/>
                <a:cxnLst/>
                <a:rect l="l" t="t" r="r" b="b"/>
                <a:pathLst>
                  <a:path w="757" h="278" extrusionOk="0">
                    <a:moveTo>
                      <a:pt x="699" y="0"/>
                    </a:moveTo>
                    <a:lnTo>
                      <a:pt x="57" y="5"/>
                    </a:lnTo>
                    <a:cubicBezTo>
                      <a:pt x="27" y="6"/>
                      <a:pt x="1" y="31"/>
                      <a:pt x="2" y="61"/>
                    </a:cubicBezTo>
                    <a:lnTo>
                      <a:pt x="2" y="223"/>
                    </a:lnTo>
                    <a:cubicBezTo>
                      <a:pt x="4" y="253"/>
                      <a:pt x="28" y="278"/>
                      <a:pt x="58" y="278"/>
                    </a:cubicBezTo>
                    <a:lnTo>
                      <a:pt x="702" y="273"/>
                    </a:lnTo>
                    <a:cubicBezTo>
                      <a:pt x="732" y="273"/>
                      <a:pt x="757" y="247"/>
                      <a:pt x="757" y="217"/>
                    </a:cubicBezTo>
                    <a:lnTo>
                      <a:pt x="755" y="55"/>
                    </a:lnTo>
                    <a:cubicBezTo>
                      <a:pt x="755" y="25"/>
                      <a:pt x="729" y="0"/>
                      <a:pt x="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414;p25">
                <a:extLst>
                  <a:ext uri="{FF2B5EF4-FFF2-40B4-BE49-F238E27FC236}">
                    <a16:creationId xmlns:a16="http://schemas.microsoft.com/office/drawing/2014/main" id="{99C1655F-3F7E-DDC5-7096-A0792FF0EB15}"/>
                  </a:ext>
                </a:extLst>
              </p:cNvPr>
              <p:cNvSpPr/>
              <p:nvPr/>
            </p:nvSpPr>
            <p:spPr>
              <a:xfrm>
                <a:off x="2043950" y="3039100"/>
                <a:ext cx="318975" cy="43525"/>
              </a:xfrm>
              <a:custGeom>
                <a:avLst/>
                <a:gdLst/>
                <a:ahLst/>
                <a:cxnLst/>
                <a:rect l="l" t="t" r="r" b="b"/>
                <a:pathLst>
                  <a:path w="12759" h="1741" extrusionOk="0">
                    <a:moveTo>
                      <a:pt x="12263" y="1"/>
                    </a:moveTo>
                    <a:cubicBezTo>
                      <a:pt x="12262" y="1"/>
                      <a:pt x="12260" y="1"/>
                      <a:pt x="12259" y="1"/>
                    </a:cubicBezTo>
                    <a:lnTo>
                      <a:pt x="485" y="102"/>
                    </a:lnTo>
                    <a:cubicBezTo>
                      <a:pt x="291" y="104"/>
                      <a:pt x="125" y="219"/>
                      <a:pt x="47" y="382"/>
                    </a:cubicBezTo>
                    <a:cubicBezTo>
                      <a:pt x="17" y="447"/>
                      <a:pt x="0" y="519"/>
                      <a:pt x="0" y="596"/>
                    </a:cubicBezTo>
                    <a:lnTo>
                      <a:pt x="7" y="1256"/>
                    </a:lnTo>
                    <a:cubicBezTo>
                      <a:pt x="10" y="1525"/>
                      <a:pt x="228" y="1741"/>
                      <a:pt x="496" y="1741"/>
                    </a:cubicBezTo>
                    <a:cubicBezTo>
                      <a:pt x="497" y="1741"/>
                      <a:pt x="498" y="1741"/>
                      <a:pt x="499" y="1741"/>
                    </a:cubicBezTo>
                    <a:lnTo>
                      <a:pt x="12273" y="1639"/>
                    </a:lnTo>
                    <a:cubicBezTo>
                      <a:pt x="12542" y="1636"/>
                      <a:pt x="12759" y="1417"/>
                      <a:pt x="12757" y="1147"/>
                    </a:cubicBezTo>
                    <a:lnTo>
                      <a:pt x="12751" y="485"/>
                    </a:lnTo>
                    <a:cubicBezTo>
                      <a:pt x="12750" y="410"/>
                      <a:pt x="12732" y="337"/>
                      <a:pt x="12700" y="273"/>
                    </a:cubicBezTo>
                    <a:cubicBezTo>
                      <a:pt x="12620" y="112"/>
                      <a:pt x="12454" y="1"/>
                      <a:pt x="122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415;p25">
                <a:extLst>
                  <a:ext uri="{FF2B5EF4-FFF2-40B4-BE49-F238E27FC236}">
                    <a16:creationId xmlns:a16="http://schemas.microsoft.com/office/drawing/2014/main" id="{5013D2BE-AA46-0554-7356-9C74588A465D}"/>
                  </a:ext>
                </a:extLst>
              </p:cNvPr>
              <p:cNvSpPr/>
              <p:nvPr/>
            </p:nvSpPr>
            <p:spPr>
              <a:xfrm>
                <a:off x="2045125" y="3039100"/>
                <a:ext cx="316375" cy="9575"/>
              </a:xfrm>
              <a:custGeom>
                <a:avLst/>
                <a:gdLst/>
                <a:ahLst/>
                <a:cxnLst/>
                <a:rect l="l" t="t" r="r" b="b"/>
                <a:pathLst>
                  <a:path w="12655" h="383" extrusionOk="0">
                    <a:moveTo>
                      <a:pt x="12216" y="1"/>
                    </a:moveTo>
                    <a:cubicBezTo>
                      <a:pt x="12215" y="1"/>
                      <a:pt x="12213" y="1"/>
                      <a:pt x="12212" y="1"/>
                    </a:cubicBezTo>
                    <a:lnTo>
                      <a:pt x="438" y="102"/>
                    </a:lnTo>
                    <a:cubicBezTo>
                      <a:pt x="244" y="104"/>
                      <a:pt x="79" y="219"/>
                      <a:pt x="0" y="382"/>
                    </a:cubicBezTo>
                    <a:lnTo>
                      <a:pt x="12654" y="273"/>
                    </a:lnTo>
                    <a:cubicBezTo>
                      <a:pt x="12575" y="112"/>
                      <a:pt x="12408" y="1"/>
                      <a:pt x="12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416;p25">
                <a:extLst>
                  <a:ext uri="{FF2B5EF4-FFF2-40B4-BE49-F238E27FC236}">
                    <a16:creationId xmlns:a16="http://schemas.microsoft.com/office/drawing/2014/main" id="{DB0CF595-EFA9-615F-E47A-D48C59EBCF85}"/>
                  </a:ext>
                </a:extLst>
              </p:cNvPr>
              <p:cNvSpPr/>
              <p:nvPr/>
            </p:nvSpPr>
            <p:spPr>
              <a:xfrm>
                <a:off x="2190425" y="3329625"/>
                <a:ext cx="31525" cy="52250"/>
              </a:xfrm>
              <a:custGeom>
                <a:avLst/>
                <a:gdLst/>
                <a:ahLst/>
                <a:cxnLst/>
                <a:rect l="l" t="t" r="r" b="b"/>
                <a:pathLst>
                  <a:path w="1261" h="2090" extrusionOk="0">
                    <a:moveTo>
                      <a:pt x="1120" y="0"/>
                    </a:moveTo>
                    <a:lnTo>
                      <a:pt x="105" y="9"/>
                    </a:lnTo>
                    <a:cubicBezTo>
                      <a:pt x="87" y="9"/>
                      <a:pt x="73" y="23"/>
                      <a:pt x="72" y="41"/>
                    </a:cubicBezTo>
                    <a:lnTo>
                      <a:pt x="0" y="2089"/>
                    </a:lnTo>
                    <a:lnTo>
                      <a:pt x="1261" y="2079"/>
                    </a:lnTo>
                    <a:lnTo>
                      <a:pt x="1155" y="32"/>
                    </a:lnTo>
                    <a:cubicBezTo>
                      <a:pt x="1153" y="14"/>
                      <a:pt x="1138" y="0"/>
                      <a:pt x="11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417;p25">
                <a:extLst>
                  <a:ext uri="{FF2B5EF4-FFF2-40B4-BE49-F238E27FC236}">
                    <a16:creationId xmlns:a16="http://schemas.microsoft.com/office/drawing/2014/main" id="{EFA148A7-9630-6CCD-16DF-1924F27B3454}"/>
                  </a:ext>
                </a:extLst>
              </p:cNvPr>
              <p:cNvSpPr/>
              <p:nvPr/>
            </p:nvSpPr>
            <p:spPr>
              <a:xfrm>
                <a:off x="2186325" y="3381550"/>
                <a:ext cx="39800" cy="11575"/>
              </a:xfrm>
              <a:custGeom>
                <a:avLst/>
                <a:gdLst/>
                <a:ahLst/>
                <a:cxnLst/>
                <a:rect l="l" t="t" r="r" b="b"/>
                <a:pathLst>
                  <a:path w="1592" h="463" extrusionOk="0">
                    <a:moveTo>
                      <a:pt x="1520" y="0"/>
                    </a:moveTo>
                    <a:lnTo>
                      <a:pt x="67" y="14"/>
                    </a:lnTo>
                    <a:cubicBezTo>
                      <a:pt x="31" y="14"/>
                      <a:pt x="1" y="44"/>
                      <a:pt x="1" y="82"/>
                    </a:cubicBezTo>
                    <a:lnTo>
                      <a:pt x="5" y="462"/>
                    </a:lnTo>
                    <a:lnTo>
                      <a:pt x="1591" y="448"/>
                    </a:lnTo>
                    <a:lnTo>
                      <a:pt x="1588" y="68"/>
                    </a:lnTo>
                    <a:cubicBezTo>
                      <a:pt x="1588" y="30"/>
                      <a:pt x="1558" y="0"/>
                      <a:pt x="1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418;p25">
                <a:extLst>
                  <a:ext uri="{FF2B5EF4-FFF2-40B4-BE49-F238E27FC236}">
                    <a16:creationId xmlns:a16="http://schemas.microsoft.com/office/drawing/2014/main" id="{D30E5F19-A606-BDCB-2414-17BF5749FFBB}"/>
                  </a:ext>
                </a:extLst>
              </p:cNvPr>
              <p:cNvSpPr/>
              <p:nvPr/>
            </p:nvSpPr>
            <p:spPr>
              <a:xfrm>
                <a:off x="2166800" y="2684700"/>
                <a:ext cx="254650" cy="175925"/>
              </a:xfrm>
              <a:custGeom>
                <a:avLst/>
                <a:gdLst/>
                <a:ahLst/>
                <a:cxnLst/>
                <a:rect l="l" t="t" r="r" b="b"/>
                <a:pathLst>
                  <a:path w="10186" h="7037" extrusionOk="0">
                    <a:moveTo>
                      <a:pt x="9435" y="0"/>
                    </a:moveTo>
                    <a:cubicBezTo>
                      <a:pt x="9433" y="0"/>
                      <a:pt x="9431" y="0"/>
                      <a:pt x="9429" y="0"/>
                    </a:cubicBezTo>
                    <a:lnTo>
                      <a:pt x="697" y="76"/>
                    </a:lnTo>
                    <a:cubicBezTo>
                      <a:pt x="311" y="79"/>
                      <a:pt x="0" y="394"/>
                      <a:pt x="3" y="780"/>
                    </a:cubicBezTo>
                    <a:lnTo>
                      <a:pt x="52" y="6344"/>
                    </a:lnTo>
                    <a:cubicBezTo>
                      <a:pt x="55" y="6727"/>
                      <a:pt x="368" y="7036"/>
                      <a:pt x="750" y="7036"/>
                    </a:cubicBezTo>
                    <a:cubicBezTo>
                      <a:pt x="752" y="7036"/>
                      <a:pt x="754" y="7036"/>
                      <a:pt x="756" y="7036"/>
                    </a:cubicBezTo>
                    <a:lnTo>
                      <a:pt x="9488" y="6960"/>
                    </a:lnTo>
                    <a:lnTo>
                      <a:pt x="9488" y="6962"/>
                    </a:lnTo>
                    <a:cubicBezTo>
                      <a:pt x="9875" y="6957"/>
                      <a:pt x="10185" y="6642"/>
                      <a:pt x="10182" y="6256"/>
                    </a:cubicBezTo>
                    <a:lnTo>
                      <a:pt x="10134" y="693"/>
                    </a:lnTo>
                    <a:cubicBezTo>
                      <a:pt x="10131" y="310"/>
                      <a:pt x="9817" y="0"/>
                      <a:pt x="94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419;p25">
                <a:extLst>
                  <a:ext uri="{FF2B5EF4-FFF2-40B4-BE49-F238E27FC236}">
                    <a16:creationId xmlns:a16="http://schemas.microsoft.com/office/drawing/2014/main" id="{414F5905-CBA2-9840-E77C-107197C349D9}"/>
                  </a:ext>
                </a:extLst>
              </p:cNvPr>
              <p:cNvSpPr/>
              <p:nvPr/>
            </p:nvSpPr>
            <p:spPr>
              <a:xfrm>
                <a:off x="2187725" y="2684500"/>
                <a:ext cx="254650" cy="175925"/>
              </a:xfrm>
              <a:custGeom>
                <a:avLst/>
                <a:gdLst/>
                <a:ahLst/>
                <a:cxnLst/>
                <a:rect l="l" t="t" r="r" b="b"/>
                <a:pathLst>
                  <a:path w="10186" h="7037" extrusionOk="0">
                    <a:moveTo>
                      <a:pt x="9435" y="1"/>
                    </a:moveTo>
                    <a:cubicBezTo>
                      <a:pt x="9434" y="1"/>
                      <a:pt x="9432" y="1"/>
                      <a:pt x="9430" y="1"/>
                    </a:cubicBezTo>
                    <a:lnTo>
                      <a:pt x="698" y="77"/>
                    </a:lnTo>
                    <a:cubicBezTo>
                      <a:pt x="311" y="80"/>
                      <a:pt x="1" y="395"/>
                      <a:pt x="4" y="781"/>
                    </a:cubicBezTo>
                    <a:lnTo>
                      <a:pt x="52" y="6344"/>
                    </a:lnTo>
                    <a:cubicBezTo>
                      <a:pt x="55" y="6729"/>
                      <a:pt x="367" y="7037"/>
                      <a:pt x="751" y="7037"/>
                    </a:cubicBezTo>
                    <a:cubicBezTo>
                      <a:pt x="753" y="7037"/>
                      <a:pt x="755" y="7037"/>
                      <a:pt x="757" y="7037"/>
                    </a:cubicBezTo>
                    <a:lnTo>
                      <a:pt x="9489" y="6962"/>
                    </a:lnTo>
                    <a:cubicBezTo>
                      <a:pt x="9875" y="6959"/>
                      <a:pt x="10186" y="6643"/>
                      <a:pt x="10183" y="6257"/>
                    </a:cubicBezTo>
                    <a:lnTo>
                      <a:pt x="10134" y="695"/>
                    </a:lnTo>
                    <a:cubicBezTo>
                      <a:pt x="10131" y="310"/>
                      <a:pt x="9818" y="1"/>
                      <a:pt x="94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420;p25">
                <a:extLst>
                  <a:ext uri="{FF2B5EF4-FFF2-40B4-BE49-F238E27FC236}">
                    <a16:creationId xmlns:a16="http://schemas.microsoft.com/office/drawing/2014/main" id="{A6849A76-4CC0-E869-69FE-8FEFF1C48F21}"/>
                  </a:ext>
                </a:extLst>
              </p:cNvPr>
              <p:cNvSpPr/>
              <p:nvPr/>
            </p:nvSpPr>
            <p:spPr>
              <a:xfrm>
                <a:off x="2187550" y="2684325"/>
                <a:ext cx="255025" cy="176325"/>
              </a:xfrm>
              <a:custGeom>
                <a:avLst/>
                <a:gdLst/>
                <a:ahLst/>
                <a:cxnLst/>
                <a:rect l="l" t="t" r="r" b="b"/>
                <a:pathLst>
                  <a:path w="10201" h="7053" extrusionOk="0">
                    <a:moveTo>
                      <a:pt x="9442" y="15"/>
                    </a:moveTo>
                    <a:cubicBezTo>
                      <a:pt x="9820" y="15"/>
                      <a:pt x="10131" y="322"/>
                      <a:pt x="10134" y="700"/>
                    </a:cubicBezTo>
                    <a:lnTo>
                      <a:pt x="10181" y="6264"/>
                    </a:lnTo>
                    <a:cubicBezTo>
                      <a:pt x="10185" y="6645"/>
                      <a:pt x="9878" y="6957"/>
                      <a:pt x="9496" y="6960"/>
                    </a:cubicBezTo>
                    <a:lnTo>
                      <a:pt x="765" y="7036"/>
                    </a:lnTo>
                    <a:cubicBezTo>
                      <a:pt x="763" y="7036"/>
                      <a:pt x="761" y="7036"/>
                      <a:pt x="760" y="7036"/>
                    </a:cubicBezTo>
                    <a:cubicBezTo>
                      <a:pt x="380" y="7036"/>
                      <a:pt x="71" y="6730"/>
                      <a:pt x="67" y="6351"/>
                    </a:cubicBezTo>
                    <a:lnTo>
                      <a:pt x="20" y="788"/>
                    </a:lnTo>
                    <a:cubicBezTo>
                      <a:pt x="17" y="406"/>
                      <a:pt x="324" y="94"/>
                      <a:pt x="705" y="91"/>
                    </a:cubicBezTo>
                    <a:lnTo>
                      <a:pt x="9437" y="15"/>
                    </a:lnTo>
                    <a:cubicBezTo>
                      <a:pt x="9439" y="15"/>
                      <a:pt x="9441" y="15"/>
                      <a:pt x="9442" y="15"/>
                    </a:cubicBezTo>
                    <a:close/>
                    <a:moveTo>
                      <a:pt x="9441" y="0"/>
                    </a:moveTo>
                    <a:cubicBezTo>
                      <a:pt x="9439" y="0"/>
                      <a:pt x="9437" y="0"/>
                      <a:pt x="9435" y="0"/>
                    </a:cubicBezTo>
                    <a:lnTo>
                      <a:pt x="705" y="74"/>
                    </a:lnTo>
                    <a:cubicBezTo>
                      <a:pt x="315" y="79"/>
                      <a:pt x="0" y="399"/>
                      <a:pt x="3" y="788"/>
                    </a:cubicBezTo>
                    <a:lnTo>
                      <a:pt x="52" y="6351"/>
                    </a:lnTo>
                    <a:cubicBezTo>
                      <a:pt x="55" y="6739"/>
                      <a:pt x="371" y="7053"/>
                      <a:pt x="760" y="7053"/>
                    </a:cubicBezTo>
                    <a:cubicBezTo>
                      <a:pt x="761" y="7053"/>
                      <a:pt x="763" y="7053"/>
                      <a:pt x="765" y="7053"/>
                    </a:cubicBezTo>
                    <a:lnTo>
                      <a:pt x="9496" y="6977"/>
                    </a:lnTo>
                    <a:cubicBezTo>
                      <a:pt x="9885" y="6974"/>
                      <a:pt x="10200" y="6654"/>
                      <a:pt x="10197" y="6264"/>
                    </a:cubicBezTo>
                    <a:lnTo>
                      <a:pt x="10149" y="702"/>
                    </a:lnTo>
                    <a:cubicBezTo>
                      <a:pt x="10146" y="313"/>
                      <a:pt x="9829" y="0"/>
                      <a:pt x="9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421;p25">
                <a:extLst>
                  <a:ext uri="{FF2B5EF4-FFF2-40B4-BE49-F238E27FC236}">
                    <a16:creationId xmlns:a16="http://schemas.microsoft.com/office/drawing/2014/main" id="{4E6C4895-5BCB-E995-C164-2447083F3303}"/>
                  </a:ext>
                </a:extLst>
              </p:cNvPr>
              <p:cNvSpPr/>
              <p:nvPr/>
            </p:nvSpPr>
            <p:spPr>
              <a:xfrm>
                <a:off x="2269950" y="2768200"/>
                <a:ext cx="61525" cy="295800"/>
              </a:xfrm>
              <a:custGeom>
                <a:avLst/>
                <a:gdLst/>
                <a:ahLst/>
                <a:cxnLst/>
                <a:rect l="l" t="t" r="r" b="b"/>
                <a:pathLst>
                  <a:path w="2461" h="11832" extrusionOk="0">
                    <a:moveTo>
                      <a:pt x="2460" y="0"/>
                    </a:moveTo>
                    <a:lnTo>
                      <a:pt x="1550" y="8"/>
                    </a:lnTo>
                    <a:cubicBezTo>
                      <a:pt x="1327" y="9"/>
                      <a:pt x="1148" y="193"/>
                      <a:pt x="1150" y="415"/>
                    </a:cubicBezTo>
                    <a:lnTo>
                      <a:pt x="1235" y="10266"/>
                    </a:lnTo>
                    <a:cubicBezTo>
                      <a:pt x="1241" y="10905"/>
                      <a:pt x="764" y="11435"/>
                      <a:pt x="144" y="11512"/>
                    </a:cubicBezTo>
                    <a:cubicBezTo>
                      <a:pt x="103" y="11517"/>
                      <a:pt x="67" y="11536"/>
                      <a:pt x="41" y="11565"/>
                    </a:cubicBezTo>
                    <a:cubicBezTo>
                      <a:pt x="15" y="11595"/>
                      <a:pt x="0" y="11633"/>
                      <a:pt x="2" y="11676"/>
                    </a:cubicBezTo>
                    <a:cubicBezTo>
                      <a:pt x="3" y="11764"/>
                      <a:pt x="81" y="11832"/>
                      <a:pt x="168" y="11832"/>
                    </a:cubicBezTo>
                    <a:lnTo>
                      <a:pt x="406" y="11829"/>
                    </a:lnTo>
                    <a:cubicBezTo>
                      <a:pt x="750" y="11826"/>
                      <a:pt x="1061" y="11685"/>
                      <a:pt x="1283" y="11456"/>
                    </a:cubicBezTo>
                    <a:cubicBezTo>
                      <a:pt x="1507" y="11229"/>
                      <a:pt x="1644" y="10917"/>
                      <a:pt x="1641" y="10573"/>
                    </a:cubicBezTo>
                    <a:lnTo>
                      <a:pt x="1557" y="865"/>
                    </a:lnTo>
                    <a:lnTo>
                      <a:pt x="2254" y="836"/>
                    </a:lnTo>
                    <a:lnTo>
                      <a:pt x="2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422;p25">
                <a:extLst>
                  <a:ext uri="{FF2B5EF4-FFF2-40B4-BE49-F238E27FC236}">
                    <a16:creationId xmlns:a16="http://schemas.microsoft.com/office/drawing/2014/main" id="{6C777642-A15B-25AF-CD88-C6C26AE85627}"/>
                  </a:ext>
                </a:extLst>
              </p:cNvPr>
              <p:cNvSpPr/>
              <p:nvPr/>
            </p:nvSpPr>
            <p:spPr>
              <a:xfrm>
                <a:off x="2280050" y="2768125"/>
                <a:ext cx="75550" cy="295850"/>
              </a:xfrm>
              <a:custGeom>
                <a:avLst/>
                <a:gdLst/>
                <a:ahLst/>
                <a:cxnLst/>
                <a:rect l="l" t="t" r="r" b="b"/>
                <a:pathLst>
                  <a:path w="3022" h="11834" extrusionOk="0">
                    <a:moveTo>
                      <a:pt x="2336" y="0"/>
                    </a:moveTo>
                    <a:cubicBezTo>
                      <a:pt x="2335" y="0"/>
                      <a:pt x="2334" y="0"/>
                      <a:pt x="2333" y="0"/>
                    </a:cubicBezTo>
                    <a:lnTo>
                      <a:pt x="1737" y="6"/>
                    </a:lnTo>
                    <a:cubicBezTo>
                      <a:pt x="1411" y="9"/>
                      <a:pt x="1149" y="276"/>
                      <a:pt x="1150" y="602"/>
                    </a:cubicBezTo>
                    <a:lnTo>
                      <a:pt x="1237" y="10576"/>
                    </a:lnTo>
                    <a:cubicBezTo>
                      <a:pt x="1240" y="10920"/>
                      <a:pt x="1103" y="11232"/>
                      <a:pt x="879" y="11461"/>
                    </a:cubicBezTo>
                    <a:cubicBezTo>
                      <a:pt x="655" y="11687"/>
                      <a:pt x="347" y="11830"/>
                      <a:pt x="2" y="11833"/>
                    </a:cubicBezTo>
                    <a:lnTo>
                      <a:pt x="2" y="11833"/>
                    </a:lnTo>
                    <a:lnTo>
                      <a:pt x="1779" y="11817"/>
                    </a:lnTo>
                    <a:cubicBezTo>
                      <a:pt x="2468" y="11810"/>
                      <a:pt x="3021" y="11249"/>
                      <a:pt x="3015" y="10561"/>
                    </a:cubicBezTo>
                    <a:lnTo>
                      <a:pt x="2929" y="586"/>
                    </a:lnTo>
                    <a:cubicBezTo>
                      <a:pt x="2926" y="260"/>
                      <a:pt x="2661" y="0"/>
                      <a:pt x="2336" y="0"/>
                    </a:cubicBezTo>
                    <a:close/>
                    <a:moveTo>
                      <a:pt x="2" y="11833"/>
                    </a:moveTo>
                    <a:lnTo>
                      <a:pt x="1" y="11833"/>
                    </a:lnTo>
                    <a:cubicBezTo>
                      <a:pt x="1" y="11833"/>
                      <a:pt x="2" y="11833"/>
                      <a:pt x="2" y="1183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423;p25">
                <a:extLst>
                  <a:ext uri="{FF2B5EF4-FFF2-40B4-BE49-F238E27FC236}">
                    <a16:creationId xmlns:a16="http://schemas.microsoft.com/office/drawing/2014/main" id="{0DD99DDA-B252-1285-8D89-A98BC715419B}"/>
                  </a:ext>
                </a:extLst>
              </p:cNvPr>
              <p:cNvSpPr/>
              <p:nvPr/>
            </p:nvSpPr>
            <p:spPr>
              <a:xfrm>
                <a:off x="2269725" y="2767925"/>
                <a:ext cx="86050" cy="296275"/>
              </a:xfrm>
              <a:custGeom>
                <a:avLst/>
                <a:gdLst/>
                <a:ahLst/>
                <a:cxnLst/>
                <a:rect l="l" t="t" r="r" b="b"/>
                <a:pathLst>
                  <a:path w="3442" h="11851" extrusionOk="0">
                    <a:moveTo>
                      <a:pt x="2752" y="17"/>
                    </a:moveTo>
                    <a:cubicBezTo>
                      <a:pt x="3071" y="17"/>
                      <a:pt x="3331" y="275"/>
                      <a:pt x="3334" y="594"/>
                    </a:cubicBezTo>
                    <a:lnTo>
                      <a:pt x="3420" y="10569"/>
                    </a:lnTo>
                    <a:cubicBezTo>
                      <a:pt x="3425" y="11250"/>
                      <a:pt x="2875" y="11811"/>
                      <a:pt x="2192" y="11817"/>
                    </a:cubicBezTo>
                    <a:lnTo>
                      <a:pt x="177" y="11835"/>
                    </a:lnTo>
                    <a:cubicBezTo>
                      <a:pt x="93" y="11835"/>
                      <a:pt x="20" y="11768"/>
                      <a:pt x="18" y="11687"/>
                    </a:cubicBezTo>
                    <a:cubicBezTo>
                      <a:pt x="17" y="11649"/>
                      <a:pt x="30" y="11611"/>
                      <a:pt x="56" y="11582"/>
                    </a:cubicBezTo>
                    <a:cubicBezTo>
                      <a:pt x="82" y="11553"/>
                      <a:pt x="117" y="11535"/>
                      <a:pt x="153" y="11531"/>
                    </a:cubicBezTo>
                    <a:cubicBezTo>
                      <a:pt x="785" y="11453"/>
                      <a:pt x="1257" y="10914"/>
                      <a:pt x="1251" y="10277"/>
                    </a:cubicBezTo>
                    <a:lnTo>
                      <a:pt x="1167" y="426"/>
                    </a:lnTo>
                    <a:cubicBezTo>
                      <a:pt x="1165" y="208"/>
                      <a:pt x="1341" y="29"/>
                      <a:pt x="1559" y="28"/>
                    </a:cubicBezTo>
                    <a:lnTo>
                      <a:pt x="1559" y="26"/>
                    </a:lnTo>
                    <a:lnTo>
                      <a:pt x="2746" y="17"/>
                    </a:lnTo>
                    <a:cubicBezTo>
                      <a:pt x="2748" y="17"/>
                      <a:pt x="2750" y="17"/>
                      <a:pt x="2752" y="17"/>
                    </a:cubicBezTo>
                    <a:close/>
                    <a:moveTo>
                      <a:pt x="2752" y="1"/>
                    </a:moveTo>
                    <a:cubicBezTo>
                      <a:pt x="2750" y="1"/>
                      <a:pt x="2748" y="1"/>
                      <a:pt x="2746" y="1"/>
                    </a:cubicBezTo>
                    <a:lnTo>
                      <a:pt x="1559" y="11"/>
                    </a:lnTo>
                    <a:cubicBezTo>
                      <a:pt x="1332" y="13"/>
                      <a:pt x="1148" y="199"/>
                      <a:pt x="1151" y="426"/>
                    </a:cubicBezTo>
                    <a:lnTo>
                      <a:pt x="1236" y="10277"/>
                    </a:lnTo>
                    <a:cubicBezTo>
                      <a:pt x="1241" y="10905"/>
                      <a:pt x="774" y="11438"/>
                      <a:pt x="152" y="11516"/>
                    </a:cubicBezTo>
                    <a:cubicBezTo>
                      <a:pt x="111" y="11520"/>
                      <a:pt x="71" y="11540"/>
                      <a:pt x="44" y="11572"/>
                    </a:cubicBezTo>
                    <a:cubicBezTo>
                      <a:pt x="15" y="11603"/>
                      <a:pt x="0" y="11644"/>
                      <a:pt x="2" y="11688"/>
                    </a:cubicBezTo>
                    <a:cubicBezTo>
                      <a:pt x="5" y="11778"/>
                      <a:pt x="82" y="11850"/>
                      <a:pt x="175" y="11850"/>
                    </a:cubicBezTo>
                    <a:cubicBezTo>
                      <a:pt x="175" y="11850"/>
                      <a:pt x="176" y="11850"/>
                      <a:pt x="177" y="11850"/>
                    </a:cubicBezTo>
                    <a:lnTo>
                      <a:pt x="2192" y="11834"/>
                    </a:lnTo>
                    <a:cubicBezTo>
                      <a:pt x="2884" y="11828"/>
                      <a:pt x="3442" y="11260"/>
                      <a:pt x="3436" y="10569"/>
                    </a:cubicBezTo>
                    <a:lnTo>
                      <a:pt x="3349" y="594"/>
                    </a:lnTo>
                    <a:cubicBezTo>
                      <a:pt x="3346" y="266"/>
                      <a:pt x="3080" y="1"/>
                      <a:pt x="27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424;p25">
                <a:extLst>
                  <a:ext uri="{FF2B5EF4-FFF2-40B4-BE49-F238E27FC236}">
                    <a16:creationId xmlns:a16="http://schemas.microsoft.com/office/drawing/2014/main" id="{5FE84D00-A00A-9994-DC85-29D84F725908}"/>
                  </a:ext>
                </a:extLst>
              </p:cNvPr>
              <p:cNvSpPr/>
              <p:nvPr/>
            </p:nvSpPr>
            <p:spPr>
              <a:xfrm>
                <a:off x="2317950" y="2776875"/>
                <a:ext cx="24075" cy="32475"/>
              </a:xfrm>
              <a:custGeom>
                <a:avLst/>
                <a:gdLst/>
                <a:ahLst/>
                <a:cxnLst/>
                <a:rect l="l" t="t" r="r" b="b"/>
                <a:pathLst>
                  <a:path w="963" h="1299" extrusionOk="0">
                    <a:moveTo>
                      <a:pt x="810" y="0"/>
                    </a:moveTo>
                    <a:lnTo>
                      <a:pt x="477" y="3"/>
                    </a:lnTo>
                    <a:cubicBezTo>
                      <a:pt x="213" y="5"/>
                      <a:pt x="1" y="297"/>
                      <a:pt x="4" y="655"/>
                    </a:cubicBezTo>
                    <a:cubicBezTo>
                      <a:pt x="7" y="1012"/>
                      <a:pt x="221" y="1298"/>
                      <a:pt x="485" y="1298"/>
                    </a:cubicBezTo>
                    <a:cubicBezTo>
                      <a:pt x="486" y="1298"/>
                      <a:pt x="487" y="1298"/>
                      <a:pt x="489" y="1298"/>
                    </a:cubicBezTo>
                    <a:lnTo>
                      <a:pt x="822" y="1297"/>
                    </a:lnTo>
                    <a:lnTo>
                      <a:pt x="820" y="1113"/>
                    </a:lnTo>
                    <a:cubicBezTo>
                      <a:pt x="908" y="994"/>
                      <a:pt x="963" y="829"/>
                      <a:pt x="961" y="647"/>
                    </a:cubicBezTo>
                    <a:cubicBezTo>
                      <a:pt x="960" y="464"/>
                      <a:pt x="902" y="300"/>
                      <a:pt x="811" y="183"/>
                    </a:cubicBezTo>
                    <a:lnTo>
                      <a:pt x="810" y="0"/>
                    </a:ln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425;p25">
                <a:extLst>
                  <a:ext uri="{FF2B5EF4-FFF2-40B4-BE49-F238E27FC236}">
                    <a16:creationId xmlns:a16="http://schemas.microsoft.com/office/drawing/2014/main" id="{0B12B746-12EF-42D7-41F3-7D1A86D40CF4}"/>
                  </a:ext>
                </a:extLst>
              </p:cNvPr>
              <p:cNvSpPr/>
              <p:nvPr/>
            </p:nvSpPr>
            <p:spPr>
              <a:xfrm>
                <a:off x="2326300" y="2776875"/>
                <a:ext cx="24100" cy="32425"/>
              </a:xfrm>
              <a:custGeom>
                <a:avLst/>
                <a:gdLst/>
                <a:ahLst/>
                <a:cxnLst/>
                <a:rect l="l" t="t" r="r" b="b"/>
                <a:pathLst>
                  <a:path w="964" h="1297" extrusionOk="0">
                    <a:moveTo>
                      <a:pt x="480" y="0"/>
                    </a:moveTo>
                    <a:cubicBezTo>
                      <a:pt x="479" y="0"/>
                      <a:pt x="477" y="0"/>
                      <a:pt x="476" y="0"/>
                    </a:cubicBezTo>
                    <a:cubicBezTo>
                      <a:pt x="212" y="2"/>
                      <a:pt x="0" y="294"/>
                      <a:pt x="3" y="653"/>
                    </a:cubicBezTo>
                    <a:cubicBezTo>
                      <a:pt x="6" y="1010"/>
                      <a:pt x="222" y="1297"/>
                      <a:pt x="486" y="1297"/>
                    </a:cubicBezTo>
                    <a:cubicBezTo>
                      <a:pt x="487" y="1297"/>
                      <a:pt x="487" y="1297"/>
                      <a:pt x="488" y="1297"/>
                    </a:cubicBezTo>
                    <a:cubicBezTo>
                      <a:pt x="751" y="1294"/>
                      <a:pt x="964" y="1001"/>
                      <a:pt x="960" y="644"/>
                    </a:cubicBezTo>
                    <a:cubicBezTo>
                      <a:pt x="957" y="288"/>
                      <a:pt x="743" y="0"/>
                      <a:pt x="4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426;p25">
                <a:extLst>
                  <a:ext uri="{FF2B5EF4-FFF2-40B4-BE49-F238E27FC236}">
                    <a16:creationId xmlns:a16="http://schemas.microsoft.com/office/drawing/2014/main" id="{00FAC05B-F850-0E13-DB73-62F23E1A25BD}"/>
                  </a:ext>
                </a:extLst>
              </p:cNvPr>
              <p:cNvSpPr/>
              <p:nvPr/>
            </p:nvSpPr>
            <p:spPr>
              <a:xfrm>
                <a:off x="2317775" y="2776675"/>
                <a:ext cx="32825" cy="32900"/>
              </a:xfrm>
              <a:custGeom>
                <a:avLst/>
                <a:gdLst/>
                <a:ahLst/>
                <a:cxnLst/>
                <a:rect l="l" t="t" r="r" b="b"/>
                <a:pathLst>
                  <a:path w="1313" h="1316" extrusionOk="0">
                    <a:moveTo>
                      <a:pt x="819" y="16"/>
                    </a:moveTo>
                    <a:cubicBezTo>
                      <a:pt x="1078" y="16"/>
                      <a:pt x="1291" y="300"/>
                      <a:pt x="1294" y="652"/>
                    </a:cubicBezTo>
                    <a:cubicBezTo>
                      <a:pt x="1297" y="1005"/>
                      <a:pt x="1088" y="1294"/>
                      <a:pt x="829" y="1296"/>
                    </a:cubicBezTo>
                    <a:lnTo>
                      <a:pt x="496" y="1299"/>
                    </a:lnTo>
                    <a:cubicBezTo>
                      <a:pt x="494" y="1299"/>
                      <a:pt x="493" y="1299"/>
                      <a:pt x="492" y="1299"/>
                    </a:cubicBezTo>
                    <a:cubicBezTo>
                      <a:pt x="233" y="1299"/>
                      <a:pt x="22" y="1014"/>
                      <a:pt x="19" y="663"/>
                    </a:cubicBezTo>
                    <a:cubicBezTo>
                      <a:pt x="15" y="310"/>
                      <a:pt x="225" y="22"/>
                      <a:pt x="484" y="19"/>
                    </a:cubicBezTo>
                    <a:lnTo>
                      <a:pt x="817" y="16"/>
                    </a:lnTo>
                    <a:cubicBezTo>
                      <a:pt x="817" y="16"/>
                      <a:pt x="818" y="16"/>
                      <a:pt x="819" y="16"/>
                    </a:cubicBezTo>
                    <a:close/>
                    <a:moveTo>
                      <a:pt x="821" y="1"/>
                    </a:moveTo>
                    <a:cubicBezTo>
                      <a:pt x="820" y="1"/>
                      <a:pt x="818" y="1"/>
                      <a:pt x="817" y="1"/>
                    </a:cubicBezTo>
                    <a:lnTo>
                      <a:pt x="484" y="4"/>
                    </a:lnTo>
                    <a:cubicBezTo>
                      <a:pt x="215" y="5"/>
                      <a:pt x="0" y="302"/>
                      <a:pt x="3" y="663"/>
                    </a:cubicBezTo>
                    <a:cubicBezTo>
                      <a:pt x="6" y="1024"/>
                      <a:pt x="226" y="1315"/>
                      <a:pt x="494" y="1315"/>
                    </a:cubicBezTo>
                    <a:cubicBezTo>
                      <a:pt x="494" y="1315"/>
                      <a:pt x="495" y="1315"/>
                      <a:pt x="496" y="1315"/>
                    </a:cubicBezTo>
                    <a:lnTo>
                      <a:pt x="829" y="1312"/>
                    </a:lnTo>
                    <a:cubicBezTo>
                      <a:pt x="1097" y="1309"/>
                      <a:pt x="1312" y="1014"/>
                      <a:pt x="1309" y="652"/>
                    </a:cubicBezTo>
                    <a:cubicBezTo>
                      <a:pt x="1306" y="292"/>
                      <a:pt x="1087" y="1"/>
                      <a:pt x="8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427;p25">
                <a:extLst>
                  <a:ext uri="{FF2B5EF4-FFF2-40B4-BE49-F238E27FC236}">
                    <a16:creationId xmlns:a16="http://schemas.microsoft.com/office/drawing/2014/main" id="{EBDBA989-4C53-3D2C-7FB7-95760902C69E}"/>
                  </a:ext>
                </a:extLst>
              </p:cNvPr>
              <p:cNvSpPr/>
              <p:nvPr/>
            </p:nvSpPr>
            <p:spPr>
              <a:xfrm>
                <a:off x="2191850" y="3194700"/>
                <a:ext cx="26575" cy="134975"/>
              </a:xfrm>
              <a:custGeom>
                <a:avLst/>
                <a:gdLst/>
                <a:ahLst/>
                <a:cxnLst/>
                <a:rect l="l" t="t" r="r" b="b"/>
                <a:pathLst>
                  <a:path w="1063" h="5399" extrusionOk="0">
                    <a:moveTo>
                      <a:pt x="1017" y="0"/>
                    </a:moveTo>
                    <a:lnTo>
                      <a:pt x="1" y="8"/>
                    </a:lnTo>
                    <a:lnTo>
                      <a:pt x="4" y="270"/>
                    </a:lnTo>
                    <a:lnTo>
                      <a:pt x="4" y="272"/>
                    </a:lnTo>
                    <a:lnTo>
                      <a:pt x="62" y="270"/>
                    </a:lnTo>
                    <a:cubicBezTo>
                      <a:pt x="63" y="270"/>
                      <a:pt x="65" y="270"/>
                      <a:pt x="67" y="270"/>
                    </a:cubicBezTo>
                    <a:cubicBezTo>
                      <a:pt x="451" y="270"/>
                      <a:pt x="764" y="579"/>
                      <a:pt x="767" y="964"/>
                    </a:cubicBezTo>
                    <a:lnTo>
                      <a:pt x="805" y="5399"/>
                    </a:lnTo>
                    <a:lnTo>
                      <a:pt x="1063" y="5397"/>
                    </a:lnTo>
                    <a:lnTo>
                      <a:pt x="1017" y="0"/>
                    </a:lnTo>
                    <a:close/>
                  </a:path>
                </a:pathLst>
              </a:custGeom>
              <a:solidFill>
                <a:srgbClr val="333746">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428;p25">
                <a:extLst>
                  <a:ext uri="{FF2B5EF4-FFF2-40B4-BE49-F238E27FC236}">
                    <a16:creationId xmlns:a16="http://schemas.microsoft.com/office/drawing/2014/main" id="{BCF33DB4-54D4-027F-0EC9-52F6613C486F}"/>
                  </a:ext>
                </a:extLst>
              </p:cNvPr>
              <p:cNvSpPr/>
              <p:nvPr/>
            </p:nvSpPr>
            <p:spPr>
              <a:xfrm>
                <a:off x="2043675" y="2684325"/>
                <a:ext cx="398900" cy="774725"/>
              </a:xfrm>
              <a:custGeom>
                <a:avLst/>
                <a:gdLst/>
                <a:ahLst/>
                <a:cxnLst/>
                <a:rect l="l" t="t" r="r" b="b"/>
                <a:pathLst>
                  <a:path w="15956" h="30989" extrusionOk="0">
                    <a:moveTo>
                      <a:pt x="15200" y="15"/>
                    </a:moveTo>
                    <a:cubicBezTo>
                      <a:pt x="15577" y="15"/>
                      <a:pt x="15886" y="321"/>
                      <a:pt x="15889" y="700"/>
                    </a:cubicBezTo>
                    <a:lnTo>
                      <a:pt x="15937" y="6264"/>
                    </a:lnTo>
                    <a:cubicBezTo>
                      <a:pt x="15940" y="6644"/>
                      <a:pt x="15633" y="6957"/>
                      <a:pt x="15251" y="6960"/>
                    </a:cubicBezTo>
                    <a:lnTo>
                      <a:pt x="12411" y="6985"/>
                    </a:lnTo>
                    <a:cubicBezTo>
                      <a:pt x="12406" y="6985"/>
                      <a:pt x="12403" y="6988"/>
                      <a:pt x="12403" y="6992"/>
                    </a:cubicBezTo>
                    <a:lnTo>
                      <a:pt x="12462" y="13911"/>
                    </a:lnTo>
                    <a:cubicBezTo>
                      <a:pt x="12462" y="14014"/>
                      <a:pt x="12450" y="14117"/>
                      <a:pt x="12426" y="14217"/>
                    </a:cubicBezTo>
                    <a:cubicBezTo>
                      <a:pt x="12426" y="14220"/>
                      <a:pt x="12428" y="14225"/>
                      <a:pt x="12432" y="14226"/>
                    </a:cubicBezTo>
                    <a:cubicBezTo>
                      <a:pt x="12623" y="14293"/>
                      <a:pt x="12753" y="14473"/>
                      <a:pt x="12755" y="14676"/>
                    </a:cubicBezTo>
                    <a:lnTo>
                      <a:pt x="12759" y="15337"/>
                    </a:lnTo>
                    <a:cubicBezTo>
                      <a:pt x="12762" y="15602"/>
                      <a:pt x="12549" y="15820"/>
                      <a:pt x="12284" y="15821"/>
                    </a:cubicBezTo>
                    <a:lnTo>
                      <a:pt x="7735" y="15861"/>
                    </a:lnTo>
                    <a:cubicBezTo>
                      <a:pt x="7732" y="15861"/>
                      <a:pt x="7727" y="15864"/>
                      <a:pt x="7727" y="15868"/>
                    </a:cubicBezTo>
                    <a:lnTo>
                      <a:pt x="7696" y="16245"/>
                    </a:lnTo>
                    <a:cubicBezTo>
                      <a:pt x="7696" y="16247"/>
                      <a:pt x="7696" y="16249"/>
                      <a:pt x="7697" y="16252"/>
                    </a:cubicBezTo>
                    <a:lnTo>
                      <a:pt x="7921" y="16527"/>
                    </a:lnTo>
                    <a:cubicBezTo>
                      <a:pt x="8112" y="16761"/>
                      <a:pt x="8392" y="16895"/>
                      <a:pt x="8693" y="16895"/>
                    </a:cubicBezTo>
                    <a:cubicBezTo>
                      <a:pt x="8696" y="16895"/>
                      <a:pt x="8700" y="16895"/>
                      <a:pt x="8703" y="16895"/>
                    </a:cubicBezTo>
                    <a:lnTo>
                      <a:pt x="10708" y="16879"/>
                    </a:lnTo>
                    <a:cubicBezTo>
                      <a:pt x="10713" y="16879"/>
                      <a:pt x="10716" y="16876"/>
                      <a:pt x="10716" y="16871"/>
                    </a:cubicBezTo>
                    <a:lnTo>
                      <a:pt x="10716" y="16862"/>
                    </a:lnTo>
                    <a:cubicBezTo>
                      <a:pt x="10716" y="16836"/>
                      <a:pt x="10737" y="16815"/>
                      <a:pt x="10763" y="16814"/>
                    </a:cubicBezTo>
                    <a:lnTo>
                      <a:pt x="11405" y="16809"/>
                    </a:lnTo>
                    <a:cubicBezTo>
                      <a:pt x="11432" y="16809"/>
                      <a:pt x="11454" y="16830"/>
                      <a:pt x="11454" y="16856"/>
                    </a:cubicBezTo>
                    <a:lnTo>
                      <a:pt x="11455" y="17016"/>
                    </a:lnTo>
                    <a:cubicBezTo>
                      <a:pt x="11455" y="17044"/>
                      <a:pt x="11434" y="17065"/>
                      <a:pt x="11408" y="17065"/>
                    </a:cubicBezTo>
                    <a:lnTo>
                      <a:pt x="10764" y="17071"/>
                    </a:lnTo>
                    <a:cubicBezTo>
                      <a:pt x="10739" y="17071"/>
                      <a:pt x="10717" y="17050"/>
                      <a:pt x="10717" y="17024"/>
                    </a:cubicBezTo>
                    <a:lnTo>
                      <a:pt x="10717" y="17013"/>
                    </a:lnTo>
                    <a:cubicBezTo>
                      <a:pt x="10717" y="17009"/>
                      <a:pt x="10713" y="17004"/>
                      <a:pt x="10710" y="17004"/>
                    </a:cubicBezTo>
                    <a:lnTo>
                      <a:pt x="8703" y="17023"/>
                    </a:lnTo>
                    <a:cubicBezTo>
                      <a:pt x="8700" y="17023"/>
                      <a:pt x="8696" y="17023"/>
                      <a:pt x="8693" y="17023"/>
                    </a:cubicBezTo>
                    <a:cubicBezTo>
                      <a:pt x="8354" y="17023"/>
                      <a:pt x="8037" y="16871"/>
                      <a:pt x="7823" y="16608"/>
                    </a:cubicBezTo>
                    <a:lnTo>
                      <a:pt x="7693" y="16445"/>
                    </a:lnTo>
                    <a:cubicBezTo>
                      <a:pt x="7692" y="16444"/>
                      <a:pt x="7690" y="16443"/>
                      <a:pt x="7688" y="16443"/>
                    </a:cubicBezTo>
                    <a:cubicBezTo>
                      <a:pt x="7687" y="16443"/>
                      <a:pt x="7686" y="16443"/>
                      <a:pt x="7685" y="16444"/>
                    </a:cubicBezTo>
                    <a:cubicBezTo>
                      <a:pt x="7680" y="16444"/>
                      <a:pt x="7679" y="16447"/>
                      <a:pt x="7679" y="16450"/>
                    </a:cubicBezTo>
                    <a:lnTo>
                      <a:pt x="7355" y="20281"/>
                    </a:lnTo>
                    <a:cubicBezTo>
                      <a:pt x="7349" y="20350"/>
                      <a:pt x="7293" y="20403"/>
                      <a:pt x="7223" y="20403"/>
                    </a:cubicBezTo>
                    <a:lnTo>
                      <a:pt x="6944" y="20406"/>
                    </a:lnTo>
                    <a:cubicBezTo>
                      <a:pt x="6940" y="20406"/>
                      <a:pt x="6937" y="20409"/>
                      <a:pt x="6937" y="20414"/>
                    </a:cubicBezTo>
                    <a:lnTo>
                      <a:pt x="6982" y="25812"/>
                    </a:lnTo>
                    <a:cubicBezTo>
                      <a:pt x="6982" y="25815"/>
                      <a:pt x="6987" y="25820"/>
                      <a:pt x="6990" y="25820"/>
                    </a:cubicBezTo>
                    <a:cubicBezTo>
                      <a:pt x="7003" y="25820"/>
                      <a:pt x="7016" y="25831"/>
                      <a:pt x="7017" y="25844"/>
                    </a:cubicBezTo>
                    <a:lnTo>
                      <a:pt x="7123" y="27891"/>
                    </a:lnTo>
                    <a:cubicBezTo>
                      <a:pt x="7123" y="27895"/>
                      <a:pt x="7126" y="27898"/>
                      <a:pt x="7131" y="27898"/>
                    </a:cubicBezTo>
                    <a:lnTo>
                      <a:pt x="7226" y="27897"/>
                    </a:lnTo>
                    <a:cubicBezTo>
                      <a:pt x="7259" y="27897"/>
                      <a:pt x="7287" y="27924"/>
                      <a:pt x="7287" y="27956"/>
                    </a:cubicBezTo>
                    <a:lnTo>
                      <a:pt x="7290" y="28336"/>
                    </a:lnTo>
                    <a:cubicBezTo>
                      <a:pt x="7290" y="28342"/>
                      <a:pt x="7294" y="28345"/>
                      <a:pt x="7297" y="28345"/>
                    </a:cubicBezTo>
                    <a:lnTo>
                      <a:pt x="9818" y="28324"/>
                    </a:lnTo>
                    <a:cubicBezTo>
                      <a:pt x="9825" y="28324"/>
                      <a:pt x="9833" y="28324"/>
                      <a:pt x="9841" y="28324"/>
                    </a:cubicBezTo>
                    <a:cubicBezTo>
                      <a:pt x="10405" y="28324"/>
                      <a:pt x="10937" y="28541"/>
                      <a:pt x="11338" y="28937"/>
                    </a:cubicBezTo>
                    <a:lnTo>
                      <a:pt x="11567" y="29161"/>
                    </a:lnTo>
                    <a:cubicBezTo>
                      <a:pt x="11569" y="29163"/>
                      <a:pt x="11570" y="29164"/>
                      <a:pt x="11572" y="29164"/>
                    </a:cubicBezTo>
                    <a:lnTo>
                      <a:pt x="11579" y="29164"/>
                    </a:lnTo>
                    <a:cubicBezTo>
                      <a:pt x="11582" y="29163"/>
                      <a:pt x="11584" y="29163"/>
                      <a:pt x="11587" y="29163"/>
                    </a:cubicBezTo>
                    <a:cubicBezTo>
                      <a:pt x="11589" y="29163"/>
                      <a:pt x="11591" y="29163"/>
                      <a:pt x="11593" y="29163"/>
                    </a:cubicBezTo>
                    <a:cubicBezTo>
                      <a:pt x="12066" y="29163"/>
                      <a:pt x="12452" y="29543"/>
                      <a:pt x="12455" y="30017"/>
                    </a:cubicBezTo>
                    <a:cubicBezTo>
                      <a:pt x="12459" y="30491"/>
                      <a:pt x="12076" y="30881"/>
                      <a:pt x="11602" y="30885"/>
                    </a:cubicBezTo>
                    <a:cubicBezTo>
                      <a:pt x="11599" y="30885"/>
                      <a:pt x="11596" y="30885"/>
                      <a:pt x="11594" y="30885"/>
                    </a:cubicBezTo>
                    <a:cubicBezTo>
                      <a:pt x="11123" y="30885"/>
                      <a:pt x="10739" y="30504"/>
                      <a:pt x="10734" y="30031"/>
                    </a:cubicBezTo>
                    <a:cubicBezTo>
                      <a:pt x="10733" y="29813"/>
                      <a:pt x="10813" y="29604"/>
                      <a:pt x="10960" y="29443"/>
                    </a:cubicBezTo>
                    <a:cubicBezTo>
                      <a:pt x="10963" y="29440"/>
                      <a:pt x="10963" y="29436"/>
                      <a:pt x="10960" y="29433"/>
                    </a:cubicBezTo>
                    <a:lnTo>
                      <a:pt x="10905" y="29378"/>
                    </a:lnTo>
                    <a:cubicBezTo>
                      <a:pt x="10617" y="29096"/>
                      <a:pt x="10239" y="28942"/>
                      <a:pt x="9836" y="28942"/>
                    </a:cubicBezTo>
                    <a:cubicBezTo>
                      <a:pt x="9832" y="28942"/>
                      <a:pt x="9828" y="28942"/>
                      <a:pt x="9824" y="28942"/>
                    </a:cubicBezTo>
                    <a:lnTo>
                      <a:pt x="3195" y="28999"/>
                    </a:lnTo>
                    <a:lnTo>
                      <a:pt x="3195" y="28998"/>
                    </a:lnTo>
                    <a:cubicBezTo>
                      <a:pt x="2789" y="29001"/>
                      <a:pt x="2408" y="29163"/>
                      <a:pt x="2121" y="29454"/>
                    </a:cubicBezTo>
                    <a:lnTo>
                      <a:pt x="2044" y="29533"/>
                    </a:lnTo>
                    <a:cubicBezTo>
                      <a:pt x="2041" y="29536"/>
                      <a:pt x="2041" y="29540"/>
                      <a:pt x="2044" y="29543"/>
                    </a:cubicBezTo>
                    <a:cubicBezTo>
                      <a:pt x="2181" y="29698"/>
                      <a:pt x="2256" y="29898"/>
                      <a:pt x="2259" y="30104"/>
                    </a:cubicBezTo>
                    <a:cubicBezTo>
                      <a:pt x="2262" y="30578"/>
                      <a:pt x="1881" y="30967"/>
                      <a:pt x="1405" y="30972"/>
                    </a:cubicBezTo>
                    <a:cubicBezTo>
                      <a:pt x="1402" y="30972"/>
                      <a:pt x="1399" y="30972"/>
                      <a:pt x="1397" y="30972"/>
                    </a:cubicBezTo>
                    <a:cubicBezTo>
                      <a:pt x="926" y="30972"/>
                      <a:pt x="542" y="30590"/>
                      <a:pt x="537" y="30119"/>
                    </a:cubicBezTo>
                    <a:cubicBezTo>
                      <a:pt x="533" y="29645"/>
                      <a:pt x="916" y="29255"/>
                      <a:pt x="1390" y="29251"/>
                    </a:cubicBezTo>
                    <a:cubicBezTo>
                      <a:pt x="1408" y="29251"/>
                      <a:pt x="1426" y="29251"/>
                      <a:pt x="1449" y="29252"/>
                    </a:cubicBezTo>
                    <a:cubicBezTo>
                      <a:pt x="1452" y="29252"/>
                      <a:pt x="1453" y="29251"/>
                      <a:pt x="1455" y="29249"/>
                    </a:cubicBezTo>
                    <a:lnTo>
                      <a:pt x="1681" y="29021"/>
                    </a:lnTo>
                    <a:cubicBezTo>
                      <a:pt x="2082" y="28612"/>
                      <a:pt x="2618" y="28384"/>
                      <a:pt x="3191" y="28380"/>
                    </a:cubicBezTo>
                    <a:lnTo>
                      <a:pt x="5711" y="28357"/>
                    </a:lnTo>
                    <a:cubicBezTo>
                      <a:pt x="5716" y="28357"/>
                      <a:pt x="5719" y="28354"/>
                      <a:pt x="5719" y="28350"/>
                    </a:cubicBezTo>
                    <a:lnTo>
                      <a:pt x="5716" y="27969"/>
                    </a:lnTo>
                    <a:cubicBezTo>
                      <a:pt x="5716" y="27936"/>
                      <a:pt x="5742" y="27909"/>
                      <a:pt x="5775" y="27909"/>
                    </a:cubicBezTo>
                    <a:lnTo>
                      <a:pt x="5870" y="27909"/>
                    </a:lnTo>
                    <a:cubicBezTo>
                      <a:pt x="5875" y="27909"/>
                      <a:pt x="5879" y="27904"/>
                      <a:pt x="5879" y="27901"/>
                    </a:cubicBezTo>
                    <a:lnTo>
                      <a:pt x="5949" y="25853"/>
                    </a:lnTo>
                    <a:cubicBezTo>
                      <a:pt x="5951" y="25840"/>
                      <a:pt x="5961" y="25829"/>
                      <a:pt x="5975" y="25828"/>
                    </a:cubicBezTo>
                    <a:cubicBezTo>
                      <a:pt x="5979" y="25828"/>
                      <a:pt x="5982" y="25825"/>
                      <a:pt x="5982" y="25820"/>
                    </a:cubicBezTo>
                    <a:lnTo>
                      <a:pt x="5937" y="20423"/>
                    </a:lnTo>
                    <a:cubicBezTo>
                      <a:pt x="5937" y="20419"/>
                      <a:pt x="5932" y="20415"/>
                      <a:pt x="5929" y="20415"/>
                    </a:cubicBezTo>
                    <a:lnTo>
                      <a:pt x="5651" y="20417"/>
                    </a:lnTo>
                    <a:cubicBezTo>
                      <a:pt x="5650" y="20417"/>
                      <a:pt x="5649" y="20417"/>
                      <a:pt x="5648" y="20417"/>
                    </a:cubicBezTo>
                    <a:cubicBezTo>
                      <a:pt x="5579" y="20417"/>
                      <a:pt x="5523" y="20365"/>
                      <a:pt x="5516" y="20297"/>
                    </a:cubicBezTo>
                    <a:lnTo>
                      <a:pt x="5068" y="15891"/>
                    </a:lnTo>
                    <a:cubicBezTo>
                      <a:pt x="5066" y="15887"/>
                      <a:pt x="5063" y="15883"/>
                      <a:pt x="5058" y="15883"/>
                    </a:cubicBezTo>
                    <a:lnTo>
                      <a:pt x="511" y="15923"/>
                    </a:lnTo>
                    <a:cubicBezTo>
                      <a:pt x="510" y="15923"/>
                      <a:pt x="509" y="15923"/>
                      <a:pt x="509" y="15923"/>
                    </a:cubicBezTo>
                    <a:cubicBezTo>
                      <a:pt x="245" y="15923"/>
                      <a:pt x="28" y="15710"/>
                      <a:pt x="27" y="15447"/>
                    </a:cubicBezTo>
                    <a:lnTo>
                      <a:pt x="21" y="14785"/>
                    </a:lnTo>
                    <a:cubicBezTo>
                      <a:pt x="18" y="14520"/>
                      <a:pt x="231" y="14302"/>
                      <a:pt x="496" y="14301"/>
                    </a:cubicBezTo>
                    <a:lnTo>
                      <a:pt x="10143" y="14217"/>
                    </a:lnTo>
                    <a:cubicBezTo>
                      <a:pt x="10146" y="14217"/>
                      <a:pt x="10149" y="14216"/>
                      <a:pt x="10149" y="14213"/>
                    </a:cubicBezTo>
                    <a:cubicBezTo>
                      <a:pt x="10246" y="14031"/>
                      <a:pt x="10296" y="13825"/>
                      <a:pt x="10295" y="13619"/>
                    </a:cubicBezTo>
                    <a:lnTo>
                      <a:pt x="10237" y="7010"/>
                    </a:lnTo>
                    <a:cubicBezTo>
                      <a:pt x="10237" y="7007"/>
                      <a:pt x="10234" y="7003"/>
                      <a:pt x="10230" y="7003"/>
                    </a:cubicBezTo>
                    <a:lnTo>
                      <a:pt x="5683" y="7042"/>
                    </a:lnTo>
                    <a:cubicBezTo>
                      <a:pt x="5681" y="7042"/>
                      <a:pt x="5679" y="7042"/>
                      <a:pt x="5677" y="7042"/>
                    </a:cubicBezTo>
                    <a:cubicBezTo>
                      <a:pt x="5298" y="7042"/>
                      <a:pt x="4989" y="6736"/>
                      <a:pt x="4986" y="6357"/>
                    </a:cubicBezTo>
                    <a:lnTo>
                      <a:pt x="4937" y="794"/>
                    </a:lnTo>
                    <a:cubicBezTo>
                      <a:pt x="4934" y="414"/>
                      <a:pt x="5242" y="100"/>
                      <a:pt x="5622" y="97"/>
                    </a:cubicBezTo>
                    <a:lnTo>
                      <a:pt x="15192" y="15"/>
                    </a:lnTo>
                    <a:cubicBezTo>
                      <a:pt x="15195" y="15"/>
                      <a:pt x="15197" y="15"/>
                      <a:pt x="15200" y="15"/>
                    </a:cubicBezTo>
                    <a:close/>
                    <a:moveTo>
                      <a:pt x="15199" y="0"/>
                    </a:moveTo>
                    <a:cubicBezTo>
                      <a:pt x="15196" y="0"/>
                      <a:pt x="15193" y="0"/>
                      <a:pt x="15190" y="0"/>
                    </a:cubicBezTo>
                    <a:lnTo>
                      <a:pt x="5620" y="82"/>
                    </a:lnTo>
                    <a:cubicBezTo>
                      <a:pt x="5231" y="85"/>
                      <a:pt x="4916" y="405"/>
                      <a:pt x="4921" y="795"/>
                    </a:cubicBezTo>
                    <a:lnTo>
                      <a:pt x="4968" y="6359"/>
                    </a:lnTo>
                    <a:cubicBezTo>
                      <a:pt x="4972" y="6746"/>
                      <a:pt x="5289" y="7059"/>
                      <a:pt x="5675" y="7059"/>
                    </a:cubicBezTo>
                    <a:cubicBezTo>
                      <a:pt x="5677" y="7059"/>
                      <a:pt x="5679" y="7059"/>
                      <a:pt x="5681" y="7059"/>
                    </a:cubicBezTo>
                    <a:lnTo>
                      <a:pt x="10221" y="7019"/>
                    </a:lnTo>
                    <a:lnTo>
                      <a:pt x="10277" y="13621"/>
                    </a:lnTo>
                    <a:cubicBezTo>
                      <a:pt x="10280" y="13822"/>
                      <a:pt x="10231" y="14023"/>
                      <a:pt x="10137" y="14202"/>
                    </a:cubicBezTo>
                    <a:lnTo>
                      <a:pt x="496" y="14285"/>
                    </a:lnTo>
                    <a:cubicBezTo>
                      <a:pt x="222" y="14288"/>
                      <a:pt x="1" y="14513"/>
                      <a:pt x="4" y="14785"/>
                    </a:cubicBezTo>
                    <a:lnTo>
                      <a:pt x="10" y="15447"/>
                    </a:lnTo>
                    <a:cubicBezTo>
                      <a:pt x="11" y="15720"/>
                      <a:pt x="234" y="15940"/>
                      <a:pt x="507" y="15940"/>
                    </a:cubicBezTo>
                    <a:cubicBezTo>
                      <a:pt x="508" y="15940"/>
                      <a:pt x="509" y="15940"/>
                      <a:pt x="510" y="15940"/>
                    </a:cubicBezTo>
                    <a:lnTo>
                      <a:pt x="5051" y="15900"/>
                    </a:lnTo>
                    <a:lnTo>
                      <a:pt x="5499" y="20299"/>
                    </a:lnTo>
                    <a:cubicBezTo>
                      <a:pt x="5507" y="20375"/>
                      <a:pt x="5570" y="20434"/>
                      <a:pt x="5646" y="20434"/>
                    </a:cubicBezTo>
                    <a:cubicBezTo>
                      <a:pt x="5647" y="20434"/>
                      <a:pt x="5648" y="20434"/>
                      <a:pt x="5649" y="20434"/>
                    </a:cubicBezTo>
                    <a:lnTo>
                      <a:pt x="5920" y="20432"/>
                    </a:lnTo>
                    <a:lnTo>
                      <a:pt x="5966" y="25814"/>
                    </a:lnTo>
                    <a:cubicBezTo>
                      <a:pt x="5948" y="25818"/>
                      <a:pt x="5934" y="25834"/>
                      <a:pt x="5934" y="25853"/>
                    </a:cubicBezTo>
                    <a:lnTo>
                      <a:pt x="5863" y="27894"/>
                    </a:lnTo>
                    <a:lnTo>
                      <a:pt x="5773" y="27894"/>
                    </a:lnTo>
                    <a:cubicBezTo>
                      <a:pt x="5733" y="27895"/>
                      <a:pt x="5699" y="27928"/>
                      <a:pt x="5699" y="27971"/>
                    </a:cubicBezTo>
                    <a:lnTo>
                      <a:pt x="5702" y="28343"/>
                    </a:lnTo>
                    <a:lnTo>
                      <a:pt x="3189" y="28365"/>
                    </a:lnTo>
                    <a:cubicBezTo>
                      <a:pt x="2614" y="28369"/>
                      <a:pt x="2073" y="28599"/>
                      <a:pt x="1669" y="29010"/>
                    </a:cubicBezTo>
                    <a:lnTo>
                      <a:pt x="1446" y="29237"/>
                    </a:lnTo>
                    <a:cubicBezTo>
                      <a:pt x="1425" y="29236"/>
                      <a:pt x="1407" y="29236"/>
                      <a:pt x="1390" y="29236"/>
                    </a:cubicBezTo>
                    <a:cubicBezTo>
                      <a:pt x="907" y="29240"/>
                      <a:pt x="517" y="29637"/>
                      <a:pt x="520" y="30120"/>
                    </a:cubicBezTo>
                    <a:cubicBezTo>
                      <a:pt x="525" y="30601"/>
                      <a:pt x="917" y="30988"/>
                      <a:pt x="1397" y="30988"/>
                    </a:cubicBezTo>
                    <a:cubicBezTo>
                      <a:pt x="1399" y="30988"/>
                      <a:pt x="1402" y="30988"/>
                      <a:pt x="1405" y="30988"/>
                    </a:cubicBezTo>
                    <a:cubicBezTo>
                      <a:pt x="1888" y="30985"/>
                      <a:pt x="2279" y="30588"/>
                      <a:pt x="2274" y="30105"/>
                    </a:cubicBezTo>
                    <a:cubicBezTo>
                      <a:pt x="2273" y="29896"/>
                      <a:pt x="2197" y="29696"/>
                      <a:pt x="2061" y="29539"/>
                    </a:cubicBezTo>
                    <a:lnTo>
                      <a:pt x="2134" y="29466"/>
                    </a:lnTo>
                    <a:cubicBezTo>
                      <a:pt x="2415" y="29178"/>
                      <a:pt x="2792" y="29018"/>
                      <a:pt x="3195" y="29015"/>
                    </a:cubicBezTo>
                    <a:lnTo>
                      <a:pt x="9824" y="28957"/>
                    </a:lnTo>
                    <a:cubicBezTo>
                      <a:pt x="9828" y="28957"/>
                      <a:pt x="9832" y="28957"/>
                      <a:pt x="9835" y="28957"/>
                    </a:cubicBezTo>
                    <a:cubicBezTo>
                      <a:pt x="10234" y="28957"/>
                      <a:pt x="10610" y="29111"/>
                      <a:pt x="10895" y="29390"/>
                    </a:cubicBezTo>
                    <a:lnTo>
                      <a:pt x="10943" y="29439"/>
                    </a:lnTo>
                    <a:cubicBezTo>
                      <a:pt x="10796" y="29602"/>
                      <a:pt x="10716" y="29813"/>
                      <a:pt x="10719" y="30032"/>
                    </a:cubicBezTo>
                    <a:cubicBezTo>
                      <a:pt x="10722" y="30513"/>
                      <a:pt x="11114" y="30900"/>
                      <a:pt x="11594" y="30900"/>
                    </a:cubicBezTo>
                    <a:cubicBezTo>
                      <a:pt x="11596" y="30900"/>
                      <a:pt x="11599" y="30900"/>
                      <a:pt x="11602" y="30900"/>
                    </a:cubicBezTo>
                    <a:cubicBezTo>
                      <a:pt x="12085" y="30897"/>
                      <a:pt x="12475" y="30500"/>
                      <a:pt x="12470" y="30017"/>
                    </a:cubicBezTo>
                    <a:cubicBezTo>
                      <a:pt x="12467" y="29537"/>
                      <a:pt x="12075" y="29148"/>
                      <a:pt x="11595" y="29148"/>
                    </a:cubicBezTo>
                    <a:cubicBezTo>
                      <a:pt x="11592" y="29148"/>
                      <a:pt x="11590" y="29148"/>
                      <a:pt x="11587" y="29148"/>
                    </a:cubicBezTo>
                    <a:lnTo>
                      <a:pt x="11575" y="29148"/>
                    </a:lnTo>
                    <a:lnTo>
                      <a:pt x="11349" y="28927"/>
                    </a:lnTo>
                    <a:cubicBezTo>
                      <a:pt x="10943" y="28526"/>
                      <a:pt x="10404" y="28307"/>
                      <a:pt x="9835" y="28307"/>
                    </a:cubicBezTo>
                    <a:cubicBezTo>
                      <a:pt x="9829" y="28307"/>
                      <a:pt x="9824" y="28307"/>
                      <a:pt x="9818" y="28307"/>
                    </a:cubicBezTo>
                    <a:lnTo>
                      <a:pt x="7305" y="28328"/>
                    </a:lnTo>
                    <a:lnTo>
                      <a:pt x="7302" y="27957"/>
                    </a:lnTo>
                    <a:cubicBezTo>
                      <a:pt x="7302" y="27915"/>
                      <a:pt x="7267" y="27881"/>
                      <a:pt x="7226" y="27881"/>
                    </a:cubicBezTo>
                    <a:lnTo>
                      <a:pt x="7137" y="27883"/>
                    </a:lnTo>
                    <a:lnTo>
                      <a:pt x="7031" y="25844"/>
                    </a:lnTo>
                    <a:cubicBezTo>
                      <a:pt x="7031" y="25825"/>
                      <a:pt x="7016" y="25809"/>
                      <a:pt x="6997" y="25805"/>
                    </a:cubicBezTo>
                    <a:lnTo>
                      <a:pt x="6952" y="20423"/>
                    </a:lnTo>
                    <a:lnTo>
                      <a:pt x="7222" y="20420"/>
                    </a:lnTo>
                    <a:cubicBezTo>
                      <a:pt x="7299" y="20420"/>
                      <a:pt x="7362" y="20361"/>
                      <a:pt x="7370" y="20284"/>
                    </a:cubicBezTo>
                    <a:lnTo>
                      <a:pt x="7691" y="16471"/>
                    </a:lnTo>
                    <a:lnTo>
                      <a:pt x="7811" y="16618"/>
                    </a:lnTo>
                    <a:cubicBezTo>
                      <a:pt x="8027" y="16887"/>
                      <a:pt x="8348" y="17039"/>
                      <a:pt x="8693" y="17039"/>
                    </a:cubicBezTo>
                    <a:cubicBezTo>
                      <a:pt x="8696" y="17039"/>
                      <a:pt x="8700" y="17039"/>
                      <a:pt x="8703" y="17039"/>
                    </a:cubicBezTo>
                    <a:lnTo>
                      <a:pt x="10701" y="17021"/>
                    </a:lnTo>
                    <a:lnTo>
                      <a:pt x="10701" y="17024"/>
                    </a:lnTo>
                    <a:cubicBezTo>
                      <a:pt x="10701" y="17059"/>
                      <a:pt x="10730" y="17088"/>
                      <a:pt x="10764" y="17088"/>
                    </a:cubicBezTo>
                    <a:lnTo>
                      <a:pt x="11407" y="17082"/>
                    </a:lnTo>
                    <a:cubicBezTo>
                      <a:pt x="11441" y="17082"/>
                      <a:pt x="11470" y="17053"/>
                      <a:pt x="11470" y="17018"/>
                    </a:cubicBezTo>
                    <a:lnTo>
                      <a:pt x="11469" y="16856"/>
                    </a:lnTo>
                    <a:cubicBezTo>
                      <a:pt x="11469" y="16821"/>
                      <a:pt x="11440" y="16794"/>
                      <a:pt x="11405" y="16794"/>
                    </a:cubicBezTo>
                    <a:lnTo>
                      <a:pt x="10761" y="16798"/>
                    </a:lnTo>
                    <a:cubicBezTo>
                      <a:pt x="10727" y="16800"/>
                      <a:pt x="10699" y="16829"/>
                      <a:pt x="10699" y="16863"/>
                    </a:cubicBezTo>
                    <a:lnTo>
                      <a:pt x="8701" y="16880"/>
                    </a:lnTo>
                    <a:cubicBezTo>
                      <a:pt x="8698" y="16880"/>
                      <a:pt x="8695" y="16880"/>
                      <a:pt x="8691" y="16880"/>
                    </a:cubicBezTo>
                    <a:cubicBezTo>
                      <a:pt x="8395" y="16880"/>
                      <a:pt x="8121" y="16749"/>
                      <a:pt x="7933" y="16518"/>
                    </a:cubicBezTo>
                    <a:lnTo>
                      <a:pt x="7711" y="16244"/>
                    </a:lnTo>
                    <a:lnTo>
                      <a:pt x="7743" y="15877"/>
                    </a:lnTo>
                    <a:lnTo>
                      <a:pt x="12284" y="15838"/>
                    </a:lnTo>
                    <a:cubicBezTo>
                      <a:pt x="12556" y="15837"/>
                      <a:pt x="12777" y="15611"/>
                      <a:pt x="12774" y="15338"/>
                    </a:cubicBezTo>
                    <a:lnTo>
                      <a:pt x="12770" y="14676"/>
                    </a:lnTo>
                    <a:cubicBezTo>
                      <a:pt x="12767" y="14470"/>
                      <a:pt x="12637" y="14285"/>
                      <a:pt x="12443" y="14214"/>
                    </a:cubicBezTo>
                    <a:cubicBezTo>
                      <a:pt x="12467" y="14116"/>
                      <a:pt x="12478" y="14014"/>
                      <a:pt x="12478" y="13913"/>
                    </a:cubicBezTo>
                    <a:lnTo>
                      <a:pt x="12417" y="7001"/>
                    </a:lnTo>
                    <a:lnTo>
                      <a:pt x="15251" y="6977"/>
                    </a:lnTo>
                    <a:cubicBezTo>
                      <a:pt x="15640" y="6974"/>
                      <a:pt x="15955" y="6653"/>
                      <a:pt x="15951" y="6264"/>
                    </a:cubicBezTo>
                    <a:lnTo>
                      <a:pt x="15904" y="700"/>
                    </a:lnTo>
                    <a:cubicBezTo>
                      <a:pt x="15899" y="314"/>
                      <a:pt x="15584" y="0"/>
                      <a:pt x="15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429;p25">
                <a:extLst>
                  <a:ext uri="{FF2B5EF4-FFF2-40B4-BE49-F238E27FC236}">
                    <a16:creationId xmlns:a16="http://schemas.microsoft.com/office/drawing/2014/main" id="{1FE5ACF7-1304-891C-7BCC-AE03936BF0A1}"/>
                  </a:ext>
                </a:extLst>
              </p:cNvPr>
              <p:cNvSpPr/>
              <p:nvPr/>
            </p:nvSpPr>
            <p:spPr>
              <a:xfrm>
                <a:off x="2191675" y="3194475"/>
                <a:ext cx="25800" cy="675"/>
              </a:xfrm>
              <a:custGeom>
                <a:avLst/>
                <a:gdLst/>
                <a:ahLst/>
                <a:cxnLst/>
                <a:rect l="l" t="t" r="r" b="b"/>
                <a:pathLst>
                  <a:path w="1032" h="27" extrusionOk="0">
                    <a:moveTo>
                      <a:pt x="1023" y="0"/>
                    </a:moveTo>
                    <a:lnTo>
                      <a:pt x="8" y="9"/>
                    </a:lnTo>
                    <a:cubicBezTo>
                      <a:pt x="3" y="9"/>
                      <a:pt x="0" y="14"/>
                      <a:pt x="0" y="17"/>
                    </a:cubicBezTo>
                    <a:cubicBezTo>
                      <a:pt x="0" y="22"/>
                      <a:pt x="3" y="26"/>
                      <a:pt x="8" y="26"/>
                    </a:cubicBezTo>
                    <a:lnTo>
                      <a:pt x="1024" y="17"/>
                    </a:lnTo>
                    <a:lnTo>
                      <a:pt x="1023" y="17"/>
                    </a:lnTo>
                    <a:cubicBezTo>
                      <a:pt x="1027" y="17"/>
                      <a:pt x="1032" y="13"/>
                      <a:pt x="1032" y="8"/>
                    </a:cubicBezTo>
                    <a:cubicBezTo>
                      <a:pt x="1032" y="5"/>
                      <a:pt x="1027" y="0"/>
                      <a:pt x="1023" y="0"/>
                    </a:cubicBezTo>
                    <a:close/>
                  </a:path>
                </a:pathLst>
              </a:custGeom>
              <a:solidFill>
                <a:srgbClr val="3129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430;p25">
                <a:extLst>
                  <a:ext uri="{FF2B5EF4-FFF2-40B4-BE49-F238E27FC236}">
                    <a16:creationId xmlns:a16="http://schemas.microsoft.com/office/drawing/2014/main" id="{D0E7C3CF-5781-1863-3F2D-B7CF5B85F9B5}"/>
                  </a:ext>
                </a:extLst>
              </p:cNvPr>
              <p:cNvSpPr/>
              <p:nvPr/>
            </p:nvSpPr>
            <p:spPr>
              <a:xfrm>
                <a:off x="2192850" y="3329425"/>
                <a:ext cx="25775" cy="650"/>
              </a:xfrm>
              <a:custGeom>
                <a:avLst/>
                <a:gdLst/>
                <a:ahLst/>
                <a:cxnLst/>
                <a:rect l="l" t="t" r="r" b="b"/>
                <a:pathLst>
                  <a:path w="1031" h="26" extrusionOk="0">
                    <a:moveTo>
                      <a:pt x="1023" y="1"/>
                    </a:moveTo>
                    <a:lnTo>
                      <a:pt x="8" y="10"/>
                    </a:lnTo>
                    <a:cubicBezTo>
                      <a:pt x="3" y="10"/>
                      <a:pt x="0" y="13"/>
                      <a:pt x="0" y="17"/>
                    </a:cubicBezTo>
                    <a:cubicBezTo>
                      <a:pt x="0" y="22"/>
                      <a:pt x="3" y="25"/>
                      <a:pt x="8" y="25"/>
                    </a:cubicBezTo>
                    <a:lnTo>
                      <a:pt x="1023" y="16"/>
                    </a:lnTo>
                    <a:cubicBezTo>
                      <a:pt x="1027" y="16"/>
                      <a:pt x="1030" y="13"/>
                      <a:pt x="1030" y="8"/>
                    </a:cubicBezTo>
                    <a:cubicBezTo>
                      <a:pt x="1030" y="4"/>
                      <a:pt x="1027" y="1"/>
                      <a:pt x="1023" y="1"/>
                    </a:cubicBezTo>
                    <a:close/>
                  </a:path>
                </a:pathLst>
              </a:custGeom>
              <a:solidFill>
                <a:srgbClr val="3129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431;p25">
                <a:extLst>
                  <a:ext uri="{FF2B5EF4-FFF2-40B4-BE49-F238E27FC236}">
                    <a16:creationId xmlns:a16="http://schemas.microsoft.com/office/drawing/2014/main" id="{35ABF77F-1BD3-6EB3-9A42-5751FC63E966}"/>
                  </a:ext>
                </a:extLst>
              </p:cNvPr>
              <p:cNvSpPr/>
              <p:nvPr/>
            </p:nvSpPr>
            <p:spPr>
              <a:xfrm>
                <a:off x="2190225" y="3381400"/>
                <a:ext cx="31925" cy="650"/>
              </a:xfrm>
              <a:custGeom>
                <a:avLst/>
                <a:gdLst/>
                <a:ahLst/>
                <a:cxnLst/>
                <a:rect l="l" t="t" r="r" b="b"/>
                <a:pathLst>
                  <a:path w="1277" h="26" extrusionOk="0">
                    <a:moveTo>
                      <a:pt x="1269" y="0"/>
                    </a:moveTo>
                    <a:lnTo>
                      <a:pt x="8" y="11"/>
                    </a:lnTo>
                    <a:cubicBezTo>
                      <a:pt x="4" y="11"/>
                      <a:pt x="1" y="14"/>
                      <a:pt x="1" y="18"/>
                    </a:cubicBezTo>
                    <a:cubicBezTo>
                      <a:pt x="1" y="23"/>
                      <a:pt x="4" y="26"/>
                      <a:pt x="8" y="26"/>
                    </a:cubicBezTo>
                    <a:lnTo>
                      <a:pt x="1269" y="15"/>
                    </a:lnTo>
                    <a:cubicBezTo>
                      <a:pt x="1273" y="15"/>
                      <a:pt x="1276" y="12"/>
                      <a:pt x="1276" y="8"/>
                    </a:cubicBezTo>
                    <a:cubicBezTo>
                      <a:pt x="1276" y="3"/>
                      <a:pt x="1273" y="0"/>
                      <a:pt x="1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432;p25">
                <a:extLst>
                  <a:ext uri="{FF2B5EF4-FFF2-40B4-BE49-F238E27FC236}">
                    <a16:creationId xmlns:a16="http://schemas.microsoft.com/office/drawing/2014/main" id="{D6F389FB-EA09-9062-2DFF-62E7BE0DF242}"/>
                  </a:ext>
                </a:extLst>
              </p:cNvPr>
              <p:cNvSpPr/>
              <p:nvPr/>
            </p:nvSpPr>
            <p:spPr>
              <a:xfrm>
                <a:off x="2186225" y="3392525"/>
                <a:ext cx="40125" cy="775"/>
              </a:xfrm>
              <a:custGeom>
                <a:avLst/>
                <a:gdLst/>
                <a:ahLst/>
                <a:cxnLst/>
                <a:rect l="l" t="t" r="r" b="b"/>
                <a:pathLst>
                  <a:path w="1605" h="31" extrusionOk="0">
                    <a:moveTo>
                      <a:pt x="1595" y="0"/>
                    </a:moveTo>
                    <a:lnTo>
                      <a:pt x="9" y="14"/>
                    </a:lnTo>
                    <a:cubicBezTo>
                      <a:pt x="5" y="14"/>
                      <a:pt x="0" y="19"/>
                      <a:pt x="0" y="23"/>
                    </a:cubicBezTo>
                    <a:cubicBezTo>
                      <a:pt x="0" y="28"/>
                      <a:pt x="5" y="31"/>
                      <a:pt x="9" y="31"/>
                    </a:cubicBezTo>
                    <a:lnTo>
                      <a:pt x="1595" y="17"/>
                    </a:lnTo>
                    <a:lnTo>
                      <a:pt x="1597" y="17"/>
                    </a:lnTo>
                    <a:cubicBezTo>
                      <a:pt x="1600" y="17"/>
                      <a:pt x="1604" y="14"/>
                      <a:pt x="1604" y="9"/>
                    </a:cubicBezTo>
                    <a:cubicBezTo>
                      <a:pt x="1604" y="5"/>
                      <a:pt x="1600" y="0"/>
                      <a:pt x="1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3" name="Google Shape;433;p25">
              <a:extLst>
                <a:ext uri="{FF2B5EF4-FFF2-40B4-BE49-F238E27FC236}">
                  <a16:creationId xmlns:a16="http://schemas.microsoft.com/office/drawing/2014/main" id="{050A0EE9-BB03-322C-A512-F4AB5E0ADF3E}"/>
                </a:ext>
              </a:extLst>
            </p:cNvPr>
            <p:cNvGrpSpPr/>
            <p:nvPr/>
          </p:nvGrpSpPr>
          <p:grpSpPr>
            <a:xfrm>
              <a:off x="6350950" y="729700"/>
              <a:ext cx="576232" cy="320112"/>
              <a:chOff x="315275" y="3124950"/>
              <a:chExt cx="658175" cy="365675"/>
            </a:xfrm>
          </p:grpSpPr>
          <p:sp>
            <p:nvSpPr>
              <p:cNvPr id="474" name="Google Shape;434;p25">
                <a:extLst>
                  <a:ext uri="{FF2B5EF4-FFF2-40B4-BE49-F238E27FC236}">
                    <a16:creationId xmlns:a16="http://schemas.microsoft.com/office/drawing/2014/main" id="{A15E1F06-52D0-0725-CBDA-579427160987}"/>
                  </a:ext>
                </a:extLst>
              </p:cNvPr>
              <p:cNvSpPr/>
              <p:nvPr/>
            </p:nvSpPr>
            <p:spPr>
              <a:xfrm>
                <a:off x="315275" y="3124950"/>
                <a:ext cx="634175" cy="365675"/>
              </a:xfrm>
              <a:custGeom>
                <a:avLst/>
                <a:gdLst/>
                <a:ahLst/>
                <a:cxnLst/>
                <a:rect l="l" t="t" r="r" b="b"/>
                <a:pathLst>
                  <a:path w="25367" h="14627" extrusionOk="0">
                    <a:moveTo>
                      <a:pt x="763" y="0"/>
                    </a:moveTo>
                    <a:cubicBezTo>
                      <a:pt x="342" y="0"/>
                      <a:pt x="1" y="341"/>
                      <a:pt x="1" y="762"/>
                    </a:cubicBezTo>
                    <a:lnTo>
                      <a:pt x="1" y="11111"/>
                    </a:lnTo>
                    <a:cubicBezTo>
                      <a:pt x="1" y="11532"/>
                      <a:pt x="342" y="11873"/>
                      <a:pt x="763" y="11873"/>
                    </a:cubicBezTo>
                    <a:lnTo>
                      <a:pt x="22394" y="11873"/>
                    </a:lnTo>
                    <a:lnTo>
                      <a:pt x="25366" y="14626"/>
                    </a:lnTo>
                    <a:lnTo>
                      <a:pt x="25366" y="762"/>
                    </a:lnTo>
                    <a:cubicBezTo>
                      <a:pt x="25366" y="341"/>
                      <a:pt x="25026" y="0"/>
                      <a:pt x="24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35;p25">
                <a:extLst>
                  <a:ext uri="{FF2B5EF4-FFF2-40B4-BE49-F238E27FC236}">
                    <a16:creationId xmlns:a16="http://schemas.microsoft.com/office/drawing/2014/main" id="{FB43B1EC-9917-B38A-81F7-D70445A07BEE}"/>
                  </a:ext>
                </a:extLst>
              </p:cNvPr>
              <p:cNvSpPr/>
              <p:nvPr/>
            </p:nvSpPr>
            <p:spPr>
              <a:xfrm>
                <a:off x="875125" y="3421750"/>
                <a:ext cx="98325" cy="68875"/>
              </a:xfrm>
              <a:custGeom>
                <a:avLst/>
                <a:gdLst/>
                <a:ahLst/>
                <a:cxnLst/>
                <a:rect l="l" t="t" r="r" b="b"/>
                <a:pathLst>
                  <a:path w="3933" h="2755" extrusionOk="0">
                    <a:moveTo>
                      <a:pt x="0" y="1"/>
                    </a:moveTo>
                    <a:lnTo>
                      <a:pt x="2972" y="2754"/>
                    </a:lnTo>
                    <a:lnTo>
                      <a:pt x="3933" y="2754"/>
                    </a:lnTo>
                    <a:lnTo>
                      <a:pt x="9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36;p25">
                <a:extLst>
                  <a:ext uri="{FF2B5EF4-FFF2-40B4-BE49-F238E27FC236}">
                    <a16:creationId xmlns:a16="http://schemas.microsoft.com/office/drawing/2014/main" id="{22A0DFA2-F472-477E-6096-24646534FA92}"/>
                  </a:ext>
                </a:extLst>
              </p:cNvPr>
              <p:cNvSpPr/>
              <p:nvPr/>
            </p:nvSpPr>
            <p:spPr>
              <a:xfrm>
                <a:off x="339300" y="3124950"/>
                <a:ext cx="634150" cy="365675"/>
              </a:xfrm>
              <a:custGeom>
                <a:avLst/>
                <a:gdLst/>
                <a:ahLst/>
                <a:cxnLst/>
                <a:rect l="l" t="t" r="r" b="b"/>
                <a:pathLst>
                  <a:path w="25366" h="14627" extrusionOk="0">
                    <a:moveTo>
                      <a:pt x="764" y="0"/>
                    </a:moveTo>
                    <a:cubicBezTo>
                      <a:pt x="343" y="0"/>
                      <a:pt x="0" y="341"/>
                      <a:pt x="0" y="762"/>
                    </a:cubicBezTo>
                    <a:lnTo>
                      <a:pt x="0" y="11111"/>
                    </a:lnTo>
                    <a:cubicBezTo>
                      <a:pt x="0" y="11532"/>
                      <a:pt x="343" y="11873"/>
                      <a:pt x="764" y="11873"/>
                    </a:cubicBezTo>
                    <a:lnTo>
                      <a:pt x="22394" y="11873"/>
                    </a:lnTo>
                    <a:lnTo>
                      <a:pt x="25366" y="14626"/>
                    </a:lnTo>
                    <a:lnTo>
                      <a:pt x="25366" y="762"/>
                    </a:lnTo>
                    <a:cubicBezTo>
                      <a:pt x="25366" y="341"/>
                      <a:pt x="25025" y="0"/>
                      <a:pt x="246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37;p25">
                <a:extLst>
                  <a:ext uri="{FF2B5EF4-FFF2-40B4-BE49-F238E27FC236}">
                    <a16:creationId xmlns:a16="http://schemas.microsoft.com/office/drawing/2014/main" id="{B061C846-42FF-0578-0920-B7361CB0E5D1}"/>
                  </a:ext>
                </a:extLst>
              </p:cNvPr>
              <p:cNvSpPr/>
              <p:nvPr/>
            </p:nvSpPr>
            <p:spPr>
              <a:xfrm>
                <a:off x="792825" y="3237950"/>
                <a:ext cx="73725" cy="73700"/>
              </a:xfrm>
              <a:custGeom>
                <a:avLst/>
                <a:gdLst/>
                <a:ahLst/>
                <a:cxnLst/>
                <a:rect l="l" t="t" r="r" b="b"/>
                <a:pathLst>
                  <a:path w="2949" h="2948" extrusionOk="0">
                    <a:moveTo>
                      <a:pt x="1475" y="0"/>
                    </a:moveTo>
                    <a:cubicBezTo>
                      <a:pt x="661" y="0"/>
                      <a:pt x="1" y="661"/>
                      <a:pt x="1" y="1474"/>
                    </a:cubicBezTo>
                    <a:cubicBezTo>
                      <a:pt x="1" y="2288"/>
                      <a:pt x="661" y="2948"/>
                      <a:pt x="1475" y="2948"/>
                    </a:cubicBezTo>
                    <a:cubicBezTo>
                      <a:pt x="2288" y="2948"/>
                      <a:pt x="2949" y="2288"/>
                      <a:pt x="2949" y="1474"/>
                    </a:cubicBezTo>
                    <a:cubicBezTo>
                      <a:pt x="2949" y="661"/>
                      <a:pt x="2288" y="0"/>
                      <a:pt x="14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38;p25">
                <a:extLst>
                  <a:ext uri="{FF2B5EF4-FFF2-40B4-BE49-F238E27FC236}">
                    <a16:creationId xmlns:a16="http://schemas.microsoft.com/office/drawing/2014/main" id="{6806FA3B-4135-D81E-B6C8-0FC24DC5F795}"/>
                  </a:ext>
                </a:extLst>
              </p:cNvPr>
              <p:cNvSpPr/>
              <p:nvPr/>
            </p:nvSpPr>
            <p:spPr>
              <a:xfrm>
                <a:off x="619550" y="3237950"/>
                <a:ext cx="73675" cy="73700"/>
              </a:xfrm>
              <a:custGeom>
                <a:avLst/>
                <a:gdLst/>
                <a:ahLst/>
                <a:cxnLst/>
                <a:rect l="l" t="t" r="r" b="b"/>
                <a:pathLst>
                  <a:path w="2947" h="2948" extrusionOk="0">
                    <a:moveTo>
                      <a:pt x="1473" y="0"/>
                    </a:moveTo>
                    <a:cubicBezTo>
                      <a:pt x="660" y="0"/>
                      <a:pt x="1" y="661"/>
                      <a:pt x="1" y="1474"/>
                    </a:cubicBezTo>
                    <a:cubicBezTo>
                      <a:pt x="1" y="2288"/>
                      <a:pt x="660" y="2948"/>
                      <a:pt x="1473" y="2948"/>
                    </a:cubicBezTo>
                    <a:cubicBezTo>
                      <a:pt x="2286" y="2948"/>
                      <a:pt x="2947" y="2288"/>
                      <a:pt x="2947" y="1474"/>
                    </a:cubicBezTo>
                    <a:cubicBezTo>
                      <a:pt x="2947" y="661"/>
                      <a:pt x="2286" y="0"/>
                      <a:pt x="14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39;p25">
                <a:extLst>
                  <a:ext uri="{FF2B5EF4-FFF2-40B4-BE49-F238E27FC236}">
                    <a16:creationId xmlns:a16="http://schemas.microsoft.com/office/drawing/2014/main" id="{E13BB77D-8100-48B3-B7B6-D53E1134C1EE}"/>
                  </a:ext>
                </a:extLst>
              </p:cNvPr>
              <p:cNvSpPr/>
              <p:nvPr/>
            </p:nvSpPr>
            <p:spPr>
              <a:xfrm>
                <a:off x="446225" y="3237950"/>
                <a:ext cx="73675" cy="73700"/>
              </a:xfrm>
              <a:custGeom>
                <a:avLst/>
                <a:gdLst/>
                <a:ahLst/>
                <a:cxnLst/>
                <a:rect l="l" t="t" r="r" b="b"/>
                <a:pathLst>
                  <a:path w="2947" h="2948" extrusionOk="0">
                    <a:moveTo>
                      <a:pt x="1475" y="0"/>
                    </a:moveTo>
                    <a:cubicBezTo>
                      <a:pt x="660" y="0"/>
                      <a:pt x="1" y="661"/>
                      <a:pt x="1" y="1474"/>
                    </a:cubicBezTo>
                    <a:cubicBezTo>
                      <a:pt x="1" y="2288"/>
                      <a:pt x="660" y="2948"/>
                      <a:pt x="1475" y="2948"/>
                    </a:cubicBezTo>
                    <a:cubicBezTo>
                      <a:pt x="2288" y="2948"/>
                      <a:pt x="2947" y="2288"/>
                      <a:pt x="2947" y="1474"/>
                    </a:cubicBezTo>
                    <a:cubicBezTo>
                      <a:pt x="2947" y="661"/>
                      <a:pt x="2288" y="0"/>
                      <a:pt x="14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819176677"/>
      </p:ext>
    </p:extLst>
  </p:cSld>
  <p:clrMapOvr>
    <a:masterClrMapping/>
  </p:clrMapOvr>
</p:sld>
</file>

<file path=ppt/theme/theme1.xml><?xml version="1.0" encoding="utf-8"?>
<a:theme xmlns:a="http://schemas.openxmlformats.org/drawingml/2006/main" name="Artificial Intelligence by Slidesgo">
  <a:themeElements>
    <a:clrScheme name="Simple Light">
      <a:dk1>
        <a:srgbClr val="333746"/>
      </a:dk1>
      <a:lt1>
        <a:srgbClr val="5B627D"/>
      </a:lt1>
      <a:dk2>
        <a:srgbClr val="C8D3F4"/>
      </a:dk2>
      <a:lt2>
        <a:srgbClr val="E6E9F8"/>
      </a:lt2>
      <a:accent1>
        <a:srgbClr val="6D6AF7"/>
      </a:accent1>
      <a:accent2>
        <a:srgbClr val="EDBBD8"/>
      </a:accent2>
      <a:accent3>
        <a:srgbClr val="E67CB9"/>
      </a:accent3>
      <a:accent4>
        <a:srgbClr val="FFFFFF"/>
      </a:accent4>
      <a:accent5>
        <a:srgbClr val="FFFFFF"/>
      </a:accent5>
      <a:accent6>
        <a:srgbClr val="FFFFFF"/>
      </a:accent6>
      <a:hlink>
        <a:srgbClr val="33374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TotalTime>
  <Words>1383</Words>
  <Application>Microsoft Office PowerPoint</Application>
  <PresentationFormat>On-screen Show (16:9)</PresentationFormat>
  <Paragraphs>75</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Golos Text Medium</vt:lpstr>
      <vt:lpstr>Bebas Neue</vt:lpstr>
      <vt:lpstr>Golos Text</vt:lpstr>
      <vt:lpstr>Arial</vt:lpstr>
      <vt:lpstr>Artificial Intelligence by Slidesgo</vt:lpstr>
      <vt:lpstr>AI Peer Review Assistant</vt:lpstr>
      <vt:lpstr>Outline</vt:lpstr>
      <vt:lpstr>Introduction</vt:lpstr>
      <vt:lpstr>PowerPoint Presentation</vt:lpstr>
      <vt:lpstr>Tools &amp; Technologies </vt:lpstr>
      <vt:lpstr>PowerPoint Presentation</vt:lpstr>
      <vt:lpstr>PowerPoint Presentation</vt:lpstr>
      <vt:lpstr>PowerPoint Presentation</vt:lpstr>
      <vt:lpstr>Methodology </vt:lpstr>
      <vt:lpstr>PowerPoint Presentation</vt:lpstr>
      <vt:lpstr>PowerPoint Presentation</vt:lpstr>
      <vt:lpstr>PowerPoint Presentation</vt:lpstr>
      <vt:lpstr>Sample Outputs</vt:lpstr>
      <vt:lpstr>PowerPoint Presentation</vt:lpstr>
      <vt:lpstr>Challenges </vt:lpstr>
      <vt:lpstr>PowerPoint Presentation</vt:lpstr>
      <vt:lpstr>Future Work  </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Peer Review Assistant</dc:title>
  <dc:creator>alreada</dc:creator>
  <cp:lastModifiedBy>Ahmed Ashraf</cp:lastModifiedBy>
  <cp:revision>10</cp:revision>
  <dcterms:modified xsi:type="dcterms:W3CDTF">2025-12-26T18:10:21Z</dcterms:modified>
</cp:coreProperties>
</file>